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821" r:id="rId1"/>
    <p:sldMasterId id="2147483822" r:id="rId2"/>
  </p:sldMasterIdLst>
  <p:notesMasterIdLst>
    <p:notesMasterId r:id="rId24"/>
  </p:notesMasterIdLst>
  <p:sldIdLst>
    <p:sldId id="256" r:id="rId3"/>
    <p:sldId id="257" r:id="rId4"/>
    <p:sldId id="258" r:id="rId5"/>
    <p:sldId id="259" r:id="rId6"/>
    <p:sldId id="276"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8288000" cy="10287000"/>
  <p:notesSz cx="7010400" cy="9296400"/>
  <p:embeddedFontLst>
    <p:embeddedFont>
      <p:font typeface="Avant Garde Demi SFDC" panose="020B0702020202020204"/>
      <p:regular r:id="rId25"/>
    </p:embeddedFont>
    <p:embeddedFont>
      <p:font typeface="Questrial" pitchFamily="2" charset="77"/>
      <p:regular r:id="rId26"/>
    </p:embeddedFont>
    <p:embeddedFont>
      <p:font typeface="Salesforce Sans" panose="020B0505020202020203" pitchFamily="34"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82" d="100"/>
          <a:sy n="82" d="100"/>
        </p:scale>
        <p:origin x="144" y="88"/>
      </p:cViewPr>
      <p:guideLst>
        <p:guide orient="horz" pos="3240"/>
        <p:guide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notesMaster" Target="notesMasters/notesMaster1.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 Id="rId29" Type="http://schemas.openxmlformats.org/officeDocument/2006/relationships/font" Target="fonts/font5.fntdata"/><Relationship Id="rId30" Type="http://schemas.openxmlformats.org/officeDocument/2006/relationships/font" Target="fonts/font6.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049794" cy="464819"/>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accent1"/>
              </a:buClr>
              <a:buSzPts val="1400"/>
              <a:buFont typeface="Arial"/>
              <a:buNone/>
              <a:defRPr sz="800" b="0" i="0" u="none" strike="noStrike" cap="none">
                <a:solidFill>
                  <a:schemeClr val="accent1"/>
                </a:solidFill>
                <a:latin typeface="Arial"/>
                <a:ea typeface="Arial"/>
                <a:cs typeface="Arial"/>
                <a:sym typeface="Arial"/>
              </a:defRPr>
            </a:lvl1pPr>
            <a:lvl2pPr marL="457131" marR="0" lvl="1" indent="-12631"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2pPr>
            <a:lvl3pPr marL="914262" marR="0" lvl="2" indent="-12562"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3pPr>
            <a:lvl4pPr marL="1371393" marR="0" lvl="3" indent="-12493"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4pPr>
            <a:lvl5pPr marL="1828526" marR="0" lvl="4" indent="-12426"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5pPr>
            <a:lvl6pPr marL="2285657" marR="0" lvl="5" indent="-12357"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6pPr>
            <a:lvl7pPr marL="2742788" marR="0" lvl="6" indent="-12288"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7pPr>
            <a:lvl8pPr marL="3199919" marR="0" lvl="7" indent="-12219"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8pPr>
            <a:lvl9pPr marL="3657050" marR="0" lvl="8" indent="-12150"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766485" y="0"/>
            <a:ext cx="1243915" cy="464819"/>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929292"/>
              </a:buClr>
              <a:buSzPts val="1400"/>
              <a:buFont typeface="Arial"/>
              <a:buNone/>
              <a:defRPr sz="800" b="0" i="0" u="none" strike="noStrike" cap="none">
                <a:solidFill>
                  <a:srgbClr val="929292"/>
                </a:solidFill>
                <a:latin typeface="Arial"/>
                <a:ea typeface="Arial"/>
                <a:cs typeface="Arial"/>
                <a:sym typeface="Arial"/>
              </a:defRPr>
            </a:lvl1pPr>
            <a:lvl2pPr marL="457131" marR="0" lvl="1" indent="-12631"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2pPr>
            <a:lvl3pPr marL="914262" marR="0" lvl="2" indent="-12562"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3pPr>
            <a:lvl4pPr marL="1371393" marR="0" lvl="3" indent="-12493"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4pPr>
            <a:lvl5pPr marL="1828526" marR="0" lvl="4" indent="-12426"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5pPr>
            <a:lvl6pPr marL="2285657" marR="0" lvl="5" indent="-12357"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6pPr>
            <a:lvl7pPr marL="2742788" marR="0" lvl="6" indent="-12288"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7pPr>
            <a:lvl8pPr marL="3199919" marR="0" lvl="7" indent="-12219"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8pPr>
            <a:lvl9pPr marL="3657050" marR="0" lvl="8" indent="-12150"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180" y="696912"/>
            <a:ext cx="61959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6" name="Google Shape;6;n"/>
          <p:cNvSpPr txBox="1">
            <a:spLocks noGrp="1"/>
          </p:cNvSpPr>
          <p:nvPr>
            <p:ph type="body" idx="1"/>
          </p:nvPr>
        </p:nvSpPr>
        <p:spPr>
          <a:xfrm>
            <a:off x="407987" y="4415789"/>
            <a:ext cx="6194425" cy="4183379"/>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317500" algn="l" rtl="0">
              <a:spcBef>
                <a:spcPts val="0"/>
              </a:spcBef>
              <a:spcAft>
                <a:spcPts val="0"/>
              </a:spcAft>
              <a:buSzPts val="1400"/>
              <a:buChar char="■"/>
              <a:defRPr sz="1200" b="0" i="0" u="none" strike="noStrike" cap="none">
                <a:solidFill>
                  <a:schemeClr val="dk1"/>
                </a:solidFill>
                <a:latin typeface="Arial"/>
                <a:ea typeface="Arial"/>
                <a:cs typeface="Arial"/>
                <a:sym typeface="Arial"/>
              </a:defRPr>
            </a:lvl6pPr>
            <a:lvl7pPr marL="3200400" marR="0" lvl="6" indent="-317500" algn="l" rtl="0">
              <a:spcBef>
                <a:spcPts val="0"/>
              </a:spcBef>
              <a:spcAft>
                <a:spcPts val="0"/>
              </a:spcAft>
              <a:buSzPts val="1400"/>
              <a:buChar char="●"/>
              <a:defRPr sz="1200" b="0" i="0" u="none" strike="noStrike" cap="none">
                <a:solidFill>
                  <a:schemeClr val="dk1"/>
                </a:solidFill>
                <a:latin typeface="Arial"/>
                <a:ea typeface="Arial"/>
                <a:cs typeface="Arial"/>
                <a:sym typeface="Arial"/>
              </a:defRPr>
            </a:lvl7pPr>
            <a:lvl8pPr marL="3657600" marR="0" lvl="7" indent="-317500" algn="l" rtl="0">
              <a:spcBef>
                <a:spcPts val="0"/>
              </a:spcBef>
              <a:spcAft>
                <a:spcPts val="0"/>
              </a:spcAft>
              <a:buSzPts val="1400"/>
              <a:buChar char="○"/>
              <a:defRPr sz="1200" b="0" i="0" u="none" strike="noStrike" cap="none">
                <a:solidFill>
                  <a:schemeClr val="dk1"/>
                </a:solidFill>
                <a:latin typeface="Arial"/>
                <a:ea typeface="Arial"/>
                <a:cs typeface="Arial"/>
                <a:sym typeface="Arial"/>
              </a:defRPr>
            </a:lvl8pPr>
            <a:lvl9pPr marL="4114800" marR="0" lvl="8" indent="-317500" algn="l" rtl="0">
              <a:spcBef>
                <a:spcPts val="0"/>
              </a:spcBef>
              <a:spcAft>
                <a:spcPts val="0"/>
              </a:spcAft>
              <a:buSzPts val="1400"/>
              <a:buChar char="■"/>
              <a:defRPr sz="1200" b="0" i="0" u="none" strike="noStrike" cap="none">
                <a:solidFill>
                  <a:schemeClr val="dk1"/>
                </a:solidFill>
                <a:latin typeface="Arial"/>
                <a:ea typeface="Arial"/>
                <a:cs typeface="Arial"/>
                <a:sym typeface="Arial"/>
              </a:defRPr>
            </a:lvl9pPr>
          </a:lstStyle>
          <a:p>
            <a:endParaRPr/>
          </a:p>
        </p:txBody>
      </p:sp>
      <p:sp>
        <p:nvSpPr>
          <p:cNvPr id="7" name="Google Shape;7;n"/>
          <p:cNvSpPr/>
          <p:nvPr/>
        </p:nvSpPr>
        <p:spPr>
          <a:xfrm rot="10800000" flipH="1">
            <a:off x="0" y="9225415"/>
            <a:ext cx="7010400" cy="7098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900" b="0" i="0" u="none" strike="noStrike" cap="none">
              <a:solidFill>
                <a:schemeClr val="lt1"/>
              </a:solidFill>
              <a:latin typeface="Arial"/>
              <a:ea typeface="Arial"/>
              <a:cs typeface="Arial"/>
              <a:sym typeface="Arial"/>
            </a:endParaRPr>
          </a:p>
        </p:txBody>
      </p:sp>
      <p:sp>
        <p:nvSpPr>
          <p:cNvPr id="8" name="Google Shape;8;n"/>
          <p:cNvSpPr txBox="1">
            <a:spLocks noGrp="1"/>
          </p:cNvSpPr>
          <p:nvPr>
            <p:ph type="ftr" idx="11"/>
          </p:nvPr>
        </p:nvSpPr>
        <p:spPr>
          <a:xfrm>
            <a:off x="0" y="8996336"/>
            <a:ext cx="3038475" cy="215443"/>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5B5B5B"/>
              </a:buClr>
              <a:buSzPts val="1400"/>
              <a:buFont typeface="Arial"/>
              <a:buNone/>
              <a:defRPr sz="800" b="0" i="0" u="none" strike="noStrike" cap="none">
                <a:solidFill>
                  <a:srgbClr val="5B5B5B"/>
                </a:solidFill>
                <a:latin typeface="Arial"/>
                <a:ea typeface="Arial"/>
                <a:cs typeface="Arial"/>
                <a:sym typeface="Arial"/>
              </a:defRPr>
            </a:lvl1pPr>
            <a:lvl2pPr marL="457131" marR="0" lvl="1" indent="-12631"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2pPr>
            <a:lvl3pPr marL="914262" marR="0" lvl="2" indent="-12562"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3pPr>
            <a:lvl4pPr marL="1371393" marR="0" lvl="3" indent="-12493"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4pPr>
            <a:lvl5pPr marL="1828526" marR="0" lvl="4" indent="-12426"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5pPr>
            <a:lvl6pPr marL="2285657" marR="0" lvl="5" indent="-12357"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6pPr>
            <a:lvl7pPr marL="2742788" marR="0" lvl="6" indent="-12288"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7pPr>
            <a:lvl8pPr marL="3199919" marR="0" lvl="7" indent="-12219"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8pPr>
            <a:lvl9pPr marL="3657050" marR="0" lvl="8" indent="-12150" algn="l" rtl="0">
              <a:lnSpc>
                <a:spcPct val="100000"/>
              </a:lnSpc>
              <a:spcBef>
                <a:spcPts val="0"/>
              </a:spcBef>
              <a:spcAft>
                <a:spcPts val="0"/>
              </a:spcAft>
              <a:buClr>
                <a:schemeClr val="dk1"/>
              </a:buClr>
              <a:buSzPts val="1400"/>
              <a:buFont typeface="Arial"/>
              <a:buNone/>
              <a:defRPr sz="1900" b="0" i="0" u="none" strike="noStrike" cap="none">
                <a:solidFill>
                  <a:schemeClr val="dk1"/>
                </a:solidFill>
                <a:latin typeface="Arial"/>
                <a:ea typeface="Arial"/>
                <a:cs typeface="Arial"/>
                <a:sym typeface="Arial"/>
              </a:defRPr>
            </a:lvl9pPr>
          </a:lstStyle>
          <a:p>
            <a:endParaRPr/>
          </a:p>
        </p:txBody>
      </p:sp>
      <p:grpSp>
        <p:nvGrpSpPr>
          <p:cNvPr id="9" name="Google Shape;9;n"/>
          <p:cNvGrpSpPr/>
          <p:nvPr/>
        </p:nvGrpSpPr>
        <p:grpSpPr>
          <a:xfrm>
            <a:off x="6393468" y="8874285"/>
            <a:ext cx="417887" cy="292590"/>
            <a:chOff x="267" y="-340"/>
            <a:chExt cx="7144" cy="5001"/>
          </a:xfrm>
        </p:grpSpPr>
        <p:sp>
          <p:nvSpPr>
            <p:cNvPr id="10" name="Google Shape;10;n"/>
            <p:cNvSpPr/>
            <p:nvPr/>
          </p:nvSpPr>
          <p:spPr>
            <a:xfrm>
              <a:off x="267" y="-340"/>
              <a:ext cx="7144" cy="5001"/>
            </a:xfrm>
            <a:custGeom>
              <a:avLst/>
              <a:gdLst/>
              <a:ahLst/>
              <a:cxnLst/>
              <a:rect l="l" t="t" r="r" b="b"/>
              <a:pathLst>
                <a:path w="120000" h="120000" extrusionOk="0">
                  <a:moveTo>
                    <a:pt x="49930" y="13055"/>
                  </a:moveTo>
                  <a:cubicBezTo>
                    <a:pt x="53823" y="7322"/>
                    <a:pt x="59185" y="3746"/>
                    <a:pt x="65143" y="3746"/>
                  </a:cubicBezTo>
                  <a:cubicBezTo>
                    <a:pt x="73088" y="3746"/>
                    <a:pt x="80000" y="10047"/>
                    <a:pt x="83654" y="19413"/>
                  </a:cubicBezTo>
                  <a:cubicBezTo>
                    <a:pt x="86871" y="17369"/>
                    <a:pt x="90407" y="16234"/>
                    <a:pt x="94101" y="16234"/>
                  </a:cubicBezTo>
                  <a:cubicBezTo>
                    <a:pt x="108401" y="16234"/>
                    <a:pt x="119999" y="32923"/>
                    <a:pt x="119999" y="53528"/>
                  </a:cubicBezTo>
                  <a:cubicBezTo>
                    <a:pt x="119999" y="74134"/>
                    <a:pt x="108401" y="90823"/>
                    <a:pt x="94101" y="90823"/>
                  </a:cubicBezTo>
                  <a:cubicBezTo>
                    <a:pt x="92393" y="90823"/>
                    <a:pt x="90685" y="90539"/>
                    <a:pt x="89016" y="90085"/>
                  </a:cubicBezTo>
                  <a:cubicBezTo>
                    <a:pt x="85799" y="98372"/>
                    <a:pt x="79602" y="103935"/>
                    <a:pt x="72532" y="103935"/>
                  </a:cubicBezTo>
                  <a:cubicBezTo>
                    <a:pt x="69553" y="103935"/>
                    <a:pt x="66732" y="102970"/>
                    <a:pt x="64270" y="101210"/>
                  </a:cubicBezTo>
                  <a:cubicBezTo>
                    <a:pt x="60973" y="112223"/>
                    <a:pt x="53306" y="120000"/>
                    <a:pt x="44409" y="120000"/>
                  </a:cubicBezTo>
                  <a:cubicBezTo>
                    <a:pt x="35114" y="120000"/>
                    <a:pt x="27209" y="111598"/>
                    <a:pt x="24150" y="99791"/>
                  </a:cubicBezTo>
                  <a:cubicBezTo>
                    <a:pt x="22840" y="100189"/>
                    <a:pt x="21449" y="100416"/>
                    <a:pt x="20019" y="100416"/>
                  </a:cubicBezTo>
                  <a:cubicBezTo>
                    <a:pt x="8977" y="100416"/>
                    <a:pt x="0" y="87473"/>
                    <a:pt x="0" y="71523"/>
                  </a:cubicBezTo>
                  <a:cubicBezTo>
                    <a:pt x="0" y="60794"/>
                    <a:pt x="4051" y="51485"/>
                    <a:pt x="10009" y="46490"/>
                  </a:cubicBezTo>
                  <a:cubicBezTo>
                    <a:pt x="8778" y="42403"/>
                    <a:pt x="8103" y="37918"/>
                    <a:pt x="8103" y="33263"/>
                  </a:cubicBezTo>
                  <a:cubicBezTo>
                    <a:pt x="8103" y="14872"/>
                    <a:pt x="18550" y="0"/>
                    <a:pt x="31420" y="0"/>
                  </a:cubicBezTo>
                  <a:cubicBezTo>
                    <a:pt x="38967" y="0"/>
                    <a:pt x="45680" y="5108"/>
                    <a:pt x="49930" y="13055"/>
                  </a:cubicBezTo>
                  <a:close/>
                </a:path>
              </a:pathLst>
            </a:custGeom>
            <a:solidFill>
              <a:srgbClr val="0A9AD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1" name="Google Shape;11;n"/>
            <p:cNvSpPr/>
            <p:nvPr/>
          </p:nvSpPr>
          <p:spPr>
            <a:xfrm>
              <a:off x="1297" y="1670"/>
              <a:ext cx="499" cy="672"/>
            </a:xfrm>
            <a:custGeom>
              <a:avLst/>
              <a:gdLst/>
              <a:ahLst/>
              <a:cxnLst/>
              <a:rect l="l" t="t" r="r" b="b"/>
              <a:pathLst>
                <a:path w="120000" h="120000" extrusionOk="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786" y="89154"/>
                    <a:pt x="12511" y="88309"/>
                  </a:cubicBezTo>
                  <a:cubicBezTo>
                    <a:pt x="11374" y="87887"/>
                    <a:pt x="9099" y="87042"/>
                    <a:pt x="7962" y="89577"/>
                  </a:cubicBezTo>
                  <a:lnTo>
                    <a:pt x="1137" y="10394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2" name="Google Shape;12;n"/>
            <p:cNvSpPr/>
            <p:nvPr/>
          </p:nvSpPr>
          <p:spPr>
            <a:xfrm>
              <a:off x="3443" y="1670"/>
              <a:ext cx="499" cy="672"/>
            </a:xfrm>
            <a:custGeom>
              <a:avLst/>
              <a:gdLst/>
              <a:ahLst/>
              <a:cxnLst/>
              <a:rect l="l" t="t" r="r" b="b"/>
              <a:pathLst>
                <a:path w="120000" h="120000" extrusionOk="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218" y="89577"/>
                    <a:pt x="12511" y="88309"/>
                  </a:cubicBezTo>
                  <a:cubicBezTo>
                    <a:pt x="11943" y="88309"/>
                    <a:pt x="9099" y="87464"/>
                    <a:pt x="7962" y="89577"/>
                  </a:cubicBezTo>
                  <a:lnTo>
                    <a:pt x="1137" y="10394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3" name="Google Shape;13;n"/>
            <p:cNvSpPr/>
            <p:nvPr/>
          </p:nvSpPr>
          <p:spPr>
            <a:xfrm>
              <a:off x="4454" y="1670"/>
              <a:ext cx="595" cy="672"/>
            </a:xfrm>
            <a:custGeom>
              <a:avLst/>
              <a:gdLst/>
              <a:ahLst/>
              <a:cxnLst/>
              <a:rect l="l" t="t" r="r" b="b"/>
              <a:pathLst>
                <a:path w="120000" h="120000" extrusionOk="0">
                  <a:moveTo>
                    <a:pt x="116666" y="36760"/>
                  </a:moveTo>
                  <a:cubicBezTo>
                    <a:pt x="114285" y="29154"/>
                    <a:pt x="110476" y="22816"/>
                    <a:pt x="105238" y="17746"/>
                  </a:cubicBezTo>
                  <a:cubicBezTo>
                    <a:pt x="100476" y="12253"/>
                    <a:pt x="93809" y="8028"/>
                    <a:pt x="86190" y="5070"/>
                  </a:cubicBezTo>
                  <a:cubicBezTo>
                    <a:pt x="79047" y="1690"/>
                    <a:pt x="70000" y="0"/>
                    <a:pt x="60000" y="0"/>
                  </a:cubicBezTo>
                  <a:cubicBezTo>
                    <a:pt x="50000" y="0"/>
                    <a:pt x="40952" y="1690"/>
                    <a:pt x="33809" y="5070"/>
                  </a:cubicBezTo>
                  <a:cubicBezTo>
                    <a:pt x="26190" y="8028"/>
                    <a:pt x="19523" y="12253"/>
                    <a:pt x="14761" y="17746"/>
                  </a:cubicBezTo>
                  <a:cubicBezTo>
                    <a:pt x="9523" y="22816"/>
                    <a:pt x="5714" y="29154"/>
                    <a:pt x="3333" y="36760"/>
                  </a:cubicBezTo>
                  <a:cubicBezTo>
                    <a:pt x="952" y="43943"/>
                    <a:pt x="0" y="51549"/>
                    <a:pt x="0" y="60000"/>
                  </a:cubicBezTo>
                  <a:cubicBezTo>
                    <a:pt x="0" y="68450"/>
                    <a:pt x="952" y="76478"/>
                    <a:pt x="3333" y="83661"/>
                  </a:cubicBezTo>
                  <a:cubicBezTo>
                    <a:pt x="5714" y="90845"/>
                    <a:pt x="9523" y="97183"/>
                    <a:pt x="14761" y="102676"/>
                  </a:cubicBezTo>
                  <a:cubicBezTo>
                    <a:pt x="19523" y="107746"/>
                    <a:pt x="26190" y="111971"/>
                    <a:pt x="33809" y="115352"/>
                  </a:cubicBezTo>
                  <a:cubicBezTo>
                    <a:pt x="40952" y="118309"/>
                    <a:pt x="50000" y="120000"/>
                    <a:pt x="60000" y="120000"/>
                  </a:cubicBezTo>
                  <a:cubicBezTo>
                    <a:pt x="70000" y="120000"/>
                    <a:pt x="79047" y="118309"/>
                    <a:pt x="86190" y="115352"/>
                  </a:cubicBezTo>
                  <a:cubicBezTo>
                    <a:pt x="93809" y="111971"/>
                    <a:pt x="100476" y="107746"/>
                    <a:pt x="105238" y="102676"/>
                  </a:cubicBezTo>
                  <a:cubicBezTo>
                    <a:pt x="110476" y="97183"/>
                    <a:pt x="114285" y="90845"/>
                    <a:pt x="116666" y="83661"/>
                  </a:cubicBezTo>
                  <a:cubicBezTo>
                    <a:pt x="119047" y="76478"/>
                    <a:pt x="120000" y="68450"/>
                    <a:pt x="120000" y="60000"/>
                  </a:cubicBezTo>
                  <a:cubicBezTo>
                    <a:pt x="120000" y="51549"/>
                    <a:pt x="119047" y="43943"/>
                    <a:pt x="116666" y="36760"/>
                  </a:cubicBezTo>
                  <a:moveTo>
                    <a:pt x="91904" y="60000"/>
                  </a:moveTo>
                  <a:cubicBezTo>
                    <a:pt x="91904" y="72676"/>
                    <a:pt x="89047" y="82816"/>
                    <a:pt x="83809" y="90000"/>
                  </a:cubicBezTo>
                  <a:cubicBezTo>
                    <a:pt x="78571" y="96760"/>
                    <a:pt x="70952" y="100140"/>
                    <a:pt x="60000" y="100140"/>
                  </a:cubicBezTo>
                  <a:cubicBezTo>
                    <a:pt x="49047" y="100140"/>
                    <a:pt x="41428" y="96760"/>
                    <a:pt x="36190" y="90000"/>
                  </a:cubicBezTo>
                  <a:cubicBezTo>
                    <a:pt x="30952" y="82816"/>
                    <a:pt x="28571" y="72676"/>
                    <a:pt x="28571" y="60000"/>
                  </a:cubicBezTo>
                  <a:cubicBezTo>
                    <a:pt x="28571" y="47323"/>
                    <a:pt x="30952" y="37605"/>
                    <a:pt x="36190" y="30422"/>
                  </a:cubicBezTo>
                  <a:cubicBezTo>
                    <a:pt x="41428" y="23661"/>
                    <a:pt x="49047" y="20281"/>
                    <a:pt x="60000" y="20281"/>
                  </a:cubicBezTo>
                  <a:cubicBezTo>
                    <a:pt x="70952" y="20281"/>
                    <a:pt x="78571" y="23661"/>
                    <a:pt x="83809" y="30422"/>
                  </a:cubicBezTo>
                  <a:cubicBezTo>
                    <a:pt x="89047" y="37605"/>
                    <a:pt x="91904" y="47323"/>
                    <a:pt x="91904" y="60000"/>
                  </a:cubicBezTo>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4" name="Google Shape;14;n"/>
            <p:cNvSpPr/>
            <p:nvPr/>
          </p:nvSpPr>
          <p:spPr>
            <a:xfrm>
              <a:off x="5565" y="1670"/>
              <a:ext cx="507" cy="670"/>
            </a:xfrm>
            <a:custGeom>
              <a:avLst/>
              <a:gdLst/>
              <a:ahLst/>
              <a:cxnLst/>
              <a:rect l="l" t="t" r="r" b="b"/>
              <a:pathLst>
                <a:path w="120000" h="120000" extrusionOk="0">
                  <a:moveTo>
                    <a:pt x="111588" y="97102"/>
                  </a:moveTo>
                  <a:cubicBezTo>
                    <a:pt x="111028" y="94982"/>
                    <a:pt x="108224" y="95830"/>
                    <a:pt x="108224" y="95830"/>
                  </a:cubicBezTo>
                  <a:cubicBezTo>
                    <a:pt x="103738" y="97102"/>
                    <a:pt x="99252" y="97950"/>
                    <a:pt x="94766" y="98798"/>
                  </a:cubicBezTo>
                  <a:cubicBezTo>
                    <a:pt x="89719" y="99222"/>
                    <a:pt x="84672" y="99646"/>
                    <a:pt x="78504" y="99646"/>
                  </a:cubicBezTo>
                  <a:cubicBezTo>
                    <a:pt x="64485" y="99646"/>
                    <a:pt x="53271" y="96254"/>
                    <a:pt x="45420" y="90318"/>
                  </a:cubicBezTo>
                  <a:cubicBezTo>
                    <a:pt x="37570" y="83957"/>
                    <a:pt x="33084" y="73780"/>
                    <a:pt x="33084" y="60212"/>
                  </a:cubicBezTo>
                  <a:cubicBezTo>
                    <a:pt x="33084" y="47915"/>
                    <a:pt x="37009" y="38586"/>
                    <a:pt x="44299" y="31378"/>
                  </a:cubicBezTo>
                  <a:cubicBezTo>
                    <a:pt x="51028" y="24169"/>
                    <a:pt x="62242" y="20777"/>
                    <a:pt x="76261" y="20777"/>
                  </a:cubicBezTo>
                  <a:cubicBezTo>
                    <a:pt x="88598" y="20777"/>
                    <a:pt x="97570" y="21625"/>
                    <a:pt x="107102" y="23745"/>
                  </a:cubicBezTo>
                  <a:cubicBezTo>
                    <a:pt x="107102" y="23745"/>
                    <a:pt x="109345" y="24593"/>
                    <a:pt x="110467" y="22473"/>
                  </a:cubicBezTo>
                  <a:cubicBezTo>
                    <a:pt x="112710" y="16961"/>
                    <a:pt x="114953" y="13144"/>
                    <a:pt x="117757" y="7632"/>
                  </a:cubicBezTo>
                  <a:cubicBezTo>
                    <a:pt x="118317" y="5936"/>
                    <a:pt x="116635" y="5088"/>
                    <a:pt x="115514" y="4664"/>
                  </a:cubicBezTo>
                  <a:cubicBezTo>
                    <a:pt x="112149" y="3816"/>
                    <a:pt x="103177" y="2120"/>
                    <a:pt x="96448" y="1272"/>
                  </a:cubicBezTo>
                  <a:cubicBezTo>
                    <a:pt x="90280" y="424"/>
                    <a:pt x="82990" y="0"/>
                    <a:pt x="74579" y="0"/>
                  </a:cubicBezTo>
                  <a:cubicBezTo>
                    <a:pt x="62242" y="0"/>
                    <a:pt x="51588" y="1696"/>
                    <a:pt x="42056" y="4664"/>
                  </a:cubicBezTo>
                  <a:cubicBezTo>
                    <a:pt x="33084" y="8056"/>
                    <a:pt x="25233" y="12296"/>
                    <a:pt x="19065" y="17385"/>
                  </a:cubicBezTo>
                  <a:cubicBezTo>
                    <a:pt x="12897" y="22897"/>
                    <a:pt x="7850" y="29257"/>
                    <a:pt x="5046" y="36466"/>
                  </a:cubicBezTo>
                  <a:cubicBezTo>
                    <a:pt x="1682" y="43674"/>
                    <a:pt x="0" y="51731"/>
                    <a:pt x="0" y="60212"/>
                  </a:cubicBezTo>
                  <a:cubicBezTo>
                    <a:pt x="0" y="78445"/>
                    <a:pt x="6728" y="93286"/>
                    <a:pt x="19626" y="103886"/>
                  </a:cubicBezTo>
                  <a:cubicBezTo>
                    <a:pt x="32523" y="114487"/>
                    <a:pt x="51588" y="120000"/>
                    <a:pt x="76822" y="120000"/>
                  </a:cubicBezTo>
                  <a:cubicBezTo>
                    <a:pt x="91401" y="120000"/>
                    <a:pt x="106542" y="117879"/>
                    <a:pt x="117757" y="114487"/>
                  </a:cubicBezTo>
                  <a:cubicBezTo>
                    <a:pt x="117757" y="114487"/>
                    <a:pt x="120000" y="113639"/>
                    <a:pt x="118878" y="111943"/>
                  </a:cubicBezTo>
                  <a:lnTo>
                    <a:pt x="111588" y="97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5" name="Google Shape;15;n"/>
            <p:cNvSpPr/>
            <p:nvPr/>
          </p:nvSpPr>
          <p:spPr>
            <a:xfrm>
              <a:off x="6108" y="1670"/>
              <a:ext cx="581" cy="672"/>
            </a:xfrm>
            <a:custGeom>
              <a:avLst/>
              <a:gdLst/>
              <a:ahLst/>
              <a:cxnLst/>
              <a:rect l="l" t="t" r="r" b="b"/>
              <a:pathLst>
                <a:path w="120000" h="120000" extrusionOk="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6" name="Google Shape;16;n"/>
            <p:cNvSpPr/>
            <p:nvPr/>
          </p:nvSpPr>
          <p:spPr>
            <a:xfrm>
              <a:off x="2793" y="1670"/>
              <a:ext cx="581" cy="672"/>
            </a:xfrm>
            <a:custGeom>
              <a:avLst/>
              <a:gdLst/>
              <a:ahLst/>
              <a:cxnLst/>
              <a:rect l="l" t="t" r="r" b="b"/>
              <a:pathLst>
                <a:path w="120000" h="120000" extrusionOk="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7" name="Google Shape;17;n"/>
            <p:cNvSpPr/>
            <p:nvPr/>
          </p:nvSpPr>
          <p:spPr>
            <a:xfrm>
              <a:off x="1870" y="1670"/>
              <a:ext cx="536" cy="672"/>
            </a:xfrm>
            <a:custGeom>
              <a:avLst/>
              <a:gdLst/>
              <a:ahLst/>
              <a:cxnLst/>
              <a:rect l="l" t="t" r="r" b="b"/>
              <a:pathLst>
                <a:path w="120000" h="120000" extrusionOk="0">
                  <a:moveTo>
                    <a:pt x="75066" y="44366"/>
                  </a:moveTo>
                  <a:cubicBezTo>
                    <a:pt x="71365" y="44366"/>
                    <a:pt x="66607" y="43943"/>
                    <a:pt x="60792" y="43943"/>
                  </a:cubicBezTo>
                  <a:cubicBezTo>
                    <a:pt x="52863" y="43943"/>
                    <a:pt x="44933" y="44788"/>
                    <a:pt x="38061" y="46478"/>
                  </a:cubicBezTo>
                  <a:cubicBezTo>
                    <a:pt x="30660" y="48169"/>
                    <a:pt x="24317" y="50281"/>
                    <a:pt x="18502" y="53661"/>
                  </a:cubicBezTo>
                  <a:cubicBezTo>
                    <a:pt x="12687" y="56619"/>
                    <a:pt x="8458" y="60845"/>
                    <a:pt x="5286" y="65915"/>
                  </a:cubicBezTo>
                  <a:cubicBezTo>
                    <a:pt x="2114" y="70563"/>
                    <a:pt x="0" y="76478"/>
                    <a:pt x="0" y="82816"/>
                  </a:cubicBezTo>
                  <a:cubicBezTo>
                    <a:pt x="0" y="89577"/>
                    <a:pt x="1585" y="95070"/>
                    <a:pt x="4229" y="99718"/>
                  </a:cubicBezTo>
                  <a:cubicBezTo>
                    <a:pt x="7400" y="104366"/>
                    <a:pt x="11101" y="108169"/>
                    <a:pt x="16387" y="111126"/>
                  </a:cubicBezTo>
                  <a:cubicBezTo>
                    <a:pt x="21674" y="114084"/>
                    <a:pt x="28017" y="116619"/>
                    <a:pt x="35418" y="117887"/>
                  </a:cubicBezTo>
                  <a:cubicBezTo>
                    <a:pt x="42819" y="119154"/>
                    <a:pt x="50748" y="120000"/>
                    <a:pt x="59735" y="120000"/>
                  </a:cubicBezTo>
                  <a:cubicBezTo>
                    <a:pt x="69251" y="120000"/>
                    <a:pt x="78766" y="119154"/>
                    <a:pt x="87753" y="117887"/>
                  </a:cubicBezTo>
                  <a:cubicBezTo>
                    <a:pt x="97268" y="116619"/>
                    <a:pt x="108370" y="114929"/>
                    <a:pt x="111013" y="114507"/>
                  </a:cubicBezTo>
                  <a:cubicBezTo>
                    <a:pt x="114185" y="113661"/>
                    <a:pt x="117885" y="112816"/>
                    <a:pt x="117885" y="112816"/>
                  </a:cubicBezTo>
                  <a:cubicBezTo>
                    <a:pt x="120000" y="112394"/>
                    <a:pt x="120000" y="110704"/>
                    <a:pt x="120000" y="110704"/>
                  </a:cubicBezTo>
                  <a:cubicBezTo>
                    <a:pt x="120000" y="43098"/>
                    <a:pt x="120000" y="43098"/>
                    <a:pt x="120000" y="43098"/>
                  </a:cubicBezTo>
                  <a:cubicBezTo>
                    <a:pt x="120000" y="28309"/>
                    <a:pt x="114713" y="16901"/>
                    <a:pt x="105198" y="10140"/>
                  </a:cubicBezTo>
                  <a:cubicBezTo>
                    <a:pt x="95154" y="3380"/>
                    <a:pt x="80881" y="0"/>
                    <a:pt x="62378" y="0"/>
                  </a:cubicBezTo>
                  <a:cubicBezTo>
                    <a:pt x="55506" y="0"/>
                    <a:pt x="44405" y="845"/>
                    <a:pt x="38061" y="1690"/>
                  </a:cubicBezTo>
                  <a:cubicBezTo>
                    <a:pt x="38061" y="1690"/>
                    <a:pt x="17444" y="5070"/>
                    <a:pt x="9515" y="10140"/>
                  </a:cubicBezTo>
                  <a:cubicBezTo>
                    <a:pt x="9515" y="10140"/>
                    <a:pt x="7400" y="10985"/>
                    <a:pt x="8458" y="13098"/>
                  </a:cubicBezTo>
                  <a:cubicBezTo>
                    <a:pt x="14801" y="27042"/>
                    <a:pt x="14801" y="27042"/>
                    <a:pt x="14801" y="27042"/>
                  </a:cubicBezTo>
                  <a:cubicBezTo>
                    <a:pt x="15859" y="29154"/>
                    <a:pt x="17973" y="28309"/>
                    <a:pt x="17973" y="28309"/>
                  </a:cubicBezTo>
                  <a:cubicBezTo>
                    <a:pt x="17973" y="28309"/>
                    <a:pt x="18502" y="28309"/>
                    <a:pt x="19559" y="27887"/>
                  </a:cubicBezTo>
                  <a:cubicBezTo>
                    <a:pt x="37533" y="20281"/>
                    <a:pt x="59735" y="20281"/>
                    <a:pt x="59735" y="20281"/>
                  </a:cubicBezTo>
                  <a:cubicBezTo>
                    <a:pt x="69779" y="20281"/>
                    <a:pt x="77709" y="21971"/>
                    <a:pt x="82995" y="24929"/>
                  </a:cubicBezTo>
                  <a:cubicBezTo>
                    <a:pt x="87753" y="28309"/>
                    <a:pt x="90396" y="32957"/>
                    <a:pt x="90396" y="42676"/>
                  </a:cubicBezTo>
                  <a:cubicBezTo>
                    <a:pt x="90396" y="46056"/>
                    <a:pt x="90396" y="46056"/>
                    <a:pt x="90396" y="46056"/>
                  </a:cubicBezTo>
                  <a:cubicBezTo>
                    <a:pt x="82466" y="44788"/>
                    <a:pt x="75066" y="44366"/>
                    <a:pt x="75066" y="44366"/>
                  </a:cubicBezTo>
                  <a:close/>
                  <a:moveTo>
                    <a:pt x="38061" y="96338"/>
                  </a:moveTo>
                  <a:cubicBezTo>
                    <a:pt x="34889" y="94225"/>
                    <a:pt x="34361" y="93380"/>
                    <a:pt x="32775" y="92112"/>
                  </a:cubicBezTo>
                  <a:cubicBezTo>
                    <a:pt x="31189" y="89577"/>
                    <a:pt x="30132" y="86619"/>
                    <a:pt x="30132" y="82394"/>
                  </a:cubicBezTo>
                  <a:cubicBezTo>
                    <a:pt x="30132" y="76056"/>
                    <a:pt x="32775" y="71408"/>
                    <a:pt x="38590" y="68028"/>
                  </a:cubicBezTo>
                  <a:cubicBezTo>
                    <a:pt x="38590" y="68028"/>
                    <a:pt x="46519" y="62535"/>
                    <a:pt x="65022" y="62535"/>
                  </a:cubicBezTo>
                  <a:cubicBezTo>
                    <a:pt x="78766" y="62957"/>
                    <a:pt x="90396" y="64225"/>
                    <a:pt x="90396" y="64225"/>
                  </a:cubicBezTo>
                  <a:cubicBezTo>
                    <a:pt x="90396" y="98028"/>
                    <a:pt x="90396" y="98028"/>
                    <a:pt x="90396" y="98028"/>
                  </a:cubicBezTo>
                  <a:cubicBezTo>
                    <a:pt x="90396" y="98028"/>
                    <a:pt x="90396" y="98028"/>
                    <a:pt x="90396" y="98028"/>
                  </a:cubicBezTo>
                  <a:cubicBezTo>
                    <a:pt x="90396" y="98028"/>
                    <a:pt x="78766" y="100140"/>
                    <a:pt x="65550" y="100563"/>
                  </a:cubicBezTo>
                  <a:cubicBezTo>
                    <a:pt x="46519" y="101408"/>
                    <a:pt x="38061" y="96338"/>
                    <a:pt x="38061" y="9633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8" name="Google Shape;18;n"/>
            <p:cNvSpPr/>
            <p:nvPr/>
          </p:nvSpPr>
          <p:spPr>
            <a:xfrm>
              <a:off x="5161" y="1676"/>
              <a:ext cx="385" cy="652"/>
            </a:xfrm>
            <a:custGeom>
              <a:avLst/>
              <a:gdLst/>
              <a:ahLst/>
              <a:cxnLst/>
              <a:rect l="l" t="t" r="r" b="b"/>
              <a:pathLst>
                <a:path w="120000" h="120000" extrusionOk="0">
                  <a:moveTo>
                    <a:pt x="119263" y="5652"/>
                  </a:moveTo>
                  <a:cubicBezTo>
                    <a:pt x="120000" y="3913"/>
                    <a:pt x="118527" y="3043"/>
                    <a:pt x="117055" y="3043"/>
                  </a:cubicBezTo>
                  <a:cubicBezTo>
                    <a:pt x="114846" y="2173"/>
                    <a:pt x="104539" y="869"/>
                    <a:pt x="95705" y="869"/>
                  </a:cubicBezTo>
                  <a:cubicBezTo>
                    <a:pt x="79509" y="0"/>
                    <a:pt x="70674" y="1739"/>
                    <a:pt x="62576" y="3913"/>
                  </a:cubicBezTo>
                  <a:cubicBezTo>
                    <a:pt x="54478" y="6086"/>
                    <a:pt x="45644" y="9565"/>
                    <a:pt x="40490" y="13478"/>
                  </a:cubicBezTo>
                  <a:cubicBezTo>
                    <a:pt x="40490" y="3913"/>
                    <a:pt x="40490" y="3913"/>
                    <a:pt x="40490" y="3913"/>
                  </a:cubicBezTo>
                  <a:cubicBezTo>
                    <a:pt x="40490" y="2608"/>
                    <a:pt x="39018" y="1739"/>
                    <a:pt x="36809" y="1739"/>
                  </a:cubicBezTo>
                  <a:cubicBezTo>
                    <a:pt x="3680" y="1739"/>
                    <a:pt x="3680" y="1739"/>
                    <a:pt x="3680" y="1739"/>
                  </a:cubicBezTo>
                  <a:cubicBezTo>
                    <a:pt x="2208" y="1739"/>
                    <a:pt x="0" y="2608"/>
                    <a:pt x="0" y="3913"/>
                  </a:cubicBezTo>
                  <a:cubicBezTo>
                    <a:pt x="0" y="117391"/>
                    <a:pt x="0" y="117391"/>
                    <a:pt x="0" y="117391"/>
                  </a:cubicBezTo>
                  <a:cubicBezTo>
                    <a:pt x="0" y="118695"/>
                    <a:pt x="2208" y="120000"/>
                    <a:pt x="4417" y="120000"/>
                  </a:cubicBezTo>
                  <a:cubicBezTo>
                    <a:pt x="38282" y="120000"/>
                    <a:pt x="38282" y="120000"/>
                    <a:pt x="38282" y="120000"/>
                  </a:cubicBezTo>
                  <a:cubicBezTo>
                    <a:pt x="40490" y="120000"/>
                    <a:pt x="41963" y="118695"/>
                    <a:pt x="41963" y="117391"/>
                  </a:cubicBezTo>
                  <a:cubicBezTo>
                    <a:pt x="41963" y="60869"/>
                    <a:pt x="41963" y="60869"/>
                    <a:pt x="41963" y="60869"/>
                  </a:cubicBezTo>
                  <a:cubicBezTo>
                    <a:pt x="41963" y="53478"/>
                    <a:pt x="43435" y="45652"/>
                    <a:pt x="46380" y="40869"/>
                  </a:cubicBezTo>
                  <a:cubicBezTo>
                    <a:pt x="49325" y="36086"/>
                    <a:pt x="53006" y="32608"/>
                    <a:pt x="57423" y="29565"/>
                  </a:cubicBezTo>
                  <a:cubicBezTo>
                    <a:pt x="62576" y="26956"/>
                    <a:pt x="67730" y="25217"/>
                    <a:pt x="73619" y="23913"/>
                  </a:cubicBezTo>
                  <a:cubicBezTo>
                    <a:pt x="79509" y="23043"/>
                    <a:pt x="86134" y="22608"/>
                    <a:pt x="90552" y="22608"/>
                  </a:cubicBezTo>
                  <a:cubicBezTo>
                    <a:pt x="97177" y="22608"/>
                    <a:pt x="104539" y="23478"/>
                    <a:pt x="104539" y="23478"/>
                  </a:cubicBezTo>
                  <a:cubicBezTo>
                    <a:pt x="107484" y="23913"/>
                    <a:pt x="108957" y="23043"/>
                    <a:pt x="109693" y="21739"/>
                  </a:cubicBezTo>
                  <a:cubicBezTo>
                    <a:pt x="111901" y="18260"/>
                    <a:pt x="117791" y="7826"/>
                    <a:pt x="119263" y="565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19" name="Google Shape;19;n"/>
            <p:cNvSpPr/>
            <p:nvPr/>
          </p:nvSpPr>
          <p:spPr>
            <a:xfrm>
              <a:off x="3806" y="1406"/>
              <a:ext cx="727" cy="1218"/>
            </a:xfrm>
            <a:custGeom>
              <a:avLst/>
              <a:gdLst/>
              <a:ahLst/>
              <a:cxnLst/>
              <a:rect l="l" t="t" r="r" b="b"/>
              <a:pathLst>
                <a:path w="120000" h="120000" extrusionOk="0">
                  <a:moveTo>
                    <a:pt x="118051" y="1398"/>
                  </a:moveTo>
                  <a:cubicBezTo>
                    <a:pt x="116103" y="932"/>
                    <a:pt x="114155" y="699"/>
                    <a:pt x="111428" y="466"/>
                  </a:cubicBezTo>
                  <a:cubicBezTo>
                    <a:pt x="108701" y="233"/>
                    <a:pt x="105584" y="0"/>
                    <a:pt x="102077" y="0"/>
                  </a:cubicBezTo>
                  <a:cubicBezTo>
                    <a:pt x="90000" y="0"/>
                    <a:pt x="80259" y="2097"/>
                    <a:pt x="73246" y="6291"/>
                  </a:cubicBezTo>
                  <a:cubicBezTo>
                    <a:pt x="66623" y="10252"/>
                    <a:pt x="61948" y="16543"/>
                    <a:pt x="59610" y="24699"/>
                  </a:cubicBezTo>
                  <a:cubicBezTo>
                    <a:pt x="58831" y="27495"/>
                    <a:pt x="58831" y="27495"/>
                    <a:pt x="58831" y="27495"/>
                  </a:cubicBezTo>
                  <a:cubicBezTo>
                    <a:pt x="43246" y="27495"/>
                    <a:pt x="43246" y="27495"/>
                    <a:pt x="43246" y="27495"/>
                  </a:cubicBezTo>
                  <a:cubicBezTo>
                    <a:pt x="43246" y="27495"/>
                    <a:pt x="41298" y="27495"/>
                    <a:pt x="40909" y="28660"/>
                  </a:cubicBezTo>
                  <a:cubicBezTo>
                    <a:pt x="38571" y="37048"/>
                    <a:pt x="38571" y="37048"/>
                    <a:pt x="38571" y="37048"/>
                  </a:cubicBezTo>
                  <a:cubicBezTo>
                    <a:pt x="38181" y="37980"/>
                    <a:pt x="38961" y="38446"/>
                    <a:pt x="40519" y="38446"/>
                  </a:cubicBezTo>
                  <a:cubicBezTo>
                    <a:pt x="55714" y="38446"/>
                    <a:pt x="55714" y="38446"/>
                    <a:pt x="55714" y="38446"/>
                  </a:cubicBezTo>
                  <a:cubicBezTo>
                    <a:pt x="40519" y="89475"/>
                    <a:pt x="40519" y="89475"/>
                    <a:pt x="40519" y="89475"/>
                  </a:cubicBezTo>
                  <a:cubicBezTo>
                    <a:pt x="39350" y="93669"/>
                    <a:pt x="37792" y="96932"/>
                    <a:pt x="36233" y="99495"/>
                  </a:cubicBezTo>
                  <a:cubicBezTo>
                    <a:pt x="34675" y="102058"/>
                    <a:pt x="33506" y="103922"/>
                    <a:pt x="31558" y="105320"/>
                  </a:cubicBezTo>
                  <a:cubicBezTo>
                    <a:pt x="30000" y="106718"/>
                    <a:pt x="28051" y="107650"/>
                    <a:pt x="25324" y="108116"/>
                  </a:cubicBezTo>
                  <a:cubicBezTo>
                    <a:pt x="22987" y="108582"/>
                    <a:pt x="20259" y="108815"/>
                    <a:pt x="17142" y="108815"/>
                  </a:cubicBezTo>
                  <a:cubicBezTo>
                    <a:pt x="15584" y="108815"/>
                    <a:pt x="13636" y="108815"/>
                    <a:pt x="11688" y="108582"/>
                  </a:cubicBezTo>
                  <a:cubicBezTo>
                    <a:pt x="10129" y="108349"/>
                    <a:pt x="9350" y="108116"/>
                    <a:pt x="8181" y="107883"/>
                  </a:cubicBezTo>
                  <a:cubicBezTo>
                    <a:pt x="8181" y="107883"/>
                    <a:pt x="6233" y="107417"/>
                    <a:pt x="5844" y="108582"/>
                  </a:cubicBezTo>
                  <a:cubicBezTo>
                    <a:pt x="5064" y="109281"/>
                    <a:pt x="1168" y="116038"/>
                    <a:pt x="779" y="116737"/>
                  </a:cubicBezTo>
                  <a:cubicBezTo>
                    <a:pt x="0" y="117669"/>
                    <a:pt x="779" y="118135"/>
                    <a:pt x="1558" y="118368"/>
                  </a:cubicBezTo>
                  <a:cubicBezTo>
                    <a:pt x="3896" y="118834"/>
                    <a:pt x="5064" y="119067"/>
                    <a:pt x="7792" y="119533"/>
                  </a:cubicBezTo>
                  <a:cubicBezTo>
                    <a:pt x="11688" y="120000"/>
                    <a:pt x="14805" y="120000"/>
                    <a:pt x="17922" y="120000"/>
                  </a:cubicBezTo>
                  <a:cubicBezTo>
                    <a:pt x="24155" y="120000"/>
                    <a:pt x="30000" y="119533"/>
                    <a:pt x="34675" y="118601"/>
                  </a:cubicBezTo>
                  <a:cubicBezTo>
                    <a:pt x="39350" y="117436"/>
                    <a:pt x="43636" y="115572"/>
                    <a:pt x="47142" y="113242"/>
                  </a:cubicBezTo>
                  <a:cubicBezTo>
                    <a:pt x="51428" y="110679"/>
                    <a:pt x="53766" y="107883"/>
                    <a:pt x="56103" y="104155"/>
                  </a:cubicBezTo>
                  <a:cubicBezTo>
                    <a:pt x="58441" y="100427"/>
                    <a:pt x="60389" y="95766"/>
                    <a:pt x="61948" y="90407"/>
                  </a:cubicBezTo>
                  <a:cubicBezTo>
                    <a:pt x="77532" y="38446"/>
                    <a:pt x="77532" y="38446"/>
                    <a:pt x="77532" y="38446"/>
                  </a:cubicBezTo>
                  <a:cubicBezTo>
                    <a:pt x="100129" y="38446"/>
                    <a:pt x="100129" y="38446"/>
                    <a:pt x="100129" y="38446"/>
                  </a:cubicBezTo>
                  <a:cubicBezTo>
                    <a:pt x="100129" y="38446"/>
                    <a:pt x="101688" y="38446"/>
                    <a:pt x="102077" y="37281"/>
                  </a:cubicBezTo>
                  <a:cubicBezTo>
                    <a:pt x="104805" y="28660"/>
                    <a:pt x="104805" y="28660"/>
                    <a:pt x="104805" y="28660"/>
                  </a:cubicBezTo>
                  <a:cubicBezTo>
                    <a:pt x="104805" y="27961"/>
                    <a:pt x="104415" y="27495"/>
                    <a:pt x="102467" y="27495"/>
                  </a:cubicBezTo>
                  <a:cubicBezTo>
                    <a:pt x="80649" y="27495"/>
                    <a:pt x="80649" y="27495"/>
                    <a:pt x="80649" y="27495"/>
                  </a:cubicBezTo>
                  <a:cubicBezTo>
                    <a:pt x="81038" y="27262"/>
                    <a:pt x="81818" y="22601"/>
                    <a:pt x="84545" y="18174"/>
                  </a:cubicBezTo>
                  <a:cubicBezTo>
                    <a:pt x="85324" y="16310"/>
                    <a:pt x="87272" y="14912"/>
                    <a:pt x="89220" y="13980"/>
                  </a:cubicBezTo>
                  <a:cubicBezTo>
                    <a:pt x="90779" y="12815"/>
                    <a:pt x="92727" y="12116"/>
                    <a:pt x="94675" y="11883"/>
                  </a:cubicBezTo>
                  <a:cubicBezTo>
                    <a:pt x="97012" y="11417"/>
                    <a:pt x="99350" y="11184"/>
                    <a:pt x="102077" y="11184"/>
                  </a:cubicBezTo>
                  <a:cubicBezTo>
                    <a:pt x="104025" y="11184"/>
                    <a:pt x="106363" y="11184"/>
                    <a:pt x="107922" y="11417"/>
                  </a:cubicBezTo>
                  <a:cubicBezTo>
                    <a:pt x="109870" y="11650"/>
                    <a:pt x="110649" y="11883"/>
                    <a:pt x="111428" y="11883"/>
                  </a:cubicBezTo>
                  <a:cubicBezTo>
                    <a:pt x="113376" y="12349"/>
                    <a:pt x="113766" y="12116"/>
                    <a:pt x="114155" y="11417"/>
                  </a:cubicBezTo>
                  <a:cubicBezTo>
                    <a:pt x="119610" y="2796"/>
                    <a:pt x="119610" y="2796"/>
                    <a:pt x="119610" y="2796"/>
                  </a:cubicBezTo>
                  <a:cubicBezTo>
                    <a:pt x="120000" y="1864"/>
                    <a:pt x="118831" y="1398"/>
                    <a:pt x="118051" y="139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sp>
          <p:nvSpPr>
            <p:cNvPr id="20" name="Google Shape;20;n"/>
            <p:cNvSpPr/>
            <p:nvPr/>
          </p:nvSpPr>
          <p:spPr>
            <a:xfrm>
              <a:off x="2542" y="1421"/>
              <a:ext cx="132" cy="907"/>
            </a:xfrm>
            <a:custGeom>
              <a:avLst/>
              <a:gdLst/>
              <a:ahLst/>
              <a:cxnLst/>
              <a:rect l="l" t="t" r="r" b="b"/>
              <a:pathLst>
                <a:path w="120000" h="120000" extrusionOk="0">
                  <a:moveTo>
                    <a:pt x="119999" y="118125"/>
                  </a:moveTo>
                  <a:cubicBezTo>
                    <a:pt x="119999" y="119062"/>
                    <a:pt x="115714" y="120000"/>
                    <a:pt x="109285" y="120000"/>
                  </a:cubicBezTo>
                  <a:cubicBezTo>
                    <a:pt x="10714" y="120000"/>
                    <a:pt x="10714" y="120000"/>
                    <a:pt x="10714" y="120000"/>
                  </a:cubicBezTo>
                  <a:cubicBezTo>
                    <a:pt x="4285" y="120000"/>
                    <a:pt x="0" y="119062"/>
                    <a:pt x="0" y="118125"/>
                  </a:cubicBezTo>
                  <a:cubicBezTo>
                    <a:pt x="0" y="1562"/>
                    <a:pt x="0" y="1562"/>
                    <a:pt x="0" y="1562"/>
                  </a:cubicBezTo>
                  <a:cubicBezTo>
                    <a:pt x="0" y="625"/>
                    <a:pt x="4285" y="0"/>
                    <a:pt x="10714" y="0"/>
                  </a:cubicBezTo>
                  <a:cubicBezTo>
                    <a:pt x="109285" y="0"/>
                    <a:pt x="109285" y="0"/>
                    <a:pt x="109285" y="0"/>
                  </a:cubicBezTo>
                  <a:cubicBezTo>
                    <a:pt x="115714" y="0"/>
                    <a:pt x="119999" y="625"/>
                    <a:pt x="119999" y="1562"/>
                  </a:cubicBezTo>
                  <a:lnTo>
                    <a:pt x="119999" y="118125"/>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900" b="0" i="0" u="none" strike="noStrike" cap="none">
                <a:solidFill>
                  <a:schemeClr val="dk1"/>
                </a:solidFill>
                <a:latin typeface="Arial"/>
                <a:ea typeface="Arial"/>
                <a:cs typeface="Arial"/>
                <a:sym typeface="Arial"/>
              </a:endParaRPr>
            </a:p>
          </p:txBody>
        </p:sp>
      </p:grpSp>
      <p:cxnSp>
        <p:nvCxnSpPr>
          <p:cNvPr id="21" name="Google Shape;21;n"/>
          <p:cNvCxnSpPr/>
          <p:nvPr/>
        </p:nvCxnSpPr>
        <p:spPr>
          <a:xfrm>
            <a:off x="5832389" y="0"/>
            <a:ext cx="0" cy="469556"/>
          </a:xfrm>
          <a:prstGeom prst="straightConnector1">
            <a:avLst/>
          </a:prstGeom>
          <a:noFill/>
          <a:ln w="9525" cap="flat" cmpd="sng">
            <a:solidFill>
              <a:schemeClr val="accent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Rentokil residential pest control. The sale happens in the field: the rep inspects and quotes in the Field Service mobile app at Michael's door (316 Ridgewood Dr, Bloomingdale, IL 60108), then Revenue Cloud and Field Service run the lifecycle. Secondary story to the QuantumBit high-tech base story.</a:t>
            </a:r>
          </a:p>
          <a:p>
            <a:r>
              <a:t>Built in the rlm-base-dev repo (pest feature). Setup, data and scene details: docs/guides/pest-control-demo.md.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Michael is the customer for the whole story. He starts with a simple pest problem and, over a year, becomes a multi-service household. The plan names and prices are illustrative.</a:t>
            </a:r>
          </a:p>
          <a:p>
            <a:r>
              <a:t>Demo with a freshly seeded customer (setup_rtk_inspection_visit). The Michael Reyes account in the demo org has been used for testing and is already on Home Protection Plus.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Use this as the map. Sell happens at Michael's door. Hand off is invisible automation. Serve is every visit after that. Grow and retain is where the technician and the subscription keep and expand the household.</a:t>
            </a:r>
          </a:p>
          <a:p>
            <a:r>
              <a:t>Live, Partly live and Vision show what runs in the demo org today. Scenes 4–7 are where the Field Service managed package adds the most: automatic booking, live arrival updates, route optimization, and appointment booking.</a:t>
            </a:r>
          </a:p>
          <a:p>
            <a:r>
              <a:t>✧ Einstein marks the six scenes with an AI moment. Each one suggests and a person decides; prices never come from the model.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Be clear about what's Core and what's the package. Revenue Cloud plus Core Field Service runs the whole lifecycle. The managed package is what makes dispatch, routing, and arrival updates look the way a pest control operations leader expects. If the package isn't installed in the demo org, present Scenes 4–7 with the callouts as what the package adds.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Every AI moment is a suggestion with a person in the loop. Einstein never sets a price: plans and prices still come from the inspection rules and Michael's service zone.</a:t>
            </a:r>
          </a:p>
          <a:p>
            <a:r>
              <a:t>Each feature calls a Prompt Builder template from Apex (GPT-4o mini). With Einstein off, or if a call fails, the same cards are built from the records and the demo still runs.</a:t>
            </a:r>
          </a:p>
          <a:p>
            <a:r>
              <a:t>The billing agent's action does the math from the posted invoice lines; the agent only puts it in plain language.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Inspect, price, sign, and book the first treatment in one visit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Open on the rep's phone or tablet in the Field Service app. Michael asked for an inspection last night: ants in the kitchen, mice in the garage. This morning he's the first stop.</a:t>
            </a:r>
          </a:p>
          <a:p>
            <a:r>
              <a:t>Everything the rep needs is on the appointment: what Michael reported, his window, and his address.</a:t>
            </a:r>
          </a:p>
          <a:p>
            <a:r>
              <a:t>[LIVE] The inspection appointment on the rep's schedule (seed it with setup_rtk_inspection_visit).</a:t>
            </a:r>
          </a:p>
          <a:p>
            <a:r>
              <a:t>[VISION] Web form to lead to booked inspection, and the route map (field sales visit planning; check licensing).</a:t>
            </a:r>
          </a:p>
          <a:p>
            <a:r>
              <a:t>[EINSTEIN] Live: the visit brief at the top of Inspect &amp; Quote and Treatment, written by a prompt template from the work order, past visits, plans, open invoices and pending plan changes. Refresh regenerates it. Without Einstein the same card is built from the records and labelled From the records.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Run Inspect &amp; Quote from the inspection appointment in the Field Service app. Walk the property: each finding is an area, a pest and the evidence, with photos.</a:t>
            </a:r>
          </a:p>
          <a:p>
            <a:r>
              <a:t>Findings drive the recommendation (rodents point to Home Protection). Square footage and severity are pricing attributes, and the ZIP sets the service zone: Bloomingdale 60108 is suburb x1.00; 60140 is rural x1.20.</a:t>
            </a:r>
          </a:p>
          <a:p>
            <a:r>
              <a:t>Create quote places a priced Revenue Cloud quote and generates the Rentokil proposal PDF with the findings and photos.</a:t>
            </a:r>
          </a:p>
          <a:p>
            <a:r>
              <a:t>[EINSTEIN] Live: after a photo upload, an Einstein sees card suggests the pest, evidence and severity; Review &amp; apply pre-fills the finding. In the editor, dictate with the keyboard mic and tap Fill from notes. Nothing saves until the rep does, and the plan and price still come from the rules and Michael's zone.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Michael reviews the proposal on the device: his findings, photos and price. He signs and saves a card (the card is a mock in the demo org).</a:t>
            </a:r>
          </a:p>
          <a:p>
            <a:r>
              <a:t>Booking activates the order and marks the inspection accepted. The last screen offers six open times for the first treatment; picking one schedules it and dispatches it to the technician.</a:t>
            </a:r>
          </a:p>
          <a:p>
            <a:r>
              <a:t>This is the end of the sales cycle and the start of the service relationship, in one visit.</a:t>
            </a:r>
          </a:p>
          <a:p>
            <a:r>
              <a:t>[VISION] A confirmation text to Michael.</a:t>
            </a:r>
          </a:p>
          <a:p>
            <a:r>
              <a:t>[EINSTEIN] Live: Why this plan on Review the plan, in What we found at Sign &amp; Pay, and in the proposal PDF's Why We Recommend This Plan box. Two sentences tied to the findings, with no prices or promises. It's saved on the inspection and the quote and only regenerates when the recommendation changes.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signed plan builds the first visit and every visit after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Switch to operations. Nobody re-typed the order. Orchestration split it into the first treatment and the plans.</a:t>
            </a:r>
          </a:p>
          <a:p>
            <a:r>
              <a:t>The Initial Treatment Work Order and appointment exist, already booked at the time the rep picked. Each plan is an asset that bills monthly.</a:t>
            </a:r>
          </a:p>
          <a:p>
            <a:r>
              <a:t>Initial Service billing waits on the Initial Treatment Complete milestone.</a:t>
            </a:r>
          </a:p>
          <a:p>
            <a:r>
              <a:t>[MANAGED PACKAGE] The Initial Service is booked automatically into the best open slot within 48 hours, and Michael gets his arrival window by text.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Billing starts with service, and the guarantee enforces itself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technician arrives already knowing the house: the rep's findings and photos are the treatment checklist.</a:t>
            </a:r>
          </a:p>
          <a:p>
            <a:r>
              <a:t>Find &amp; Add: they find a wasp nest, log it, and add nest removal at Michael's zone price. Michael approves on the device.</a:t>
            </a:r>
          </a:p>
          <a:p>
            <a:r>
              <a:t>Completing the treatment accomplishes the billing milestone and posts the invoice: Initial Service plus the first month of each plan. Approved add-ons are billed on their own order and invoice.</a:t>
            </a:r>
          </a:p>
          <a:p>
            <a:r>
              <a:t>[MANAGED PACKAGE] Appointment Assistant texts Michael when the technician is on the way, with live location and ETA.</a:t>
            </a:r>
          </a:p>
          <a:p>
            <a:r>
              <a:t>[EINSTEIN] Live: Ask Einstein in Find &amp; Add returns up to three extra add-ons with a reason, only from the catalog and only when the reason names a pest the product treats. Michael still approves each one. On Complete, Einstein writes a short visit summary (what was treated, what he approved, the next visit), saves it on the work order and emails it to him once.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Every quarter, the maintenance plan generates Michael's visit on its own. Dispatch sees it in the Bloomingdale route next to his neighbors.</a:t>
            </a:r>
          </a:p>
          <a:p>
            <a:r>
              <a:t>That density is where residential pest control makes money. Michael just gets a reminder text.</a:t>
            </a:r>
          </a:p>
          <a:p>
            <a:r>
              <a:t>[MANAGED PACKAGE] Optimization packs every quarterly visit into dense Bloomingdale routes and cuts drive time.</a:t>
            </a:r>
          </a:p>
          <a:p>
            <a:r>
              <a:t>[LIVE] Michael's quarterly maintenance plan and generated visits (seed with setup_rtk_grow).</a:t>
            </a:r>
          </a:p>
          <a:p>
            <a:r>
              <a:t>[VISION] Territory routing and reminder texts.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Ants come back three weeks later. That's normal, and it's what the guarantee is for.</a:t>
            </a:r>
          </a:p>
          <a:p>
            <a:r>
              <a:t>The check looks at Michael's active plan and creates a no-charge re-service. A neighbor without a plan gets a priced one-time Re-service visit, billed as its own order and invoice.</a:t>
            </a:r>
          </a:p>
          <a:p>
            <a:r>
              <a:t>Same process, the right outcome for each customer, decided by what they bought.</a:t>
            </a:r>
          </a:p>
          <a:p>
            <a:r>
              <a:t>[MANAGED PACKAGE] Appointment booking offers Michael real open windows while he's still on the phone.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Expand the household plan and keep it through every season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On a routine visit the technician finds mud tubes, logs the finding, and Change the plan recommends Termite. A wasp finding would recommend upgrading to Home Protection Plus.</a:t>
            </a:r>
          </a:p>
          <a:p>
            <a:r>
              <a:t>Michael approves on the device. Revenue Cloud amends his existing plan from tomorrow: upgrades and downgrades are recorded as such on his assets, and the invoice credits the old plan (prorated) and charges the new one.</a:t>
            </a:r>
          </a:p>
          <a:p>
            <a:r>
              <a:t>Know before you demo: changes start the next day, one change at a time per customer, and a new plan bills on its own day of the month (it doesn't co-term).</a:t>
            </a:r>
          </a:p>
          <a:p>
            <a:r>
              <a:t>[VISION] Approval by text from Michael's phone, and adding the termite inspection to his next visit.</a:t>
            </a:r>
          </a:p>
          <a:p>
            <a:r>
              <a:t>[EINSTEIN] Live: Ask Einstein in Change the plan suggests tiers or add-on plans the findings support, badged Einstein suggests with the reason. The rules' recommendation stays first, and prices come from the rules and zone. When the prorated bill arrives, the Rentokil Pest Billing Agent explains the credit and the new charge.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406400" y="696913"/>
            <a:ext cx="6196013" cy="3486150"/>
          </a:xfrm>
        </p:spPr>
      </p:sp>
      <p:sp>
        <p:nvSpPr>
          <p:cNvPr id="3" name="Notes Placeholder 2"/>
          <p:cNvSpPr>
            <a:spLocks noGrp="1"/>
          </p:cNvSpPr>
          <p:nvPr>
            <p:ph type="body" idx="1"/>
          </p:nvPr>
        </p:nvSpPr>
        <p:spPr/>
        <p:txBody>
          <a:bodyPr/>
          <a:lstStyle/>
          <a:p>
            <a:r>
              <a:t>Close on the subscription. Mosquito service pauses for the winter and comes back in April without a call.</a:t>
            </a:r>
          </a:p>
          <a:p>
            <a:r>
              <a:t>At one year, the whole plan renews with the annual adjustment. Everything we showed, from the inspection to the termite add-on, lives on this one record.</a:t>
            </a:r>
          </a:p>
          <a:p>
            <a:r>
              <a:t>[VISION] Not built yet: seasonal ramp or suspend/resume, renewal with price uplift, subscription timeline view. Today the technician can remove the Mosquito plan by hand in Change the plan.</a:t>
            </a:r>
          </a:p>
          <a:p>
            <a:r>
              <a:t>[EINSTEIN] Live: the Rentokil Pest Billing Agent (Agentforce employee agent). Ask: Why is Sam Patel's bill $366? Its action reads the posted invoice lines and returns the breakdown ($199 initial service at the treatment milestone + $65 and $69 for the first month of two plans + 10% tax = $366.30); the agent only rephrases it. It also explains plan-change credits and proration. Test it in the Agentforce panel.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Land the three outcomes in the customer's language: close faster, run every visit profitably, and keep households longer.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Status as of Oct 27, 2026 in the demo org. Setup: seed a fresh customer with setup_rtk_inspection_visit (and setup_rtk_grow for Scene 6). Demo guide: docs/guides/pest-control-demo.md in the rlm-base-dev repo.</a:t>
            </a:r>
          </a:p>
          <a:p>
            <a:r>
              <a:t>Einstein needs einstein: true (prompt templates, prepare_pest steps 1.6–1.7); the billing agent needs agents: true (steps 15–18). Without them every AI card falls back to the rules.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15.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2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3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4.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5.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7.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2.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15.png"/><Relationship Id="rId6" Type="http://schemas.openxmlformats.org/officeDocument/2006/relationships/image" Target="../media/image24.png"/><Relationship Id="rId7" Type="http://schemas.openxmlformats.org/officeDocument/2006/relationships/image" Target="../media/image25.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15.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29.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5.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9.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30.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1.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9.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jp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2.jp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jp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jp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jp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 Title Blue 1">
  <p:cSld name="TITLE_1_1">
    <p:bg>
      <p:bgPr>
        <a:solidFill>
          <a:srgbClr val="CFE9FE"/>
        </a:solidFill>
        <a:effectLst/>
      </p:bgPr>
    </p:bg>
    <p:spTree>
      <p:nvGrpSpPr>
        <p:cNvPr id="1" name="Shape 25"/>
        <p:cNvGrpSpPr/>
        <p:nvPr/>
      </p:nvGrpSpPr>
      <p:grpSpPr>
        <a:xfrm>
          <a:off x="0" y="0"/>
          <a:ext cx="0" cy="0"/>
          <a:chOff x="0" y="0"/>
          <a:chExt cx="0" cy="0"/>
        </a:xfrm>
      </p:grpSpPr>
      <p:pic>
        <p:nvPicPr>
          <p:cNvPr id="26" name="Google Shape;26;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7" name="Google Shape;27;p2"/>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28" name="Google Shape;28;p2"/>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29" name="Google Shape;29;p2"/>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30" name="Google Shape;30;p2" descr="pasted-movie.png"/>
          <p:cNvPicPr preferRelativeResize="0"/>
          <p:nvPr/>
        </p:nvPicPr>
        <p:blipFill rotWithShape="1">
          <a:blip r:embed="rId3">
            <a:alphaModFix/>
          </a:blip>
          <a:srcRect/>
          <a:stretch/>
        </p:blipFill>
        <p:spPr>
          <a:xfrm>
            <a:off x="12011024" y="3457128"/>
            <a:ext cx="4817111" cy="3372700"/>
          </a:xfrm>
          <a:prstGeom prst="rect">
            <a:avLst/>
          </a:prstGeom>
          <a:noFill/>
          <a:ln>
            <a:noFill/>
          </a:ln>
        </p:spPr>
      </p:pic>
      <p:pic>
        <p:nvPicPr>
          <p:cNvPr id="31" name="Google Shape;31;p2" title="BE-MVP-Icon-Spark_Redux_V3_STRAIGHT_yellow.png"/>
          <p:cNvPicPr preferRelativeResize="0"/>
          <p:nvPr/>
        </p:nvPicPr>
        <p:blipFill rotWithShape="1">
          <a:blip r:embed="rId4">
            <a:alphaModFix/>
          </a:blip>
          <a:srcRect t="2562" b="2562"/>
          <a:stretch/>
        </p:blipFill>
        <p:spPr>
          <a:xfrm>
            <a:off x="11999699" y="7352501"/>
            <a:ext cx="881350" cy="892624"/>
          </a:xfrm>
          <a:prstGeom prst="rect">
            <a:avLst/>
          </a:prstGeom>
          <a:noFill/>
          <a:ln>
            <a:noFill/>
          </a:ln>
        </p:spPr>
      </p:pic>
      <p:pic>
        <p:nvPicPr>
          <p:cNvPr id="32" name="Google Shape;32;p2" title="BE-MVP-Icon-Spark_Redux_V3_STRAIGHT_yellow.png"/>
          <p:cNvPicPr preferRelativeResize="0"/>
          <p:nvPr/>
        </p:nvPicPr>
        <p:blipFill rotWithShape="1">
          <a:blip r:embed="rId4">
            <a:alphaModFix/>
          </a:blip>
          <a:srcRect t="2562" b="2562"/>
          <a:stretch/>
        </p:blipFill>
        <p:spPr>
          <a:xfrm>
            <a:off x="11352437" y="7313993"/>
            <a:ext cx="361974" cy="366603"/>
          </a:xfrm>
          <a:prstGeom prst="rect">
            <a:avLst/>
          </a:prstGeom>
          <a:noFill/>
          <a:ln>
            <a:noFill/>
          </a:ln>
        </p:spPr>
      </p:pic>
      <p:pic>
        <p:nvPicPr>
          <p:cNvPr id="33" name="Google Shape;33;p2" title="BE-MVP-Icon-Spark_Redux_V3_STRAIGHT_yellow.png"/>
          <p:cNvPicPr preferRelativeResize="0"/>
          <p:nvPr/>
        </p:nvPicPr>
        <p:blipFill rotWithShape="1">
          <a:blip r:embed="rId4">
            <a:alphaModFix/>
          </a:blip>
          <a:srcRect t="2562" b="2562"/>
          <a:stretch/>
        </p:blipFill>
        <p:spPr>
          <a:xfrm>
            <a:off x="12677254" y="6820652"/>
            <a:ext cx="229750" cy="232700"/>
          </a:xfrm>
          <a:prstGeom prst="rect">
            <a:avLst/>
          </a:prstGeom>
          <a:noFill/>
          <a:ln>
            <a:noFill/>
          </a:ln>
        </p:spPr>
      </p:pic>
      <p:pic>
        <p:nvPicPr>
          <p:cNvPr id="34" name="Google Shape;34;p2" title="BE-MVP-Icon-Spark_Redux_V3_STRAIGHT_yellow.png"/>
          <p:cNvPicPr preferRelativeResize="0"/>
          <p:nvPr/>
        </p:nvPicPr>
        <p:blipFill rotWithShape="1">
          <a:blip r:embed="rId4">
            <a:alphaModFix/>
          </a:blip>
          <a:srcRect t="2562" b="2562"/>
          <a:stretch/>
        </p:blipFill>
        <p:spPr>
          <a:xfrm>
            <a:off x="15709439" y="3054244"/>
            <a:ext cx="163720" cy="165815"/>
          </a:xfrm>
          <a:prstGeom prst="rect">
            <a:avLst/>
          </a:prstGeom>
          <a:noFill/>
          <a:ln>
            <a:noFill/>
          </a:ln>
        </p:spPr>
      </p:pic>
      <p:pic>
        <p:nvPicPr>
          <p:cNvPr id="35" name="Google Shape;35;p2" title="BE-MVP-Icon-Spark_Redux_V3_STRAIGHT_yellow.png"/>
          <p:cNvPicPr preferRelativeResize="0"/>
          <p:nvPr/>
        </p:nvPicPr>
        <p:blipFill rotWithShape="1">
          <a:blip r:embed="rId4">
            <a:alphaModFix/>
          </a:blip>
          <a:srcRect t="2562" b="2562"/>
          <a:stretch/>
        </p:blipFill>
        <p:spPr>
          <a:xfrm>
            <a:off x="16388567" y="2606039"/>
            <a:ext cx="558052" cy="565190"/>
          </a:xfrm>
          <a:prstGeom prst="rect">
            <a:avLst/>
          </a:prstGeom>
          <a:noFill/>
          <a:ln>
            <a:noFill/>
          </a:ln>
        </p:spPr>
      </p:pic>
      <p:pic>
        <p:nvPicPr>
          <p:cNvPr id="36" name="Google Shape;36;p2" title="BE-MVP-Icon-Spark_Redux_V3_STRAIGHT_yellow.png"/>
          <p:cNvPicPr preferRelativeResize="0"/>
          <p:nvPr/>
        </p:nvPicPr>
        <p:blipFill rotWithShape="1">
          <a:blip r:embed="rId4">
            <a:alphaModFix/>
          </a:blip>
          <a:srcRect t="2562" b="2562"/>
          <a:stretch/>
        </p:blipFill>
        <p:spPr>
          <a:xfrm>
            <a:off x="16208965" y="3413439"/>
            <a:ext cx="311470" cy="315455"/>
          </a:xfrm>
          <a:prstGeom prst="rect">
            <a:avLst/>
          </a:prstGeom>
          <a:noFill/>
          <a:ln>
            <a:noFill/>
          </a:ln>
        </p:spPr>
      </p:pic>
      <p:pic>
        <p:nvPicPr>
          <p:cNvPr id="37" name="Google Shape;37;p2" descr="HDD_ATH_SALESFORCE_ICON_AGENTFORCE_V3_R2 3.png"/>
          <p:cNvPicPr preferRelativeResize="0"/>
          <p:nvPr/>
        </p:nvPicPr>
        <p:blipFill rotWithShape="1">
          <a:blip r:embed="rId5">
            <a:alphaModFix/>
          </a:blip>
          <a:srcRect/>
          <a:stretch/>
        </p:blipFill>
        <p:spPr>
          <a:xfrm rot="-2797284" flipH="1">
            <a:off x="11241726" y="6097162"/>
            <a:ext cx="1140444" cy="11315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4 Title Blue 2">
  <p:cSld name="TITLE_1_1_1">
    <p:bg>
      <p:bgPr>
        <a:solidFill>
          <a:srgbClr val="CFE9FE"/>
        </a:solidFill>
        <a:effectLst/>
      </p:bgPr>
    </p:bg>
    <p:spTree>
      <p:nvGrpSpPr>
        <p:cNvPr id="1" name="Shape 38"/>
        <p:cNvGrpSpPr/>
        <p:nvPr/>
      </p:nvGrpSpPr>
      <p:grpSpPr>
        <a:xfrm>
          <a:off x="0" y="0"/>
          <a:ext cx="0" cy="0"/>
          <a:chOff x="0" y="0"/>
          <a:chExt cx="0" cy="0"/>
        </a:xfrm>
      </p:grpSpPr>
      <p:pic>
        <p:nvPicPr>
          <p:cNvPr id="39" name="Google Shape;39;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 name="Google Shape;40;p3"/>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41" name="Google Shape;41;p3"/>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42" name="Google Shape;42;p3"/>
          <p:cNvSpPr txBox="1">
            <a:spLocks noGrp="1"/>
          </p:cNvSpPr>
          <p:nvPr>
            <p:ph type="subTitle" idx="2"/>
          </p:nvPr>
        </p:nvSpPr>
        <p:spPr>
          <a:xfrm>
            <a:off x="857250" y="8041005"/>
            <a:ext cx="9701100" cy="1161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3" name="Google Shape;43;p3" descr="HDD_ATH_SALESFORCE_ICON_AGENTFORCE_V3_R2 3.png"/>
          <p:cNvPicPr preferRelativeResize="0"/>
          <p:nvPr/>
        </p:nvPicPr>
        <p:blipFill rotWithShape="1">
          <a:blip r:embed="rId3">
            <a:alphaModFix/>
          </a:blip>
          <a:srcRect/>
          <a:stretch/>
        </p:blipFill>
        <p:spPr>
          <a:xfrm rot="-1860002" flipH="1">
            <a:off x="12098632" y="3109020"/>
            <a:ext cx="1315298" cy="1305043"/>
          </a:xfrm>
          <a:prstGeom prst="rect">
            <a:avLst/>
          </a:prstGeom>
          <a:noFill/>
          <a:ln>
            <a:noFill/>
          </a:ln>
        </p:spPr>
      </p:pic>
      <p:pic>
        <p:nvPicPr>
          <p:cNvPr id="44" name="Google Shape;44;p3" title="BE-MVP-Icon-Spark_Redux_V3_STRAIGHT_yellow.png"/>
          <p:cNvPicPr preferRelativeResize="0"/>
          <p:nvPr/>
        </p:nvPicPr>
        <p:blipFill rotWithShape="1">
          <a:blip r:embed="rId4">
            <a:alphaModFix/>
          </a:blip>
          <a:srcRect t="2562" b="2562"/>
          <a:stretch/>
        </p:blipFill>
        <p:spPr>
          <a:xfrm>
            <a:off x="12169574" y="5677399"/>
            <a:ext cx="849924" cy="860774"/>
          </a:xfrm>
          <a:prstGeom prst="rect">
            <a:avLst/>
          </a:prstGeom>
          <a:noFill/>
          <a:ln>
            <a:noFill/>
          </a:ln>
        </p:spPr>
      </p:pic>
      <p:pic>
        <p:nvPicPr>
          <p:cNvPr id="45" name="Google Shape;45;p3" title="BE-MVP-Icon-Spark_Redux_V3_STRAIGHT_yellow.png"/>
          <p:cNvPicPr preferRelativeResize="0"/>
          <p:nvPr/>
        </p:nvPicPr>
        <p:blipFill rotWithShape="1">
          <a:blip r:embed="rId4">
            <a:alphaModFix/>
          </a:blip>
          <a:srcRect t="2562" b="2562"/>
          <a:stretch/>
        </p:blipFill>
        <p:spPr>
          <a:xfrm>
            <a:off x="11683785" y="5410304"/>
            <a:ext cx="361974" cy="366603"/>
          </a:xfrm>
          <a:prstGeom prst="rect">
            <a:avLst/>
          </a:prstGeom>
          <a:noFill/>
          <a:ln>
            <a:noFill/>
          </a:ln>
        </p:spPr>
      </p:pic>
      <p:pic>
        <p:nvPicPr>
          <p:cNvPr id="46" name="Google Shape;46;p3" title="BE-MVP-Icon-Spark_Redux_V3_STRAIGHT_yellow.png"/>
          <p:cNvPicPr preferRelativeResize="0"/>
          <p:nvPr/>
        </p:nvPicPr>
        <p:blipFill rotWithShape="1">
          <a:blip r:embed="rId4">
            <a:alphaModFix/>
          </a:blip>
          <a:srcRect t="2562" b="2562"/>
          <a:stretch/>
        </p:blipFill>
        <p:spPr>
          <a:xfrm>
            <a:off x="12512681" y="4887938"/>
            <a:ext cx="163720" cy="165815"/>
          </a:xfrm>
          <a:prstGeom prst="rect">
            <a:avLst/>
          </a:prstGeom>
          <a:noFill/>
          <a:ln>
            <a:noFill/>
          </a:ln>
        </p:spPr>
      </p:pic>
      <p:pic>
        <p:nvPicPr>
          <p:cNvPr id="47" name="Google Shape;47;p3" title="BE-MVP-Icon-Spark_Redux_V3_STRAIGHT_yellow.png"/>
          <p:cNvPicPr preferRelativeResize="0"/>
          <p:nvPr/>
        </p:nvPicPr>
        <p:blipFill rotWithShape="1">
          <a:blip r:embed="rId4">
            <a:alphaModFix/>
          </a:blip>
          <a:srcRect t="2562" b="2562"/>
          <a:stretch/>
        </p:blipFill>
        <p:spPr>
          <a:xfrm>
            <a:off x="16649310" y="2072510"/>
            <a:ext cx="520500" cy="527159"/>
          </a:xfrm>
          <a:prstGeom prst="rect">
            <a:avLst/>
          </a:prstGeom>
          <a:noFill/>
          <a:ln>
            <a:noFill/>
          </a:ln>
        </p:spPr>
      </p:pic>
      <p:pic>
        <p:nvPicPr>
          <p:cNvPr id="48" name="Google Shape;48;p3" title="BE-MVP-Icon-Spark_Redux_V3_STRAIGHT_yellow.png"/>
          <p:cNvPicPr preferRelativeResize="0"/>
          <p:nvPr/>
        </p:nvPicPr>
        <p:blipFill rotWithShape="1">
          <a:blip r:embed="rId4">
            <a:alphaModFix/>
          </a:blip>
          <a:srcRect t="2562" b="2562"/>
          <a:stretch/>
        </p:blipFill>
        <p:spPr>
          <a:xfrm>
            <a:off x="16018376" y="3322148"/>
            <a:ext cx="278050" cy="281607"/>
          </a:xfrm>
          <a:prstGeom prst="rect">
            <a:avLst/>
          </a:prstGeom>
          <a:noFill/>
          <a:ln>
            <a:noFill/>
          </a:ln>
        </p:spPr>
      </p:pic>
      <p:pic>
        <p:nvPicPr>
          <p:cNvPr id="49" name="Google Shape;49;p3" title="BE-MVP-Icon-Spark_Redux_V3_STRAIGHT_yellow.png"/>
          <p:cNvPicPr preferRelativeResize="0"/>
          <p:nvPr/>
        </p:nvPicPr>
        <p:blipFill rotWithShape="1">
          <a:blip r:embed="rId4">
            <a:alphaModFix/>
          </a:blip>
          <a:srcRect t="2562" b="2562"/>
          <a:stretch/>
        </p:blipFill>
        <p:spPr>
          <a:xfrm>
            <a:off x="17311114" y="3570502"/>
            <a:ext cx="163720" cy="165815"/>
          </a:xfrm>
          <a:prstGeom prst="rect">
            <a:avLst/>
          </a:prstGeom>
          <a:noFill/>
          <a:ln>
            <a:noFill/>
          </a:ln>
        </p:spPr>
      </p:pic>
      <p:pic>
        <p:nvPicPr>
          <p:cNvPr id="50" name="Google Shape;50;p3"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51" name="Google Shape;51;p3"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id="52" name="Google Shape;52;p3" descr="Group"/>
          <p:cNvPicPr preferRelativeResize="0"/>
          <p:nvPr/>
        </p:nvPicPr>
        <p:blipFill rotWithShape="1">
          <a:blip r:embed="rId7">
            <a:alphaModFix/>
          </a:blip>
          <a:srcRect/>
          <a:stretch/>
        </p:blipFill>
        <p:spPr>
          <a:xfrm>
            <a:off x="13740739" y="6261646"/>
            <a:ext cx="2630294" cy="1841599"/>
          </a:xfrm>
          <a:prstGeom prst="rect">
            <a:avLst/>
          </a:prstGeom>
          <a:noFill/>
          <a:ln>
            <a:noFill/>
          </a:ln>
        </p:spPr>
      </p:pic>
      <p:pic>
        <p:nvPicPr>
          <p:cNvPr id="53" name="Google Shape;53;p3" title="Astro_trailblazer_hand.png"/>
          <p:cNvPicPr preferRelativeResize="0"/>
          <p:nvPr/>
        </p:nvPicPr>
        <p:blipFill rotWithShape="1">
          <a:blip r:embed="rId8">
            <a:alphaModFix/>
          </a:blip>
          <a:srcRect t="32108" b="32105"/>
          <a:stretch/>
        </p:blipFill>
        <p:spPr>
          <a:xfrm>
            <a:off x="13642850" y="5328124"/>
            <a:ext cx="3164001" cy="1841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5 Title Blue 3">
  <p:cSld name="TITLE_1_1_1_1">
    <p:bg>
      <p:bgPr>
        <a:solidFill>
          <a:schemeClr val="lt1"/>
        </a:solidFill>
        <a:effectLst/>
      </p:bgPr>
    </p:bg>
    <p:spTree>
      <p:nvGrpSpPr>
        <p:cNvPr id="1" name="Shape 54"/>
        <p:cNvGrpSpPr/>
        <p:nvPr/>
      </p:nvGrpSpPr>
      <p:grpSpPr>
        <a:xfrm>
          <a:off x="0" y="0"/>
          <a:ext cx="0" cy="0"/>
          <a:chOff x="0" y="0"/>
          <a:chExt cx="0" cy="0"/>
        </a:xfrm>
      </p:grpSpPr>
      <p:pic>
        <p:nvPicPr>
          <p:cNvPr id="55" name="Google Shape;55;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6" name="Google Shape;56;p4"/>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57" name="Google Shape;57;p4"/>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58" name="Google Shape;58;p4"/>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59" name="Google Shape;59;p4" title="BE-MVP-Icon-Spark_Redux_V3_STRAIGHT_yellow.png"/>
          <p:cNvPicPr preferRelativeResize="0"/>
          <p:nvPr/>
        </p:nvPicPr>
        <p:blipFill rotWithShape="1">
          <a:blip r:embed="rId3">
            <a:alphaModFix/>
          </a:blip>
          <a:srcRect t="2562" b="2562"/>
          <a:stretch/>
        </p:blipFill>
        <p:spPr>
          <a:xfrm>
            <a:off x="16803188" y="3061574"/>
            <a:ext cx="520500" cy="527159"/>
          </a:xfrm>
          <a:prstGeom prst="rect">
            <a:avLst/>
          </a:prstGeom>
          <a:noFill/>
          <a:ln>
            <a:noFill/>
          </a:ln>
        </p:spPr>
      </p:pic>
      <p:pic>
        <p:nvPicPr>
          <p:cNvPr id="60" name="Google Shape;60;p4" title="BE-MVP-Icon-Spark_Redux_V3_STRAIGHT_yellow.png"/>
          <p:cNvPicPr preferRelativeResize="0"/>
          <p:nvPr/>
        </p:nvPicPr>
        <p:blipFill rotWithShape="1">
          <a:blip r:embed="rId3">
            <a:alphaModFix/>
          </a:blip>
          <a:srcRect t="2562" b="2562"/>
          <a:stretch/>
        </p:blipFill>
        <p:spPr>
          <a:xfrm>
            <a:off x="16552686" y="2519441"/>
            <a:ext cx="165422" cy="167540"/>
          </a:xfrm>
          <a:prstGeom prst="rect">
            <a:avLst/>
          </a:prstGeom>
          <a:noFill/>
          <a:ln>
            <a:noFill/>
          </a:ln>
        </p:spPr>
      </p:pic>
      <p:pic>
        <p:nvPicPr>
          <p:cNvPr id="61" name="Google Shape;61;p4" title="BE-MVP-Icon-Spark_Redux_V3_STRAIGHT_yellow.png"/>
          <p:cNvPicPr preferRelativeResize="0"/>
          <p:nvPr/>
        </p:nvPicPr>
        <p:blipFill rotWithShape="1">
          <a:blip r:embed="rId3">
            <a:alphaModFix/>
          </a:blip>
          <a:srcRect t="2562" b="2562"/>
          <a:stretch/>
        </p:blipFill>
        <p:spPr>
          <a:xfrm>
            <a:off x="16120706" y="3550202"/>
            <a:ext cx="334876" cy="339162"/>
          </a:xfrm>
          <a:prstGeom prst="rect">
            <a:avLst/>
          </a:prstGeom>
          <a:noFill/>
          <a:ln>
            <a:noFill/>
          </a:ln>
        </p:spPr>
      </p:pic>
      <p:pic>
        <p:nvPicPr>
          <p:cNvPr id="62" name="Google Shape;62;p4" title="BE-MVP-Icon-Spark_Redux_V3_STRAIGHT_yellow.png"/>
          <p:cNvPicPr preferRelativeResize="0"/>
          <p:nvPr/>
        </p:nvPicPr>
        <p:blipFill rotWithShape="1">
          <a:blip r:embed="rId3">
            <a:alphaModFix/>
          </a:blip>
          <a:srcRect t="2562" b="2562"/>
          <a:stretch/>
        </p:blipFill>
        <p:spPr>
          <a:xfrm>
            <a:off x="12652252" y="7070325"/>
            <a:ext cx="276298" cy="279832"/>
          </a:xfrm>
          <a:prstGeom prst="rect">
            <a:avLst/>
          </a:prstGeom>
          <a:noFill/>
          <a:ln>
            <a:noFill/>
          </a:ln>
        </p:spPr>
      </p:pic>
      <p:pic>
        <p:nvPicPr>
          <p:cNvPr id="63" name="Google Shape;63;p4" title="BE-MVP-Icon-Spark_Redux_V3_STRAIGHT_yellow.png"/>
          <p:cNvPicPr preferRelativeResize="0"/>
          <p:nvPr/>
        </p:nvPicPr>
        <p:blipFill rotWithShape="1">
          <a:blip r:embed="rId3">
            <a:alphaModFix/>
          </a:blip>
          <a:srcRect t="2562" b="2562"/>
          <a:stretch/>
        </p:blipFill>
        <p:spPr>
          <a:xfrm>
            <a:off x="12276456" y="6848057"/>
            <a:ext cx="165424" cy="167540"/>
          </a:xfrm>
          <a:prstGeom prst="rect">
            <a:avLst/>
          </a:prstGeom>
          <a:noFill/>
          <a:ln>
            <a:noFill/>
          </a:ln>
        </p:spPr>
      </p:pic>
      <p:pic>
        <p:nvPicPr>
          <p:cNvPr id="64" name="Google Shape;64;p4" descr="pasted-movie.png"/>
          <p:cNvPicPr preferRelativeResize="0"/>
          <p:nvPr/>
        </p:nvPicPr>
        <p:blipFill rotWithShape="1">
          <a:blip r:embed="rId4">
            <a:alphaModFix/>
          </a:blip>
          <a:srcRect/>
          <a:stretch/>
        </p:blipFill>
        <p:spPr>
          <a:xfrm>
            <a:off x="11739265" y="4619864"/>
            <a:ext cx="2875881" cy="2013548"/>
          </a:xfrm>
          <a:prstGeom prst="rect">
            <a:avLst/>
          </a:prstGeom>
          <a:noFill/>
          <a:ln>
            <a:noFill/>
          </a:ln>
        </p:spPr>
      </p:pic>
      <p:pic>
        <p:nvPicPr>
          <p:cNvPr id="65" name="Google Shape;65;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66" name="Google Shape;66;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5 Title Blue 4">
  <p:cSld name="TITLE_1_1_1_1_1">
    <p:bg>
      <p:bgPr>
        <a:solidFill>
          <a:schemeClr val="lt1"/>
        </a:solidFill>
        <a:effectLst/>
      </p:bgPr>
    </p:bg>
    <p:spTree>
      <p:nvGrpSpPr>
        <p:cNvPr id="1" name="Shape 67"/>
        <p:cNvGrpSpPr/>
        <p:nvPr/>
      </p:nvGrpSpPr>
      <p:grpSpPr>
        <a:xfrm>
          <a:off x="0" y="0"/>
          <a:ext cx="0" cy="0"/>
          <a:chOff x="0" y="0"/>
          <a:chExt cx="0" cy="0"/>
        </a:xfrm>
      </p:grpSpPr>
      <p:pic>
        <p:nvPicPr>
          <p:cNvPr id="68" name="Google Shape;68;p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 name="Google Shape;69;p5"/>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70" name="Google Shape;70;p5"/>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71" name="Google Shape;71;p5"/>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 Title Blue 4 1">
  <p:cSld name="TITLE_1_1_1_1_1_2">
    <p:bg>
      <p:bgPr>
        <a:gradFill>
          <a:gsLst>
            <a:gs pos="0">
              <a:srgbClr val="02A0FF"/>
            </a:gs>
            <a:gs pos="100000">
              <a:srgbClr val="066AFE"/>
            </a:gs>
          </a:gsLst>
          <a:lin ang="5400700" scaled="0"/>
        </a:gradFill>
        <a:effectLst/>
      </p:bgPr>
    </p:bg>
    <p:spTree>
      <p:nvGrpSpPr>
        <p:cNvPr id="1" name="Shape 72"/>
        <p:cNvGrpSpPr/>
        <p:nvPr/>
      </p:nvGrpSpPr>
      <p:grpSpPr>
        <a:xfrm>
          <a:off x="0" y="0"/>
          <a:ext cx="0" cy="0"/>
          <a:chOff x="0" y="0"/>
          <a:chExt cx="0" cy="0"/>
        </a:xfrm>
      </p:grpSpPr>
      <p:sp>
        <p:nvSpPr>
          <p:cNvPr id="73" name="Google Shape;73;p6"/>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74" name="Google Shape;74;p6"/>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75" name="Google Shape;75;p6"/>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7 Basic - Blue">
  <p:cSld name="TITLE_1_1_1_1_1_1">
    <p:bg>
      <p:bgPr>
        <a:solidFill>
          <a:schemeClr val="accent6"/>
        </a:solidFill>
        <a:effectLst/>
      </p:bgPr>
    </p:bg>
    <p:spTree>
      <p:nvGrpSpPr>
        <p:cNvPr id="1" name="Shape 76"/>
        <p:cNvGrpSpPr/>
        <p:nvPr/>
      </p:nvGrpSpPr>
      <p:grpSpPr>
        <a:xfrm>
          <a:off x="0" y="0"/>
          <a:ext cx="0" cy="0"/>
          <a:chOff x="0" y="0"/>
          <a:chExt cx="0" cy="0"/>
        </a:xfrm>
      </p:grpSpPr>
      <p:sp>
        <p:nvSpPr>
          <p:cNvPr id="77" name="Google Shape;77;p7"/>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78" name="Google Shape;78;p7"/>
          <p:cNvSpPr txBox="1">
            <a:spLocks noGrp="1"/>
          </p:cNvSpPr>
          <p:nvPr>
            <p:ph type="subTitle" idx="1"/>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79" name="Google Shape;79;p7"/>
          <p:cNvSpPr txBox="1">
            <a:spLocks noGrp="1"/>
          </p:cNvSpPr>
          <p:nvPr>
            <p:ph type="body" idx="2"/>
          </p:nvPr>
        </p:nvSpPr>
        <p:spPr>
          <a:xfrm>
            <a:off x="857250" y="2814638"/>
            <a:ext cx="165735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80" name="Google Shape;80;p7"/>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81" name="Google Shape;81;p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 Basic - White">
  <p:cSld name="TITLE_1_1_1_1_1_1_3">
    <p:bg>
      <p:bgPr>
        <a:solidFill>
          <a:schemeClr val="lt1"/>
        </a:solidFill>
        <a:effectLst/>
      </p:bgPr>
    </p:bg>
    <p:spTree>
      <p:nvGrpSpPr>
        <p:cNvPr id="1" name="Shape 82"/>
        <p:cNvGrpSpPr/>
        <p:nvPr/>
      </p:nvGrpSpPr>
      <p:grpSpPr>
        <a:xfrm>
          <a:off x="0" y="0"/>
          <a:ext cx="0" cy="0"/>
          <a:chOff x="0" y="0"/>
          <a:chExt cx="0" cy="0"/>
        </a:xfrm>
      </p:grpSpPr>
      <p:sp>
        <p:nvSpPr>
          <p:cNvPr id="83" name="Google Shape;83;p8"/>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84" name="Google Shape;84;p8"/>
          <p:cNvSpPr txBox="1">
            <a:spLocks noGrp="1"/>
          </p:cNvSpPr>
          <p:nvPr>
            <p:ph type="subTitle" idx="1"/>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85" name="Google Shape;85;p8"/>
          <p:cNvSpPr txBox="1">
            <a:spLocks noGrp="1"/>
          </p:cNvSpPr>
          <p:nvPr>
            <p:ph type="body" idx="2"/>
          </p:nvPr>
        </p:nvSpPr>
        <p:spPr>
          <a:xfrm>
            <a:off x="857250" y="2814638"/>
            <a:ext cx="165735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86" name="Google Shape;86;p8"/>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87" name="Google Shape;87;p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8 Basic - Two line - Blue">
  <p:cSld name="TITLE_1_1_1_1_1_1_1">
    <p:bg>
      <p:bgPr>
        <a:solidFill>
          <a:schemeClr val="accent6"/>
        </a:solidFill>
        <a:effectLst/>
      </p:bgPr>
    </p:bg>
    <p:spTree>
      <p:nvGrpSpPr>
        <p:cNvPr id="1" name="Shape 88"/>
        <p:cNvGrpSpPr/>
        <p:nvPr/>
      </p:nvGrpSpPr>
      <p:grpSpPr>
        <a:xfrm>
          <a:off x="0" y="0"/>
          <a:ext cx="0" cy="0"/>
          <a:chOff x="0" y="0"/>
          <a:chExt cx="0" cy="0"/>
        </a:xfrm>
      </p:grpSpPr>
      <p:sp>
        <p:nvSpPr>
          <p:cNvPr id="89" name="Google Shape;89;p9"/>
          <p:cNvSpPr txBox="1">
            <a:spLocks noGrp="1"/>
          </p:cNvSpPr>
          <p:nvPr>
            <p:ph type="subTitle" idx="1"/>
          </p:nvPr>
        </p:nvSpPr>
        <p:spPr>
          <a:xfrm>
            <a:off x="868680" y="2468880"/>
            <a:ext cx="151425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90" name="Google Shape;90;p9"/>
          <p:cNvSpPr txBox="1">
            <a:spLocks noGrp="1"/>
          </p:cNvSpPr>
          <p:nvPr>
            <p:ph type="title"/>
          </p:nvPr>
        </p:nvSpPr>
        <p:spPr>
          <a:xfrm>
            <a:off x="857250" y="838200"/>
            <a:ext cx="15144900" cy="1495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91" name="Google Shape;91;p9"/>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92" name="Google Shape;92;p9"/>
          <p:cNvSpPr txBox="1">
            <a:spLocks noGrp="1"/>
          </p:cNvSpPr>
          <p:nvPr>
            <p:ph type="body" idx="3"/>
          </p:nvPr>
        </p:nvSpPr>
        <p:spPr>
          <a:xfrm>
            <a:off x="857250" y="3390900"/>
            <a:ext cx="16573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93" name="Google Shape;93;p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8 Basic - Two line 1 - White">
  <p:cSld name="TITLE_1_1_1_1_1_1_1_2">
    <p:bg>
      <p:bgPr>
        <a:solidFill>
          <a:schemeClr val="lt1"/>
        </a:solidFill>
        <a:effectLst/>
      </p:bgPr>
    </p:bg>
    <p:spTree>
      <p:nvGrpSpPr>
        <p:cNvPr id="1" name="Shape 94"/>
        <p:cNvGrpSpPr/>
        <p:nvPr/>
      </p:nvGrpSpPr>
      <p:grpSpPr>
        <a:xfrm>
          <a:off x="0" y="0"/>
          <a:ext cx="0" cy="0"/>
          <a:chOff x="0" y="0"/>
          <a:chExt cx="0" cy="0"/>
        </a:xfrm>
      </p:grpSpPr>
      <p:sp>
        <p:nvSpPr>
          <p:cNvPr id="95" name="Google Shape;95;p10"/>
          <p:cNvSpPr txBox="1">
            <a:spLocks noGrp="1"/>
          </p:cNvSpPr>
          <p:nvPr>
            <p:ph type="subTitle" idx="1"/>
          </p:nvPr>
        </p:nvSpPr>
        <p:spPr>
          <a:xfrm>
            <a:off x="868680" y="2468880"/>
            <a:ext cx="151425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96" name="Google Shape;96;p10"/>
          <p:cNvSpPr txBox="1">
            <a:spLocks noGrp="1"/>
          </p:cNvSpPr>
          <p:nvPr>
            <p:ph type="title"/>
          </p:nvPr>
        </p:nvSpPr>
        <p:spPr>
          <a:xfrm>
            <a:off x="857250" y="838200"/>
            <a:ext cx="15144900" cy="1495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97" name="Google Shape;97;p10"/>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98" name="Google Shape;98;p10"/>
          <p:cNvSpPr txBox="1">
            <a:spLocks noGrp="1"/>
          </p:cNvSpPr>
          <p:nvPr>
            <p:ph type="body" idx="3"/>
          </p:nvPr>
        </p:nvSpPr>
        <p:spPr>
          <a:xfrm>
            <a:off x="857250" y="3390900"/>
            <a:ext cx="16573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99" name="Google Shape;99;p1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9 Basic - Two column - Blue">
  <p:cSld name="TITLE_1_1_1_1_1_1_1_1">
    <p:bg>
      <p:bgPr>
        <a:solidFill>
          <a:schemeClr val="accent6"/>
        </a:solidFill>
        <a:effectLst/>
      </p:bgPr>
    </p:bg>
    <p:spTree>
      <p:nvGrpSpPr>
        <p:cNvPr id="1" name="Shape 100"/>
        <p:cNvGrpSpPr/>
        <p:nvPr/>
      </p:nvGrpSpPr>
      <p:grpSpPr>
        <a:xfrm>
          <a:off x="0" y="0"/>
          <a:ext cx="0" cy="0"/>
          <a:chOff x="0" y="0"/>
          <a:chExt cx="0" cy="0"/>
        </a:xfrm>
      </p:grpSpPr>
      <p:sp>
        <p:nvSpPr>
          <p:cNvPr id="101" name="Google Shape;101;p11"/>
          <p:cNvSpPr txBox="1">
            <a:spLocks noGrp="1"/>
          </p:cNvSpPr>
          <p:nvPr>
            <p:ph type="body" idx="1"/>
          </p:nvPr>
        </p:nvSpPr>
        <p:spPr>
          <a:xfrm>
            <a:off x="94297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02" name="Google Shape;102;p11"/>
          <p:cNvSpPr txBox="1">
            <a:spLocks noGrp="1"/>
          </p:cNvSpPr>
          <p:nvPr>
            <p:ph type="body" idx="2"/>
          </p:nvPr>
        </p:nvSpPr>
        <p:spPr>
          <a:xfrm>
            <a:off x="8572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03" name="Google Shape;103;p1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04" name="Google Shape;104;p11"/>
          <p:cNvSpPr txBox="1">
            <a:spLocks noGrp="1"/>
          </p:cNvSpPr>
          <p:nvPr>
            <p:ph type="subTitle" idx="3"/>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05" name="Google Shape;105;p11"/>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06" name="Google Shape;106;p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9 Basic - Two column - White">
  <p:cSld name="TITLE_1_1_1_1_1_1_1_1_2">
    <p:bg>
      <p:bgPr>
        <a:solidFill>
          <a:srgbClr val="FFFEFE"/>
        </a:solidFill>
        <a:effectLst/>
      </p:bgPr>
    </p:bg>
    <p:spTree>
      <p:nvGrpSpPr>
        <p:cNvPr id="1" name="Shape 107"/>
        <p:cNvGrpSpPr/>
        <p:nvPr/>
      </p:nvGrpSpPr>
      <p:grpSpPr>
        <a:xfrm>
          <a:off x="0" y="0"/>
          <a:ext cx="0" cy="0"/>
          <a:chOff x="0" y="0"/>
          <a:chExt cx="0" cy="0"/>
        </a:xfrm>
      </p:grpSpPr>
      <p:sp>
        <p:nvSpPr>
          <p:cNvPr id="108" name="Google Shape;108;p12"/>
          <p:cNvSpPr txBox="1">
            <a:spLocks noGrp="1"/>
          </p:cNvSpPr>
          <p:nvPr>
            <p:ph type="body" idx="1"/>
          </p:nvPr>
        </p:nvSpPr>
        <p:spPr>
          <a:xfrm>
            <a:off x="94297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09" name="Google Shape;109;p12"/>
          <p:cNvSpPr txBox="1">
            <a:spLocks noGrp="1"/>
          </p:cNvSpPr>
          <p:nvPr>
            <p:ph type="body" idx="2"/>
          </p:nvPr>
        </p:nvSpPr>
        <p:spPr>
          <a:xfrm>
            <a:off x="8572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10" name="Google Shape;110;p1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11" name="Google Shape;111;p12"/>
          <p:cNvSpPr txBox="1">
            <a:spLocks noGrp="1"/>
          </p:cNvSpPr>
          <p:nvPr>
            <p:ph type="subTitle" idx="3"/>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12" name="Google Shape;112;p12"/>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13" name="Google Shape;113;p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0 Basic - Three column - Blue">
  <p:cSld name="TITLE_1_1_1_1_1_1_1_1_1">
    <p:bg>
      <p:bgPr>
        <a:solidFill>
          <a:schemeClr val="accent6"/>
        </a:solidFill>
        <a:effectLst/>
      </p:bgPr>
    </p:bg>
    <p:spTree>
      <p:nvGrpSpPr>
        <p:cNvPr id="1" name="Shape 114"/>
        <p:cNvGrpSpPr/>
        <p:nvPr/>
      </p:nvGrpSpPr>
      <p:grpSpPr>
        <a:xfrm>
          <a:off x="0" y="0"/>
          <a:ext cx="0" cy="0"/>
          <a:chOff x="0" y="0"/>
          <a:chExt cx="0" cy="0"/>
        </a:xfrm>
      </p:grpSpPr>
      <p:sp>
        <p:nvSpPr>
          <p:cNvPr id="115" name="Google Shape;115;p13"/>
          <p:cNvSpPr txBox="1">
            <a:spLocks noGrp="1"/>
          </p:cNvSpPr>
          <p:nvPr>
            <p:ph type="body" idx="1"/>
          </p:nvPr>
        </p:nvSpPr>
        <p:spPr>
          <a:xfrm>
            <a:off x="85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16" name="Google Shape;116;p1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17" name="Google Shape;117;p13"/>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18" name="Google Shape;118;p13"/>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119" name="Google Shape;119;p13"/>
          <p:cNvSpPr txBox="1">
            <a:spLocks noGrp="1"/>
          </p:cNvSpPr>
          <p:nvPr>
            <p:ph type="body" idx="4"/>
          </p:nvPr>
        </p:nvSpPr>
        <p:spPr>
          <a:xfrm>
            <a:off x="6572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20" name="Google Shape;120;p13"/>
          <p:cNvSpPr txBox="1">
            <a:spLocks noGrp="1"/>
          </p:cNvSpPr>
          <p:nvPr>
            <p:ph type="body" idx="5"/>
          </p:nvPr>
        </p:nvSpPr>
        <p:spPr>
          <a:xfrm>
            <a:off x="1228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121" name="Google Shape;121;p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 Basic - Three column 1 - White">
  <p:cSld name="TITLE_1_1_1_1_1_1_1_1_1_1">
    <p:bg>
      <p:bgPr>
        <a:solidFill>
          <a:srgbClr val="FFFEFE"/>
        </a:solidFill>
        <a:effectLst/>
      </p:bgPr>
    </p:bg>
    <p:spTree>
      <p:nvGrpSpPr>
        <p:cNvPr id="1" name="Shape 122"/>
        <p:cNvGrpSpPr/>
        <p:nvPr/>
      </p:nvGrpSpPr>
      <p:grpSpPr>
        <a:xfrm>
          <a:off x="0" y="0"/>
          <a:ext cx="0" cy="0"/>
          <a:chOff x="0" y="0"/>
          <a:chExt cx="0" cy="0"/>
        </a:xfrm>
      </p:grpSpPr>
      <p:sp>
        <p:nvSpPr>
          <p:cNvPr id="123" name="Google Shape;123;p14"/>
          <p:cNvSpPr txBox="1">
            <a:spLocks noGrp="1"/>
          </p:cNvSpPr>
          <p:nvPr>
            <p:ph type="body" idx="1"/>
          </p:nvPr>
        </p:nvSpPr>
        <p:spPr>
          <a:xfrm>
            <a:off x="85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24" name="Google Shape;124;p14"/>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25" name="Google Shape;125;p14"/>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26" name="Google Shape;126;p14"/>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127" name="Google Shape;127;p14"/>
          <p:cNvSpPr txBox="1">
            <a:spLocks noGrp="1"/>
          </p:cNvSpPr>
          <p:nvPr>
            <p:ph type="body" idx="4"/>
          </p:nvPr>
        </p:nvSpPr>
        <p:spPr>
          <a:xfrm>
            <a:off x="6572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28" name="Google Shape;128;p14"/>
          <p:cNvSpPr txBox="1">
            <a:spLocks noGrp="1"/>
          </p:cNvSpPr>
          <p:nvPr>
            <p:ph type="body" idx="5"/>
          </p:nvPr>
        </p:nvSpPr>
        <p:spPr>
          <a:xfrm>
            <a:off x="1228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129" name="Google Shape;129;p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 Blank">
  <p:cSld name="CUSTOM">
    <p:bg>
      <p:bgPr>
        <a:solidFill>
          <a:schemeClr val="accent6"/>
        </a:solidFill>
        <a:effectLst/>
      </p:bgPr>
    </p:bg>
    <p:spTree>
      <p:nvGrpSpPr>
        <p:cNvPr id="1" name="Shape 13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 Logo">
  <p:cSld name="CUSTOM_1">
    <p:bg>
      <p:bgPr>
        <a:solidFill>
          <a:schemeClr val="accent6"/>
        </a:solidFill>
        <a:effectLst/>
      </p:bgPr>
    </p:bg>
    <p:spTree>
      <p:nvGrpSpPr>
        <p:cNvPr id="1" name="Shape 131"/>
        <p:cNvGrpSpPr/>
        <p:nvPr/>
      </p:nvGrpSpPr>
      <p:grpSpPr>
        <a:xfrm>
          <a:off x="0" y="0"/>
          <a:ext cx="0" cy="0"/>
          <a:chOff x="0" y="0"/>
          <a:chExt cx="0" cy="0"/>
        </a:xfrm>
      </p:grpSpPr>
      <p:pic>
        <p:nvPicPr>
          <p:cNvPr id="132" name="Google Shape;132;p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3 Image Right">
  <p:cSld name="TITLE_1_1_1_1_1_1_1_1_1_1_1_1">
    <p:bg>
      <p:bgPr>
        <a:solidFill>
          <a:schemeClr val="accent6"/>
        </a:solidFill>
        <a:effectLst/>
      </p:bgPr>
    </p:bg>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a:off x="857250" y="838200"/>
            <a:ext cx="108585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35" name="Google Shape;135;p17"/>
          <p:cNvSpPr txBox="1">
            <a:spLocks noGrp="1"/>
          </p:cNvSpPr>
          <p:nvPr>
            <p:ph type="subTitle" idx="1"/>
          </p:nvPr>
        </p:nvSpPr>
        <p:spPr>
          <a:xfrm>
            <a:off x="857250" y="2468880"/>
            <a:ext cx="10858500" cy="8571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36" name="Google Shape;136;p17"/>
          <p:cNvSpPr txBox="1">
            <a:spLocks noGrp="1"/>
          </p:cNvSpPr>
          <p:nvPr>
            <p:ph type="body" idx="2"/>
          </p:nvPr>
        </p:nvSpPr>
        <p:spPr>
          <a:xfrm>
            <a:off x="857250" y="9620250"/>
            <a:ext cx="11636100" cy="2481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137" name="Google Shape;137;p17"/>
          <p:cNvSpPr txBox="1">
            <a:spLocks noGrp="1"/>
          </p:cNvSpPr>
          <p:nvPr>
            <p:ph type="body" idx="3"/>
          </p:nvPr>
        </p:nvSpPr>
        <p:spPr>
          <a:xfrm>
            <a:off x="857250" y="3399472"/>
            <a:ext cx="10858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138" name="Google Shape;138;p17"/>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39" name="Google Shape;139;p17"/>
          <p:cNvSpPr>
            <a:spLocks noGrp="1"/>
          </p:cNvSpPr>
          <p:nvPr>
            <p:ph type="pic" idx="4"/>
          </p:nvPr>
        </p:nvSpPr>
        <p:spPr>
          <a:xfrm>
            <a:off x="12287250" y="855345"/>
            <a:ext cx="5142600" cy="7728600"/>
          </a:xfrm>
          <a:prstGeom prst="roundRect">
            <a:avLst>
              <a:gd name="adj" fmla="val 7640"/>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 Large Image Right">
  <p:cSld name="TITLE_1_1_1_1_1_1_1_1_1_1_1_1_1_1_1">
    <p:bg>
      <p:bgPr>
        <a:solidFill>
          <a:schemeClr val="accent6"/>
        </a:solidFill>
        <a:effectLst/>
      </p:bgPr>
    </p:bg>
    <p:spTree>
      <p:nvGrpSpPr>
        <p:cNvPr id="1" name="Shape 140"/>
        <p:cNvGrpSpPr/>
        <p:nvPr/>
      </p:nvGrpSpPr>
      <p:grpSpPr>
        <a:xfrm>
          <a:off x="0" y="0"/>
          <a:ext cx="0" cy="0"/>
          <a:chOff x="0" y="0"/>
          <a:chExt cx="0" cy="0"/>
        </a:xfrm>
      </p:grpSpPr>
      <p:sp>
        <p:nvSpPr>
          <p:cNvPr id="141" name="Google Shape;141;p18"/>
          <p:cNvSpPr>
            <a:spLocks noGrp="1"/>
          </p:cNvSpPr>
          <p:nvPr>
            <p:ph type="pic" idx="2"/>
          </p:nvPr>
        </p:nvSpPr>
        <p:spPr>
          <a:xfrm>
            <a:off x="9151620" y="0"/>
            <a:ext cx="9394500" cy="10295700"/>
          </a:xfrm>
          <a:prstGeom prst="roundRect">
            <a:avLst>
              <a:gd name="adj" fmla="val 3341"/>
            </a:avLst>
          </a:prstGeom>
          <a:noFill/>
          <a:ln>
            <a:noFill/>
          </a:ln>
        </p:spPr>
      </p:sp>
      <p:sp>
        <p:nvSpPr>
          <p:cNvPr id="142" name="Google Shape;142;p18"/>
          <p:cNvSpPr txBox="1">
            <a:spLocks noGrp="1"/>
          </p:cNvSpPr>
          <p:nvPr>
            <p:ph type="title"/>
          </p:nvPr>
        </p:nvSpPr>
        <p:spPr>
          <a:xfrm>
            <a:off x="857250" y="838200"/>
            <a:ext cx="77154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43" name="Google Shape;143;p18"/>
          <p:cNvSpPr txBox="1">
            <a:spLocks noGrp="1"/>
          </p:cNvSpPr>
          <p:nvPr>
            <p:ph type="subTitle" idx="1"/>
          </p:nvPr>
        </p:nvSpPr>
        <p:spPr>
          <a:xfrm>
            <a:off x="857250" y="2468880"/>
            <a:ext cx="77151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44" name="Google Shape;144;p18"/>
          <p:cNvSpPr txBox="1">
            <a:spLocks noGrp="1"/>
          </p:cNvSpPr>
          <p:nvPr>
            <p:ph type="body" idx="3"/>
          </p:nvPr>
        </p:nvSpPr>
        <p:spPr>
          <a:xfrm>
            <a:off x="857250" y="9620250"/>
            <a:ext cx="11636100" cy="2481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145" name="Google Shape;145;p18"/>
          <p:cNvSpPr txBox="1">
            <a:spLocks noGrp="1"/>
          </p:cNvSpPr>
          <p:nvPr>
            <p:ph type="body" idx="4"/>
          </p:nvPr>
        </p:nvSpPr>
        <p:spPr>
          <a:xfrm>
            <a:off x="857250" y="3399472"/>
            <a:ext cx="7715100" cy="57378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146" name="Google Shape;146;p18"/>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5 Split Screen">
  <p:cSld name="TITLE_1_1_1_1_1_1_1_1_1_1_1_1_1_1_1_1_1_1">
    <p:bg>
      <p:bgPr>
        <a:solidFill>
          <a:schemeClr val="accent6"/>
        </a:solidFill>
        <a:effectLst/>
      </p:bgPr>
    </p:bg>
    <p:spTree>
      <p:nvGrpSpPr>
        <p:cNvPr id="1" name="Shape 147"/>
        <p:cNvGrpSpPr/>
        <p:nvPr/>
      </p:nvGrpSpPr>
      <p:grpSpPr>
        <a:xfrm>
          <a:off x="0" y="0"/>
          <a:ext cx="0" cy="0"/>
          <a:chOff x="0" y="0"/>
          <a:chExt cx="0" cy="0"/>
        </a:xfrm>
      </p:grpSpPr>
      <p:sp>
        <p:nvSpPr>
          <p:cNvPr id="148" name="Google Shape;148;p19"/>
          <p:cNvSpPr txBox="1">
            <a:spLocks noGrp="1"/>
          </p:cNvSpPr>
          <p:nvPr>
            <p:ph type="body" idx="1"/>
          </p:nvPr>
        </p:nvSpPr>
        <p:spPr>
          <a:xfrm>
            <a:off x="857250" y="3399472"/>
            <a:ext cx="7620000" cy="5737800"/>
          </a:xfrm>
          <a:prstGeom prst="rect">
            <a:avLst/>
          </a:prstGeom>
        </p:spPr>
        <p:txBody>
          <a:bodyPr spcFirstLastPara="1" wrap="square" lIns="0" tIns="0" rIns="0" bIns="0" anchor="t" anchorCtr="0">
            <a:noAutofit/>
          </a:bodyPr>
          <a:lstStyle>
            <a:lvl1pPr marL="457200" lvl="0" indent="-419100">
              <a:spcBef>
                <a:spcPts val="0"/>
              </a:spcBef>
              <a:spcAft>
                <a:spcPts val="0"/>
              </a:spcAft>
              <a:buClr>
                <a:schemeClr val="dk1"/>
              </a:buClr>
              <a:buSzPts val="3000"/>
              <a:buChar char="●"/>
              <a:defRPr sz="3000">
                <a:solidFill>
                  <a:schemeClr val="dk1"/>
                </a:solidFill>
              </a:defRPr>
            </a:lvl1pPr>
            <a:lvl2pPr marL="914400" lvl="1" indent="-393700">
              <a:spcBef>
                <a:spcPts val="1800"/>
              </a:spcBef>
              <a:spcAft>
                <a:spcPts val="0"/>
              </a:spcAft>
              <a:buClr>
                <a:schemeClr val="dk1"/>
              </a:buClr>
              <a:buSzPts val="2600"/>
              <a:buChar char="○"/>
              <a:defRPr sz="2600">
                <a:solidFill>
                  <a:schemeClr val="dk1"/>
                </a:solidFill>
              </a:defRPr>
            </a:lvl2pPr>
            <a:lvl3pPr marL="1371600" lvl="2" indent="-381000">
              <a:spcBef>
                <a:spcPts val="1800"/>
              </a:spcBef>
              <a:spcAft>
                <a:spcPts val="0"/>
              </a:spcAft>
              <a:buClr>
                <a:schemeClr val="dk1"/>
              </a:buClr>
              <a:buSzPts val="2400"/>
              <a:buChar char="■"/>
              <a:defRPr sz="2400">
                <a:solidFill>
                  <a:schemeClr val="dk1"/>
                </a:solidFill>
              </a:defRPr>
            </a:lvl3pPr>
            <a:lvl4pPr marL="1828800" lvl="3" indent="-368300">
              <a:spcBef>
                <a:spcPts val="1800"/>
              </a:spcBef>
              <a:spcAft>
                <a:spcPts val="0"/>
              </a:spcAft>
              <a:buClr>
                <a:schemeClr val="dk1"/>
              </a:buClr>
              <a:buSzPts val="2200"/>
              <a:buChar char="●"/>
              <a:defRPr sz="2200">
                <a:solidFill>
                  <a:schemeClr val="dk1"/>
                </a:solidFill>
              </a:defRPr>
            </a:lvl4pPr>
            <a:lvl5pPr marL="2286000" lvl="4" indent="-355600">
              <a:spcBef>
                <a:spcPts val="1800"/>
              </a:spcBef>
              <a:spcAft>
                <a:spcPts val="0"/>
              </a:spcAft>
              <a:buClr>
                <a:schemeClr val="dk1"/>
              </a:buClr>
              <a:buSzPts val="2000"/>
              <a:buChar char="○"/>
              <a:defRPr sz="2000">
                <a:solidFill>
                  <a:schemeClr val="dk1"/>
                </a:solidFill>
              </a:defRPr>
            </a:lvl5pPr>
            <a:lvl6pPr marL="2743200" lvl="5" indent="-342900">
              <a:spcBef>
                <a:spcPts val="1800"/>
              </a:spcBef>
              <a:spcAft>
                <a:spcPts val="0"/>
              </a:spcAft>
              <a:buClr>
                <a:schemeClr val="dk1"/>
              </a:buClr>
              <a:buSzPts val="1800"/>
              <a:buChar char="■"/>
              <a:defRPr sz="1800">
                <a:solidFill>
                  <a:schemeClr val="dk1"/>
                </a:solidFill>
              </a:defRPr>
            </a:lvl6pPr>
            <a:lvl7pPr marL="3200400" lvl="6" indent="-342900">
              <a:spcBef>
                <a:spcPts val="1800"/>
              </a:spcBef>
              <a:spcAft>
                <a:spcPts val="0"/>
              </a:spcAft>
              <a:buClr>
                <a:schemeClr val="dk1"/>
              </a:buClr>
              <a:buSzPts val="1800"/>
              <a:buChar char="●"/>
              <a:defRPr sz="1800">
                <a:solidFill>
                  <a:schemeClr val="dk1"/>
                </a:solidFill>
              </a:defRPr>
            </a:lvl7pPr>
            <a:lvl8pPr marL="3657600" lvl="7" indent="-342900">
              <a:spcBef>
                <a:spcPts val="1800"/>
              </a:spcBef>
              <a:spcAft>
                <a:spcPts val="0"/>
              </a:spcAft>
              <a:buClr>
                <a:schemeClr val="dk1"/>
              </a:buClr>
              <a:buSzPts val="1800"/>
              <a:buChar char="○"/>
              <a:defRPr sz="1800">
                <a:solidFill>
                  <a:schemeClr val="dk1"/>
                </a:solidFill>
              </a:defRPr>
            </a:lvl8pPr>
            <a:lvl9pPr marL="4114800" lvl="8" indent="-342900">
              <a:spcBef>
                <a:spcPts val="1800"/>
              </a:spcBef>
              <a:spcAft>
                <a:spcPts val="1800"/>
              </a:spcAft>
              <a:buClr>
                <a:schemeClr val="dk1"/>
              </a:buClr>
              <a:buSzPts val="1800"/>
              <a:buChar char="■"/>
              <a:defRPr sz="1800">
                <a:solidFill>
                  <a:schemeClr val="dk1"/>
                </a:solidFill>
              </a:defRPr>
            </a:lvl9pPr>
          </a:lstStyle>
          <a:p>
            <a:endParaRPr/>
          </a:p>
        </p:txBody>
      </p:sp>
      <p:sp>
        <p:nvSpPr>
          <p:cNvPr id="149" name="Google Shape;149;p19"/>
          <p:cNvSpPr/>
          <p:nvPr/>
        </p:nvSpPr>
        <p:spPr>
          <a:xfrm flipH="1">
            <a:off x="8828935" y="571500"/>
            <a:ext cx="8925282" cy="9146412"/>
          </a:xfrm>
          <a:custGeom>
            <a:avLst/>
            <a:gdLst/>
            <a:ahLst/>
            <a:cxnLst/>
            <a:rect l="l" t="t" r="r" b="b"/>
            <a:pathLst>
              <a:path w="21600" h="21600" extrusionOk="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150" name="Google Shape;150;p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51" name="Google Shape;151;p19"/>
          <p:cNvSpPr txBox="1">
            <a:spLocks noGrp="1"/>
          </p:cNvSpPr>
          <p:nvPr>
            <p:ph type="title"/>
          </p:nvPr>
        </p:nvSpPr>
        <p:spPr>
          <a:xfrm>
            <a:off x="857250" y="838200"/>
            <a:ext cx="76200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52" name="Google Shape;152;p19"/>
          <p:cNvSpPr txBox="1">
            <a:spLocks noGrp="1"/>
          </p:cNvSpPr>
          <p:nvPr>
            <p:ph type="subTitle" idx="2"/>
          </p:nvPr>
        </p:nvSpPr>
        <p:spPr>
          <a:xfrm>
            <a:off x="857250" y="2468880"/>
            <a:ext cx="76200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53" name="Google Shape;153;p19"/>
          <p:cNvSpPr txBox="1">
            <a:spLocks noGrp="1"/>
          </p:cNvSpPr>
          <p:nvPr>
            <p:ph type="body" idx="3"/>
          </p:nvPr>
        </p:nvSpPr>
        <p:spPr>
          <a:xfrm>
            <a:off x="857250" y="9620250"/>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7 Card - Large - Blue">
  <p:cSld name="TITLE_1_1_1_1_1_1_1_1_1_1_1_1_1_1_1_1_1_1_1_1">
    <p:bg>
      <p:bgPr>
        <a:solidFill>
          <a:schemeClr val="accent6"/>
        </a:solidFill>
        <a:effectLst/>
      </p:bgPr>
    </p:bg>
    <p:spTree>
      <p:nvGrpSpPr>
        <p:cNvPr id="1" name="Shape 154"/>
        <p:cNvGrpSpPr/>
        <p:nvPr/>
      </p:nvGrpSpPr>
      <p:grpSpPr>
        <a:xfrm>
          <a:off x="0" y="0"/>
          <a:ext cx="0" cy="0"/>
          <a:chOff x="0" y="0"/>
          <a:chExt cx="0" cy="0"/>
        </a:xfrm>
      </p:grpSpPr>
      <p:sp>
        <p:nvSpPr>
          <p:cNvPr id="155" name="Google Shape;155;p20"/>
          <p:cNvSpPr/>
          <p:nvPr/>
        </p:nvSpPr>
        <p:spPr>
          <a:xfrm>
            <a:off x="857250" y="2854969"/>
            <a:ext cx="165735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56" name="Google Shape;156;p20"/>
          <p:cNvSpPr txBox="1">
            <a:spLocks noGrp="1"/>
          </p:cNvSpPr>
          <p:nvPr>
            <p:ph type="body" idx="1"/>
          </p:nvPr>
        </p:nvSpPr>
        <p:spPr>
          <a:xfrm>
            <a:off x="1143000" y="3113722"/>
            <a:ext cx="1600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57" name="Google Shape;157;p20"/>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58" name="Google Shape;158;p20"/>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59" name="Google Shape;159;p20"/>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60" name="Google Shape;160;p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7 Card - Large - White">
  <p:cSld name="TITLE_1_1_1_1_1_1_1_1_1_1_1_1_1_1_1_1_1_1_1_1_2_1">
    <p:bg>
      <p:bgPr>
        <a:solidFill>
          <a:srgbClr val="FFFEFE"/>
        </a:solidFill>
        <a:effectLst/>
      </p:bgPr>
    </p:bg>
    <p:spTree>
      <p:nvGrpSpPr>
        <p:cNvPr id="1" name="Shape 161"/>
        <p:cNvGrpSpPr/>
        <p:nvPr/>
      </p:nvGrpSpPr>
      <p:grpSpPr>
        <a:xfrm>
          <a:off x="0" y="0"/>
          <a:ext cx="0" cy="0"/>
          <a:chOff x="0" y="0"/>
          <a:chExt cx="0" cy="0"/>
        </a:xfrm>
      </p:grpSpPr>
      <p:sp>
        <p:nvSpPr>
          <p:cNvPr id="162" name="Google Shape;162;p21"/>
          <p:cNvSpPr/>
          <p:nvPr/>
        </p:nvSpPr>
        <p:spPr>
          <a:xfrm>
            <a:off x="857250" y="2854969"/>
            <a:ext cx="165735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63" name="Google Shape;163;p21"/>
          <p:cNvSpPr txBox="1">
            <a:spLocks noGrp="1"/>
          </p:cNvSpPr>
          <p:nvPr>
            <p:ph type="body" idx="1"/>
          </p:nvPr>
        </p:nvSpPr>
        <p:spPr>
          <a:xfrm>
            <a:off x="1143000" y="3113722"/>
            <a:ext cx="1600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64" name="Google Shape;164;p2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65" name="Google Shape;165;p21"/>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66" name="Google Shape;166;p21"/>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67" name="Google Shape;167;p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7 Card - XLarge - Blue">
  <p:cSld name="TITLE_1_1_1_1_1_1_1_1_1_1_1_1_1_1_1_1_1_1_1_1_2_2">
    <p:bg>
      <p:bgPr>
        <a:solidFill>
          <a:schemeClr val="accent6"/>
        </a:solidFill>
        <a:effectLst/>
      </p:bgPr>
    </p:bg>
    <p:spTree>
      <p:nvGrpSpPr>
        <p:cNvPr id="1" name="Shape 168"/>
        <p:cNvGrpSpPr/>
        <p:nvPr/>
      </p:nvGrpSpPr>
      <p:grpSpPr>
        <a:xfrm>
          <a:off x="0" y="0"/>
          <a:ext cx="0" cy="0"/>
          <a:chOff x="0" y="0"/>
          <a:chExt cx="0" cy="0"/>
        </a:xfrm>
      </p:grpSpPr>
      <p:sp>
        <p:nvSpPr>
          <p:cNvPr id="169" name="Google Shape;169;p22"/>
          <p:cNvSpPr/>
          <p:nvPr/>
        </p:nvSpPr>
        <p:spPr>
          <a:xfrm>
            <a:off x="857250" y="2432700"/>
            <a:ext cx="16573500" cy="71781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70" name="Google Shape;170;p2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71" name="Google Shape;171;p22"/>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72" name="Google Shape;172;p22"/>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73" name="Google Shape;173;p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74" name="Google Shape;174;p22"/>
          <p:cNvSpPr txBox="1">
            <a:spLocks noGrp="1"/>
          </p:cNvSpPr>
          <p:nvPr>
            <p:ph type="body" idx="3"/>
          </p:nvPr>
        </p:nvSpPr>
        <p:spPr>
          <a:xfrm>
            <a:off x="1143000" y="2755175"/>
            <a:ext cx="16002000" cy="65793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7 Card - XLarge - White">
  <p:cSld name="TITLE_1_1_1_1_1_1_1_1_1_1_1_1_1_1_1_1_1_1_1_1_2_2_1">
    <p:bg>
      <p:bgPr>
        <a:solidFill>
          <a:schemeClr val="lt1"/>
        </a:solidFill>
        <a:effectLst/>
      </p:bgPr>
    </p:bg>
    <p:spTree>
      <p:nvGrpSpPr>
        <p:cNvPr id="1" name="Shape 175"/>
        <p:cNvGrpSpPr/>
        <p:nvPr/>
      </p:nvGrpSpPr>
      <p:grpSpPr>
        <a:xfrm>
          <a:off x="0" y="0"/>
          <a:ext cx="0" cy="0"/>
          <a:chOff x="0" y="0"/>
          <a:chExt cx="0" cy="0"/>
        </a:xfrm>
      </p:grpSpPr>
      <p:sp>
        <p:nvSpPr>
          <p:cNvPr id="176" name="Google Shape;176;p23"/>
          <p:cNvSpPr/>
          <p:nvPr/>
        </p:nvSpPr>
        <p:spPr>
          <a:xfrm>
            <a:off x="857250" y="2432700"/>
            <a:ext cx="16573500" cy="71781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77" name="Google Shape;177;p2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78" name="Google Shape;178;p23"/>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79" name="Google Shape;179;p23"/>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80" name="Google Shape;180;p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81" name="Google Shape;181;p23"/>
          <p:cNvSpPr txBox="1">
            <a:spLocks noGrp="1"/>
          </p:cNvSpPr>
          <p:nvPr>
            <p:ph type="body" idx="3"/>
          </p:nvPr>
        </p:nvSpPr>
        <p:spPr>
          <a:xfrm>
            <a:off x="1143000" y="2755175"/>
            <a:ext cx="16002000" cy="65793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 Card - Two up - Blue">
  <p:cSld name="TITLE_1_1_1_1_1_1_1_1_1_1_1_1_1_1_1_1_1_1_1_1_1">
    <p:bg>
      <p:bgPr>
        <a:solidFill>
          <a:schemeClr val="accent6"/>
        </a:solidFill>
        <a:effectLst/>
      </p:bgPr>
    </p:bg>
    <p:spTree>
      <p:nvGrpSpPr>
        <p:cNvPr id="1" name="Shape 182"/>
        <p:cNvGrpSpPr/>
        <p:nvPr/>
      </p:nvGrpSpPr>
      <p:grpSpPr>
        <a:xfrm>
          <a:off x="0" y="0"/>
          <a:ext cx="0" cy="0"/>
          <a:chOff x="0" y="0"/>
          <a:chExt cx="0" cy="0"/>
        </a:xfrm>
      </p:grpSpPr>
      <p:sp>
        <p:nvSpPr>
          <p:cNvPr id="183" name="Google Shape;183;p24"/>
          <p:cNvSpPr/>
          <p:nvPr/>
        </p:nvSpPr>
        <p:spPr>
          <a:xfrm>
            <a:off x="857250" y="2854969"/>
            <a:ext cx="80010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84" name="Google Shape;184;p24"/>
          <p:cNvSpPr/>
          <p:nvPr/>
        </p:nvSpPr>
        <p:spPr>
          <a:xfrm>
            <a:off x="9425372" y="2854969"/>
            <a:ext cx="80010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85" name="Google Shape;185;p24"/>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86" name="Google Shape;186;p24"/>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87" name="Google Shape;187;p24"/>
          <p:cNvSpPr txBox="1">
            <a:spLocks noGrp="1"/>
          </p:cNvSpPr>
          <p:nvPr>
            <p:ph type="body" idx="2"/>
          </p:nvPr>
        </p:nvSpPr>
        <p:spPr>
          <a:xfrm>
            <a:off x="1143000"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88" name="Google Shape;188;p24"/>
          <p:cNvSpPr txBox="1">
            <a:spLocks noGrp="1"/>
          </p:cNvSpPr>
          <p:nvPr>
            <p:ph type="body" idx="3"/>
          </p:nvPr>
        </p:nvSpPr>
        <p:spPr>
          <a:xfrm>
            <a:off x="9710738"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89" name="Google Shape;189;p24"/>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90" name="Google Shape;190;p2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 Card - Two up - White">
  <p:cSld name="TITLE_1_1_1_1_1_1_1_1_1_1_1_1_1_1_1_1_1_1_1_1_1_2_1">
    <p:bg>
      <p:bgPr>
        <a:solidFill>
          <a:srgbClr val="FFFEFE"/>
        </a:solidFill>
        <a:effectLst/>
      </p:bgPr>
    </p:bg>
    <p:spTree>
      <p:nvGrpSpPr>
        <p:cNvPr id="1" name="Shape 191"/>
        <p:cNvGrpSpPr/>
        <p:nvPr/>
      </p:nvGrpSpPr>
      <p:grpSpPr>
        <a:xfrm>
          <a:off x="0" y="0"/>
          <a:ext cx="0" cy="0"/>
          <a:chOff x="0" y="0"/>
          <a:chExt cx="0" cy="0"/>
        </a:xfrm>
      </p:grpSpPr>
      <p:sp>
        <p:nvSpPr>
          <p:cNvPr id="192" name="Google Shape;192;p25"/>
          <p:cNvSpPr/>
          <p:nvPr/>
        </p:nvSpPr>
        <p:spPr>
          <a:xfrm>
            <a:off x="857250" y="2854969"/>
            <a:ext cx="80010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93" name="Google Shape;193;p25"/>
          <p:cNvSpPr/>
          <p:nvPr/>
        </p:nvSpPr>
        <p:spPr>
          <a:xfrm>
            <a:off x="9425372" y="2854969"/>
            <a:ext cx="80010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194" name="Google Shape;194;p25"/>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95" name="Google Shape;195;p25"/>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196" name="Google Shape;196;p25"/>
          <p:cNvSpPr txBox="1">
            <a:spLocks noGrp="1"/>
          </p:cNvSpPr>
          <p:nvPr>
            <p:ph type="body" idx="2"/>
          </p:nvPr>
        </p:nvSpPr>
        <p:spPr>
          <a:xfrm>
            <a:off x="1143000"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97" name="Google Shape;197;p25"/>
          <p:cNvSpPr txBox="1">
            <a:spLocks noGrp="1"/>
          </p:cNvSpPr>
          <p:nvPr>
            <p:ph type="body" idx="3"/>
          </p:nvPr>
        </p:nvSpPr>
        <p:spPr>
          <a:xfrm>
            <a:off x="9710738"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198" name="Google Shape;198;p25"/>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199" name="Google Shape;199;p2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0 Card - Three up - Blue">
  <p:cSld name="TITLE_1_1_1_1_1_1_1_1_1_1_1_1_1_1_1_1_1_1_1_1_1_1">
    <p:bg>
      <p:bgPr>
        <a:solidFill>
          <a:schemeClr val="accent6"/>
        </a:solidFill>
        <a:effectLst/>
      </p:bgPr>
    </p:bg>
    <p:spTree>
      <p:nvGrpSpPr>
        <p:cNvPr id="1" name="Shape 200"/>
        <p:cNvGrpSpPr/>
        <p:nvPr/>
      </p:nvGrpSpPr>
      <p:grpSpPr>
        <a:xfrm>
          <a:off x="0" y="0"/>
          <a:ext cx="0" cy="0"/>
          <a:chOff x="0" y="0"/>
          <a:chExt cx="0" cy="0"/>
        </a:xfrm>
      </p:grpSpPr>
      <p:sp>
        <p:nvSpPr>
          <p:cNvPr id="201" name="Google Shape;201;p26"/>
          <p:cNvSpPr/>
          <p:nvPr/>
        </p:nvSpPr>
        <p:spPr>
          <a:xfrm>
            <a:off x="857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02" name="Google Shape;202;p26"/>
          <p:cNvSpPr/>
          <p:nvPr/>
        </p:nvSpPr>
        <p:spPr>
          <a:xfrm>
            <a:off x="6572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03" name="Google Shape;203;p26"/>
          <p:cNvSpPr/>
          <p:nvPr/>
        </p:nvSpPr>
        <p:spPr>
          <a:xfrm>
            <a:off x="12287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04" name="Google Shape;204;p26"/>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205" name="Google Shape;205;p26"/>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206" name="Google Shape;206;p26"/>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207" name="Google Shape;207;p26"/>
          <p:cNvSpPr txBox="1">
            <a:spLocks noGrp="1"/>
          </p:cNvSpPr>
          <p:nvPr>
            <p:ph type="body" idx="3"/>
          </p:nvPr>
        </p:nvSpPr>
        <p:spPr>
          <a:xfrm>
            <a:off x="1143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08" name="Google Shape;208;p26"/>
          <p:cNvSpPr txBox="1">
            <a:spLocks noGrp="1"/>
          </p:cNvSpPr>
          <p:nvPr>
            <p:ph type="body" idx="4"/>
          </p:nvPr>
        </p:nvSpPr>
        <p:spPr>
          <a:xfrm>
            <a:off x="6858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09" name="Google Shape;209;p26"/>
          <p:cNvSpPr txBox="1">
            <a:spLocks noGrp="1"/>
          </p:cNvSpPr>
          <p:nvPr>
            <p:ph type="body" idx="5"/>
          </p:nvPr>
        </p:nvSpPr>
        <p:spPr>
          <a:xfrm>
            <a:off x="12568238" y="3113722"/>
            <a:ext cx="45816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210" name="Google Shape;210;p2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0 Card - Three up - White">
  <p:cSld name="TITLE_1_1_1_1_1_1_1_1_1_1_1_1_1_1_1_1_1_1_1_1_1_1_2">
    <p:bg>
      <p:bgPr>
        <a:solidFill>
          <a:schemeClr val="lt1"/>
        </a:solidFill>
        <a:effectLst/>
      </p:bgPr>
    </p:bg>
    <p:spTree>
      <p:nvGrpSpPr>
        <p:cNvPr id="1" name="Shape 211"/>
        <p:cNvGrpSpPr/>
        <p:nvPr/>
      </p:nvGrpSpPr>
      <p:grpSpPr>
        <a:xfrm>
          <a:off x="0" y="0"/>
          <a:ext cx="0" cy="0"/>
          <a:chOff x="0" y="0"/>
          <a:chExt cx="0" cy="0"/>
        </a:xfrm>
      </p:grpSpPr>
      <p:sp>
        <p:nvSpPr>
          <p:cNvPr id="212" name="Google Shape;212;p27"/>
          <p:cNvSpPr/>
          <p:nvPr/>
        </p:nvSpPr>
        <p:spPr>
          <a:xfrm>
            <a:off x="857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13" name="Google Shape;213;p27"/>
          <p:cNvSpPr/>
          <p:nvPr/>
        </p:nvSpPr>
        <p:spPr>
          <a:xfrm>
            <a:off x="6572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14" name="Google Shape;214;p27"/>
          <p:cNvSpPr/>
          <p:nvPr/>
        </p:nvSpPr>
        <p:spPr>
          <a:xfrm>
            <a:off x="12287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15" name="Google Shape;215;p27"/>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216" name="Google Shape;216;p27"/>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217" name="Google Shape;217;p27"/>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218" name="Google Shape;218;p27"/>
          <p:cNvSpPr txBox="1">
            <a:spLocks noGrp="1"/>
          </p:cNvSpPr>
          <p:nvPr>
            <p:ph type="body" idx="3"/>
          </p:nvPr>
        </p:nvSpPr>
        <p:spPr>
          <a:xfrm>
            <a:off x="1143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19" name="Google Shape;219;p27"/>
          <p:cNvSpPr txBox="1">
            <a:spLocks noGrp="1"/>
          </p:cNvSpPr>
          <p:nvPr>
            <p:ph type="body" idx="4"/>
          </p:nvPr>
        </p:nvSpPr>
        <p:spPr>
          <a:xfrm>
            <a:off x="6858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20" name="Google Shape;220;p27"/>
          <p:cNvSpPr txBox="1">
            <a:spLocks noGrp="1"/>
          </p:cNvSpPr>
          <p:nvPr>
            <p:ph type="body" idx="5"/>
          </p:nvPr>
        </p:nvSpPr>
        <p:spPr>
          <a:xfrm>
            <a:off x="12568238" y="3113722"/>
            <a:ext cx="45816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221" name="Google Shape;221;p2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1 Card - Four up - Blue">
  <p:cSld name="TITLE_1_1_1_1_1_1_1_1_1_1_1_1_1_1_1_1_1_1_1_1_1_1_1">
    <p:bg>
      <p:bgPr>
        <a:solidFill>
          <a:schemeClr val="accent6"/>
        </a:solidFill>
        <a:effectLst/>
      </p:bgPr>
    </p:bg>
    <p:spTree>
      <p:nvGrpSpPr>
        <p:cNvPr id="1" name="Shape 222"/>
        <p:cNvGrpSpPr/>
        <p:nvPr/>
      </p:nvGrpSpPr>
      <p:grpSpPr>
        <a:xfrm>
          <a:off x="0" y="0"/>
          <a:ext cx="0" cy="0"/>
          <a:chOff x="0" y="0"/>
          <a:chExt cx="0" cy="0"/>
        </a:xfrm>
      </p:grpSpPr>
      <p:sp>
        <p:nvSpPr>
          <p:cNvPr id="223" name="Google Shape;223;p28"/>
          <p:cNvSpPr/>
          <p:nvPr/>
        </p:nvSpPr>
        <p:spPr>
          <a:xfrm>
            <a:off x="857250"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24" name="Google Shape;224;p28"/>
          <p:cNvSpPr/>
          <p:nvPr/>
        </p:nvSpPr>
        <p:spPr>
          <a:xfrm>
            <a:off x="5145917"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25" name="Google Shape;225;p28"/>
          <p:cNvSpPr/>
          <p:nvPr/>
        </p:nvSpPr>
        <p:spPr>
          <a:xfrm>
            <a:off x="9434585"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26" name="Google Shape;226;p28"/>
          <p:cNvSpPr/>
          <p:nvPr/>
        </p:nvSpPr>
        <p:spPr>
          <a:xfrm>
            <a:off x="13716000"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27" name="Google Shape;227;p28"/>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228" name="Google Shape;228;p28"/>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229" name="Google Shape;229;p28"/>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230" name="Google Shape;230;p28"/>
          <p:cNvSpPr txBox="1">
            <a:spLocks noGrp="1"/>
          </p:cNvSpPr>
          <p:nvPr>
            <p:ph type="body" idx="3"/>
          </p:nvPr>
        </p:nvSpPr>
        <p:spPr>
          <a:xfrm>
            <a:off x="11430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31" name="Google Shape;231;p28"/>
          <p:cNvSpPr txBox="1">
            <a:spLocks noGrp="1"/>
          </p:cNvSpPr>
          <p:nvPr>
            <p:ph type="body" idx="4"/>
          </p:nvPr>
        </p:nvSpPr>
        <p:spPr>
          <a:xfrm>
            <a:off x="5430203"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32" name="Google Shape;232;p28"/>
          <p:cNvSpPr txBox="1">
            <a:spLocks noGrp="1"/>
          </p:cNvSpPr>
          <p:nvPr>
            <p:ph type="body" idx="5"/>
          </p:nvPr>
        </p:nvSpPr>
        <p:spPr>
          <a:xfrm>
            <a:off x="97155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33" name="Google Shape;233;p28"/>
          <p:cNvSpPr txBox="1">
            <a:spLocks noGrp="1"/>
          </p:cNvSpPr>
          <p:nvPr>
            <p:ph type="body" idx="6"/>
          </p:nvPr>
        </p:nvSpPr>
        <p:spPr>
          <a:xfrm>
            <a:off x="13996988"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234" name="Google Shape;234;p2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1 Card - Four up - White">
  <p:cSld name="TITLE_1_1_1_1_1_1_1_1_1_1_1_1_1_1_1_1_1_1_1_1_1_1_1_2_1">
    <p:bg>
      <p:bgPr>
        <a:solidFill>
          <a:srgbClr val="FFFEFE"/>
        </a:solidFill>
        <a:effectLst/>
      </p:bgPr>
    </p:bg>
    <p:spTree>
      <p:nvGrpSpPr>
        <p:cNvPr id="1" name="Shape 235"/>
        <p:cNvGrpSpPr/>
        <p:nvPr/>
      </p:nvGrpSpPr>
      <p:grpSpPr>
        <a:xfrm>
          <a:off x="0" y="0"/>
          <a:ext cx="0" cy="0"/>
          <a:chOff x="0" y="0"/>
          <a:chExt cx="0" cy="0"/>
        </a:xfrm>
      </p:grpSpPr>
      <p:sp>
        <p:nvSpPr>
          <p:cNvPr id="236" name="Google Shape;236;p29"/>
          <p:cNvSpPr/>
          <p:nvPr/>
        </p:nvSpPr>
        <p:spPr>
          <a:xfrm>
            <a:off x="857250"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37" name="Google Shape;237;p29"/>
          <p:cNvSpPr/>
          <p:nvPr/>
        </p:nvSpPr>
        <p:spPr>
          <a:xfrm>
            <a:off x="5145917"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38" name="Google Shape;238;p29"/>
          <p:cNvSpPr/>
          <p:nvPr/>
        </p:nvSpPr>
        <p:spPr>
          <a:xfrm>
            <a:off x="9434585"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39" name="Google Shape;239;p29"/>
          <p:cNvSpPr/>
          <p:nvPr/>
        </p:nvSpPr>
        <p:spPr>
          <a:xfrm>
            <a:off x="13716000"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240" name="Google Shape;240;p29"/>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a:endParaRPr/>
          </a:p>
        </p:txBody>
      </p:sp>
      <p:sp>
        <p:nvSpPr>
          <p:cNvPr id="241" name="Google Shape;241;p29"/>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242" name="Google Shape;242;p29"/>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243" name="Google Shape;243;p29"/>
          <p:cNvSpPr txBox="1">
            <a:spLocks noGrp="1"/>
          </p:cNvSpPr>
          <p:nvPr>
            <p:ph type="body" idx="3"/>
          </p:nvPr>
        </p:nvSpPr>
        <p:spPr>
          <a:xfrm>
            <a:off x="11430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44" name="Google Shape;244;p29"/>
          <p:cNvSpPr txBox="1">
            <a:spLocks noGrp="1"/>
          </p:cNvSpPr>
          <p:nvPr>
            <p:ph type="body" idx="4"/>
          </p:nvPr>
        </p:nvSpPr>
        <p:spPr>
          <a:xfrm>
            <a:off x="5430203"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45" name="Google Shape;245;p29"/>
          <p:cNvSpPr txBox="1">
            <a:spLocks noGrp="1"/>
          </p:cNvSpPr>
          <p:nvPr>
            <p:ph type="body" idx="5"/>
          </p:nvPr>
        </p:nvSpPr>
        <p:spPr>
          <a:xfrm>
            <a:off x="97155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246" name="Google Shape;246;p29"/>
          <p:cNvSpPr txBox="1">
            <a:spLocks noGrp="1"/>
          </p:cNvSpPr>
          <p:nvPr>
            <p:ph type="body" idx="6"/>
          </p:nvPr>
        </p:nvSpPr>
        <p:spPr>
          <a:xfrm>
            <a:off x="13996988"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247" name="Google Shape;247;p2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1 Card - Four up - Astro">
  <p:cSld name="TITLE_1_1_1_1_1_1_1_1_1_1_1_1_1_1_1_1_1_1_1_1_1_1_1_1_3">
    <p:bg>
      <p:bgPr>
        <a:solidFill>
          <a:schemeClr val="accent6"/>
        </a:solidFill>
        <a:effectLst/>
      </p:bgPr>
    </p:bg>
    <p:spTree>
      <p:nvGrpSpPr>
        <p:cNvPr id="1" name="Shape 248"/>
        <p:cNvGrpSpPr/>
        <p:nvPr/>
      </p:nvGrpSpPr>
      <p:grpSpPr>
        <a:xfrm>
          <a:off x="0" y="0"/>
          <a:ext cx="0" cy="0"/>
          <a:chOff x="0" y="0"/>
          <a:chExt cx="0" cy="0"/>
        </a:xfrm>
      </p:grpSpPr>
      <p:pic>
        <p:nvPicPr>
          <p:cNvPr id="249" name="Google Shape;249;p30" descr="alt=&quot;&quot;"/>
          <p:cNvPicPr preferRelativeResize="0"/>
          <p:nvPr/>
        </p:nvPicPr>
        <p:blipFill rotWithShape="1">
          <a:blip r:embed="rId2">
            <a:alphaModFix/>
          </a:blip>
          <a:srcRect/>
          <a:stretch/>
        </p:blipFill>
        <p:spPr>
          <a:xfrm rot="-1107206">
            <a:off x="1389316" y="2684208"/>
            <a:ext cx="485211" cy="491419"/>
          </a:xfrm>
          <a:prstGeom prst="rect">
            <a:avLst/>
          </a:prstGeom>
          <a:noFill/>
          <a:ln>
            <a:noFill/>
          </a:ln>
        </p:spPr>
      </p:pic>
      <p:pic>
        <p:nvPicPr>
          <p:cNvPr id="250" name="Google Shape;250;p30" descr="alt=&quot;&quot;"/>
          <p:cNvPicPr preferRelativeResize="0"/>
          <p:nvPr/>
        </p:nvPicPr>
        <p:blipFill rotWithShape="1">
          <a:blip r:embed="rId2">
            <a:alphaModFix/>
          </a:blip>
          <a:srcRect/>
          <a:stretch/>
        </p:blipFill>
        <p:spPr>
          <a:xfrm rot="613168">
            <a:off x="16191756" y="4305922"/>
            <a:ext cx="339935" cy="344269"/>
          </a:xfrm>
          <a:prstGeom prst="rect">
            <a:avLst/>
          </a:prstGeom>
          <a:noFill/>
          <a:ln>
            <a:noFill/>
          </a:ln>
        </p:spPr>
      </p:pic>
      <p:pic>
        <p:nvPicPr>
          <p:cNvPr id="251" name="Google Shape;251;p30" title="astro.png"/>
          <p:cNvPicPr preferRelativeResize="0"/>
          <p:nvPr/>
        </p:nvPicPr>
        <p:blipFill rotWithShape="1">
          <a:blip r:embed="rId3">
            <a:alphaModFix/>
          </a:blip>
          <a:srcRect l="10" r="10"/>
          <a:stretch/>
        </p:blipFill>
        <p:spPr>
          <a:xfrm>
            <a:off x="14226100" y="5326975"/>
            <a:ext cx="3498100" cy="4264350"/>
          </a:xfrm>
          <a:prstGeom prst="rect">
            <a:avLst/>
          </a:prstGeom>
          <a:noFill/>
          <a:ln>
            <a:noFill/>
          </a:ln>
        </p:spPr>
      </p:pic>
      <p:sp>
        <p:nvSpPr>
          <p:cNvPr id="252" name="Google Shape;252;p30"/>
          <p:cNvSpPr/>
          <p:nvPr/>
        </p:nvSpPr>
        <p:spPr>
          <a:xfrm>
            <a:off x="4544129" y="3635050"/>
            <a:ext cx="3396900" cy="48144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253" name="Google Shape;253;p30"/>
          <p:cNvSpPr/>
          <p:nvPr/>
        </p:nvSpPr>
        <p:spPr>
          <a:xfrm>
            <a:off x="852137" y="3635050"/>
            <a:ext cx="3396900" cy="48141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pic>
        <p:nvPicPr>
          <p:cNvPr id="254" name="Google Shape;254;p30"/>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id="255" name="Google Shape;255;p30" descr="alt=&quot;&quot;"/>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id="256" name="Google Shape;256;p30" descr="alt=&quot;&quot;"/>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id="257" name="Google Shape;257;p30" descr="alt=&quot;&quot;"/>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id="258" name="Google Shape;258;p30" descr="alt=&quot;&quot;"/>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259" name="Google Shape;259;p30"/>
          <p:cNvSpPr/>
          <p:nvPr/>
        </p:nvSpPr>
        <p:spPr>
          <a:xfrm>
            <a:off x="8245860" y="3635050"/>
            <a:ext cx="3396900" cy="48144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260" name="Google Shape;260;p30"/>
          <p:cNvSpPr txBox="1">
            <a:spLocks noGrp="1"/>
          </p:cNvSpPr>
          <p:nvPr>
            <p:ph type="title"/>
          </p:nvPr>
        </p:nvSpPr>
        <p:spPr>
          <a:xfrm>
            <a:off x="8524013"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261" name="Google Shape;261;p30"/>
          <p:cNvSpPr/>
          <p:nvPr/>
        </p:nvSpPr>
        <p:spPr>
          <a:xfrm>
            <a:off x="11964525" y="3635300"/>
            <a:ext cx="3396900" cy="48141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262" name="Google Shape;262;p30"/>
          <p:cNvSpPr txBox="1">
            <a:spLocks noGrp="1"/>
          </p:cNvSpPr>
          <p:nvPr>
            <p:ph type="title" idx="2"/>
          </p:nvPr>
        </p:nvSpPr>
        <p:spPr>
          <a:xfrm>
            <a:off x="12231826" y="4722027"/>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263" name="Google Shape;263;p30"/>
          <p:cNvSpPr/>
          <p:nvPr/>
        </p:nvSpPr>
        <p:spPr>
          <a:xfrm>
            <a:off x="1890287"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264" name="Google Shape;264;p30"/>
          <p:cNvSpPr/>
          <p:nvPr/>
        </p:nvSpPr>
        <p:spPr>
          <a:xfrm>
            <a:off x="9292463"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265" name="Google Shape;265;p30"/>
          <p:cNvSpPr/>
          <p:nvPr/>
        </p:nvSpPr>
        <p:spPr>
          <a:xfrm>
            <a:off x="13000276"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266" name="Google Shape;266;p30"/>
          <p:cNvSpPr/>
          <p:nvPr/>
        </p:nvSpPr>
        <p:spPr>
          <a:xfrm>
            <a:off x="5587138"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id="267" name="Google Shape;267;p30" descr="alt=&quot;&quot;"/>
          <p:cNvPicPr preferRelativeResize="0"/>
          <p:nvPr/>
        </p:nvPicPr>
        <p:blipFill rotWithShape="1">
          <a:blip r:embed="rId2">
            <a:alphaModFix/>
          </a:blip>
          <a:srcRect/>
          <a:stretch/>
        </p:blipFill>
        <p:spPr>
          <a:xfrm rot="-519600">
            <a:off x="15671379" y="4601860"/>
            <a:ext cx="485211" cy="491419"/>
          </a:xfrm>
          <a:prstGeom prst="rect">
            <a:avLst/>
          </a:prstGeom>
          <a:noFill/>
          <a:ln>
            <a:noFill/>
          </a:ln>
        </p:spPr>
      </p:pic>
      <p:pic>
        <p:nvPicPr>
          <p:cNvPr id="268" name="Google Shape;268;p30" descr="alt=&quot;&quot;"/>
          <p:cNvPicPr preferRelativeResize="0"/>
          <p:nvPr/>
        </p:nvPicPr>
        <p:blipFill rotWithShape="1">
          <a:blip r:embed="rId2">
            <a:alphaModFix/>
          </a:blip>
          <a:srcRect/>
          <a:stretch/>
        </p:blipFill>
        <p:spPr>
          <a:xfrm rot="450588">
            <a:off x="16514704" y="4846289"/>
            <a:ext cx="189095" cy="191530"/>
          </a:xfrm>
          <a:prstGeom prst="rect">
            <a:avLst/>
          </a:prstGeom>
          <a:noFill/>
          <a:ln>
            <a:noFill/>
          </a:ln>
        </p:spPr>
      </p:pic>
      <p:pic>
        <p:nvPicPr>
          <p:cNvPr id="269" name="Google Shape;269;p30" descr="alt=&quot;&quot;"/>
          <p:cNvPicPr preferRelativeResize="0"/>
          <p:nvPr/>
        </p:nvPicPr>
        <p:blipFill rotWithShape="1">
          <a:blip r:embed="rId2">
            <a:alphaModFix/>
          </a:blip>
          <a:srcRect/>
          <a:stretch/>
        </p:blipFill>
        <p:spPr>
          <a:xfrm rot="450588">
            <a:off x="1180359" y="3247550"/>
            <a:ext cx="189095" cy="191530"/>
          </a:xfrm>
          <a:prstGeom prst="rect">
            <a:avLst/>
          </a:prstGeom>
          <a:noFill/>
          <a:ln>
            <a:noFill/>
          </a:ln>
        </p:spPr>
      </p:pic>
      <p:sp>
        <p:nvSpPr>
          <p:cNvPr id="270" name="Google Shape;270;p30"/>
          <p:cNvSpPr txBox="1">
            <a:spLocks noGrp="1"/>
          </p:cNvSpPr>
          <p:nvPr>
            <p:ph type="subTitle" idx="1"/>
          </p:nvPr>
        </p:nvSpPr>
        <p:spPr>
          <a:xfrm>
            <a:off x="8447216"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271" name="Google Shape;271;p30"/>
          <p:cNvSpPr txBox="1">
            <a:spLocks noGrp="1"/>
          </p:cNvSpPr>
          <p:nvPr>
            <p:ph type="subTitle" idx="3"/>
          </p:nvPr>
        </p:nvSpPr>
        <p:spPr>
          <a:xfrm>
            <a:off x="12155026"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272" name="Google Shape;272;p30"/>
          <p:cNvSpPr txBox="1">
            <a:spLocks noGrp="1"/>
          </p:cNvSpPr>
          <p:nvPr>
            <p:ph type="title" idx="4"/>
          </p:nvPr>
        </p:nvSpPr>
        <p:spPr>
          <a:xfrm>
            <a:off x="4818675"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273" name="Google Shape;273;p30"/>
          <p:cNvSpPr txBox="1">
            <a:spLocks noGrp="1"/>
          </p:cNvSpPr>
          <p:nvPr>
            <p:ph type="subTitle" idx="5"/>
          </p:nvPr>
        </p:nvSpPr>
        <p:spPr>
          <a:xfrm>
            <a:off x="4741882"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274" name="Google Shape;274;p30"/>
          <p:cNvSpPr txBox="1">
            <a:spLocks noGrp="1"/>
          </p:cNvSpPr>
          <p:nvPr>
            <p:ph type="title" idx="6"/>
          </p:nvPr>
        </p:nvSpPr>
        <p:spPr>
          <a:xfrm>
            <a:off x="1123064"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275" name="Google Shape;275;p30"/>
          <p:cNvSpPr txBox="1">
            <a:spLocks noGrp="1"/>
          </p:cNvSpPr>
          <p:nvPr>
            <p:ph type="subTitle" idx="7"/>
          </p:nvPr>
        </p:nvSpPr>
        <p:spPr>
          <a:xfrm>
            <a:off x="1046275"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pic>
        <p:nvPicPr>
          <p:cNvPr id="276" name="Google Shape;276;p30" descr="alt=&quot;&quot;"/>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277" name="Google Shape;277;p30"/>
          <p:cNvSpPr txBox="1">
            <a:spLocks noGrp="1"/>
          </p:cNvSpPr>
          <p:nvPr>
            <p:ph type="title" idx="8"/>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278" name="Google Shape;278;p30"/>
          <p:cNvSpPr txBox="1">
            <a:spLocks noGrp="1"/>
          </p:cNvSpPr>
          <p:nvPr>
            <p:ph type="subTitle" idx="9"/>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279" name="Google Shape;279;p30"/>
          <p:cNvSpPr txBox="1">
            <a:spLocks noGrp="1"/>
          </p:cNvSpPr>
          <p:nvPr>
            <p:ph type="body" idx="1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2 Card - Five up - Blue">
  <p:cSld name="TITLE_1_1_1_1_1_1_1_1_1_1_1_1_1_1_1_1_1_1_1_1_1_1_1_1">
    <p:bg>
      <p:bgPr>
        <a:solidFill>
          <a:schemeClr val="accent6"/>
        </a:solidFill>
        <a:effectLst/>
      </p:bgPr>
    </p:bg>
    <p:spTree>
      <p:nvGrpSpPr>
        <p:cNvPr id="1" name="Shape 280"/>
        <p:cNvGrpSpPr/>
        <p:nvPr/>
      </p:nvGrpSpPr>
      <p:grpSpPr>
        <a:xfrm>
          <a:off x="0" y="0"/>
          <a:ext cx="0" cy="0"/>
          <a:chOff x="0" y="0"/>
          <a:chExt cx="0" cy="0"/>
        </a:xfrm>
      </p:grpSpPr>
      <p:sp>
        <p:nvSpPr>
          <p:cNvPr id="281" name="Google Shape;281;p31"/>
          <p:cNvSpPr/>
          <p:nvPr/>
        </p:nvSpPr>
        <p:spPr>
          <a:xfrm>
            <a:off x="7641721"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82" name="Google Shape;282;p31"/>
          <p:cNvSpPr/>
          <p:nvPr/>
        </p:nvSpPr>
        <p:spPr>
          <a:xfrm>
            <a:off x="4249485"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83" name="Google Shape;283;p31"/>
          <p:cNvSpPr/>
          <p:nvPr/>
        </p:nvSpPr>
        <p:spPr>
          <a:xfrm>
            <a:off x="11033956"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84" name="Google Shape;284;p31"/>
          <p:cNvSpPr/>
          <p:nvPr/>
        </p:nvSpPr>
        <p:spPr>
          <a:xfrm>
            <a:off x="857250"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85" name="Google Shape;285;p31"/>
          <p:cNvSpPr/>
          <p:nvPr/>
        </p:nvSpPr>
        <p:spPr>
          <a:xfrm>
            <a:off x="14426175" y="2852550"/>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86" name="Google Shape;286;p3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287" name="Google Shape;287;p31"/>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88" name="Google Shape;288;p31"/>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289" name="Google Shape;289;p31"/>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290" name="Google Shape;290;p31"/>
          <p:cNvSpPr txBox="1">
            <a:spLocks noGrp="1"/>
          </p:cNvSpPr>
          <p:nvPr>
            <p:ph type="body" idx="3"/>
          </p:nvPr>
        </p:nvSpPr>
        <p:spPr>
          <a:xfrm>
            <a:off x="11100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291" name="Google Shape;291;p31"/>
          <p:cNvSpPr txBox="1">
            <a:spLocks noGrp="1"/>
          </p:cNvSpPr>
          <p:nvPr>
            <p:ph type="body" idx="4"/>
          </p:nvPr>
        </p:nvSpPr>
        <p:spPr>
          <a:xfrm>
            <a:off x="4502238"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292" name="Google Shape;292;p31"/>
          <p:cNvSpPr txBox="1">
            <a:spLocks noGrp="1"/>
          </p:cNvSpPr>
          <p:nvPr>
            <p:ph type="body" idx="5"/>
          </p:nvPr>
        </p:nvSpPr>
        <p:spPr>
          <a:xfrm>
            <a:off x="78944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293" name="Google Shape;293;p31"/>
          <p:cNvSpPr txBox="1">
            <a:spLocks noGrp="1"/>
          </p:cNvSpPr>
          <p:nvPr>
            <p:ph type="body" idx="6"/>
          </p:nvPr>
        </p:nvSpPr>
        <p:spPr>
          <a:xfrm>
            <a:off x="112867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294" name="Google Shape;294;p31"/>
          <p:cNvSpPr txBox="1">
            <a:spLocks noGrp="1"/>
          </p:cNvSpPr>
          <p:nvPr>
            <p:ph type="body" idx="7"/>
          </p:nvPr>
        </p:nvSpPr>
        <p:spPr>
          <a:xfrm>
            <a:off x="146789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2 Card - Five up - White">
  <p:cSld name="TITLE_1_1_1_1_1_1_1_1_1_1_1_1_1_1_1_1_1_1_1_1_1_1_1_1_2_1">
    <p:bg>
      <p:bgPr>
        <a:solidFill>
          <a:srgbClr val="FFFEFE"/>
        </a:solidFill>
        <a:effectLst/>
      </p:bgPr>
    </p:bg>
    <p:spTree>
      <p:nvGrpSpPr>
        <p:cNvPr id="1" name="Shape 295"/>
        <p:cNvGrpSpPr/>
        <p:nvPr/>
      </p:nvGrpSpPr>
      <p:grpSpPr>
        <a:xfrm>
          <a:off x="0" y="0"/>
          <a:ext cx="0" cy="0"/>
          <a:chOff x="0" y="0"/>
          <a:chExt cx="0" cy="0"/>
        </a:xfrm>
      </p:grpSpPr>
      <p:sp>
        <p:nvSpPr>
          <p:cNvPr id="296" name="Google Shape;296;p32"/>
          <p:cNvSpPr/>
          <p:nvPr/>
        </p:nvSpPr>
        <p:spPr>
          <a:xfrm>
            <a:off x="7641721"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97" name="Google Shape;297;p32"/>
          <p:cNvSpPr/>
          <p:nvPr/>
        </p:nvSpPr>
        <p:spPr>
          <a:xfrm>
            <a:off x="4249485"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98" name="Google Shape;298;p32"/>
          <p:cNvSpPr/>
          <p:nvPr/>
        </p:nvSpPr>
        <p:spPr>
          <a:xfrm>
            <a:off x="11033956"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299" name="Google Shape;299;p32"/>
          <p:cNvSpPr/>
          <p:nvPr/>
        </p:nvSpPr>
        <p:spPr>
          <a:xfrm>
            <a:off x="857250"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00" name="Google Shape;300;p32"/>
          <p:cNvSpPr/>
          <p:nvPr/>
        </p:nvSpPr>
        <p:spPr>
          <a:xfrm>
            <a:off x="14426175" y="2852550"/>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01" name="Google Shape;301;p3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02" name="Google Shape;302;p32"/>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03" name="Google Shape;303;p32"/>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04" name="Google Shape;304;p3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05" name="Google Shape;305;p32"/>
          <p:cNvSpPr txBox="1">
            <a:spLocks noGrp="1"/>
          </p:cNvSpPr>
          <p:nvPr>
            <p:ph type="body" idx="3"/>
          </p:nvPr>
        </p:nvSpPr>
        <p:spPr>
          <a:xfrm>
            <a:off x="11100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06" name="Google Shape;306;p32"/>
          <p:cNvSpPr txBox="1">
            <a:spLocks noGrp="1"/>
          </p:cNvSpPr>
          <p:nvPr>
            <p:ph type="body" idx="4"/>
          </p:nvPr>
        </p:nvSpPr>
        <p:spPr>
          <a:xfrm>
            <a:off x="4502238"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07" name="Google Shape;307;p32"/>
          <p:cNvSpPr txBox="1">
            <a:spLocks noGrp="1"/>
          </p:cNvSpPr>
          <p:nvPr>
            <p:ph type="body" idx="5"/>
          </p:nvPr>
        </p:nvSpPr>
        <p:spPr>
          <a:xfrm>
            <a:off x="78944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08" name="Google Shape;308;p32"/>
          <p:cNvSpPr txBox="1">
            <a:spLocks noGrp="1"/>
          </p:cNvSpPr>
          <p:nvPr>
            <p:ph type="body" idx="6"/>
          </p:nvPr>
        </p:nvSpPr>
        <p:spPr>
          <a:xfrm>
            <a:off x="112867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09" name="Google Shape;309;p32"/>
          <p:cNvSpPr txBox="1">
            <a:spLocks noGrp="1"/>
          </p:cNvSpPr>
          <p:nvPr>
            <p:ph type="body" idx="7"/>
          </p:nvPr>
        </p:nvSpPr>
        <p:spPr>
          <a:xfrm>
            <a:off x="146789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3 Card – Five up_var2">
  <p:cSld name="Basic_4_1_3_1_1_1_1_1_1_1_1_1_1_1_1_1_1_1_3_2_1_1_1_2">
    <p:bg>
      <p:bgPr>
        <a:solidFill>
          <a:schemeClr val="accent6"/>
        </a:solidFill>
        <a:effectLst/>
      </p:bgPr>
    </p:bg>
    <p:spTree>
      <p:nvGrpSpPr>
        <p:cNvPr id="1" name="Shape 310"/>
        <p:cNvGrpSpPr/>
        <p:nvPr/>
      </p:nvGrpSpPr>
      <p:grpSpPr>
        <a:xfrm>
          <a:off x="0" y="0"/>
          <a:ext cx="0" cy="0"/>
          <a:chOff x="0" y="0"/>
          <a:chExt cx="0" cy="0"/>
        </a:xfrm>
      </p:grpSpPr>
      <p:sp>
        <p:nvSpPr>
          <p:cNvPr id="311" name="Google Shape;311;p33"/>
          <p:cNvSpPr txBox="1">
            <a:spLocks noGrp="1"/>
          </p:cNvSpPr>
          <p:nvPr>
            <p:ph type="subTitle" idx="1"/>
          </p:nvPr>
        </p:nvSpPr>
        <p:spPr>
          <a:xfrm>
            <a:off x="850614" y="9669563"/>
            <a:ext cx="10879800" cy="3351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sz="1500" b="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a:endParaRPr/>
          </a:p>
        </p:txBody>
      </p:sp>
      <p:sp>
        <p:nvSpPr>
          <p:cNvPr id="312" name="Google Shape;312;p33"/>
          <p:cNvSpPr/>
          <p:nvPr/>
        </p:nvSpPr>
        <p:spPr>
          <a:xfrm>
            <a:off x="9345709"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13" name="Google Shape;313;p33"/>
          <p:cNvSpPr/>
          <p:nvPr/>
        </p:nvSpPr>
        <p:spPr>
          <a:xfrm>
            <a:off x="5106355"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14" name="Google Shape;314;p33"/>
          <p:cNvSpPr/>
          <p:nvPr/>
        </p:nvSpPr>
        <p:spPr>
          <a:xfrm>
            <a:off x="13585063"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15" name="Google Shape;315;p33"/>
          <p:cNvSpPr/>
          <p:nvPr/>
        </p:nvSpPr>
        <p:spPr>
          <a:xfrm>
            <a:off x="867001"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16" name="Google Shape;316;p33"/>
          <p:cNvSpPr/>
          <p:nvPr/>
        </p:nvSpPr>
        <p:spPr>
          <a:xfrm>
            <a:off x="867001" y="7326075"/>
            <a:ext cx="16528200" cy="2173200"/>
          </a:xfrm>
          <a:prstGeom prst="roundRect">
            <a:avLst>
              <a:gd name="adj" fmla="val 9549"/>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17" name="Google Shape;317;p33"/>
          <p:cNvSpPr txBox="1">
            <a:spLocks noGrp="1"/>
          </p:cNvSpPr>
          <p:nvPr>
            <p:ph type="title"/>
          </p:nvPr>
        </p:nvSpPr>
        <p:spPr>
          <a:xfrm>
            <a:off x="1138000"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18" name="Google Shape;318;p33"/>
          <p:cNvSpPr txBox="1">
            <a:spLocks noGrp="1"/>
          </p:cNvSpPr>
          <p:nvPr>
            <p:ph type="body" idx="2"/>
          </p:nvPr>
        </p:nvSpPr>
        <p:spPr>
          <a:xfrm>
            <a:off x="1138000"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19" name="Google Shape;319;p33"/>
          <p:cNvSpPr txBox="1">
            <a:spLocks noGrp="1"/>
          </p:cNvSpPr>
          <p:nvPr>
            <p:ph type="title" idx="3"/>
          </p:nvPr>
        </p:nvSpPr>
        <p:spPr>
          <a:xfrm>
            <a:off x="5377374"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20" name="Google Shape;320;p33"/>
          <p:cNvSpPr txBox="1">
            <a:spLocks noGrp="1"/>
          </p:cNvSpPr>
          <p:nvPr>
            <p:ph type="body" idx="4"/>
          </p:nvPr>
        </p:nvSpPr>
        <p:spPr>
          <a:xfrm>
            <a:off x="5368437"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21" name="Google Shape;321;p33"/>
          <p:cNvSpPr txBox="1">
            <a:spLocks noGrp="1"/>
          </p:cNvSpPr>
          <p:nvPr>
            <p:ph type="title" idx="5"/>
          </p:nvPr>
        </p:nvSpPr>
        <p:spPr>
          <a:xfrm>
            <a:off x="9616737"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22" name="Google Shape;322;p33"/>
          <p:cNvSpPr txBox="1">
            <a:spLocks noGrp="1"/>
          </p:cNvSpPr>
          <p:nvPr>
            <p:ph type="body" idx="6"/>
          </p:nvPr>
        </p:nvSpPr>
        <p:spPr>
          <a:xfrm>
            <a:off x="9607799"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23" name="Google Shape;323;p33"/>
          <p:cNvSpPr txBox="1">
            <a:spLocks noGrp="1"/>
          </p:cNvSpPr>
          <p:nvPr>
            <p:ph type="title" idx="7"/>
          </p:nvPr>
        </p:nvSpPr>
        <p:spPr>
          <a:xfrm>
            <a:off x="13831638"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24" name="Google Shape;324;p33"/>
          <p:cNvSpPr txBox="1">
            <a:spLocks noGrp="1"/>
          </p:cNvSpPr>
          <p:nvPr>
            <p:ph type="body" idx="8"/>
          </p:nvPr>
        </p:nvSpPr>
        <p:spPr>
          <a:xfrm>
            <a:off x="13822700"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25" name="Google Shape;325;p33"/>
          <p:cNvSpPr txBox="1">
            <a:spLocks noGrp="1"/>
          </p:cNvSpPr>
          <p:nvPr>
            <p:ph type="title" idx="9"/>
          </p:nvPr>
        </p:nvSpPr>
        <p:spPr>
          <a:xfrm>
            <a:off x="1138000" y="7640950"/>
            <a:ext cx="15954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26" name="Google Shape;326;p33"/>
          <p:cNvSpPr txBox="1">
            <a:spLocks noGrp="1"/>
          </p:cNvSpPr>
          <p:nvPr>
            <p:ph type="body" idx="13"/>
          </p:nvPr>
        </p:nvSpPr>
        <p:spPr>
          <a:xfrm>
            <a:off x="1138000" y="8356250"/>
            <a:ext cx="15954300" cy="8052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27" name="Google Shape;327;p33"/>
          <p:cNvSpPr txBox="1">
            <a:spLocks noGrp="1"/>
          </p:cNvSpPr>
          <p:nvPr>
            <p:ph type="title" idx="14"/>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28" name="Google Shape;328;p3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4 Card – Six up without subtitle 1">
  <p:cSld name="Basic_4_1_3_1_1_1_1_1_1_1_1_1_1_1_1_1_1_1_3_2_1_1_1_1_1">
    <p:bg>
      <p:bgPr>
        <a:solidFill>
          <a:schemeClr val="accent6"/>
        </a:solidFill>
        <a:effectLst/>
      </p:bgPr>
    </p:bg>
    <p:spTree>
      <p:nvGrpSpPr>
        <p:cNvPr id="1" name="Shape 329"/>
        <p:cNvGrpSpPr/>
        <p:nvPr/>
      </p:nvGrpSpPr>
      <p:grpSpPr>
        <a:xfrm>
          <a:off x="0" y="0"/>
          <a:ext cx="0" cy="0"/>
          <a:chOff x="0" y="0"/>
          <a:chExt cx="0" cy="0"/>
        </a:xfrm>
      </p:grpSpPr>
      <p:sp>
        <p:nvSpPr>
          <p:cNvPr id="330" name="Google Shape;330;p34"/>
          <p:cNvSpPr txBox="1">
            <a:spLocks noGrp="1"/>
          </p:cNvSpPr>
          <p:nvPr>
            <p:ph type="subTitle" idx="1"/>
          </p:nvPr>
        </p:nvSpPr>
        <p:spPr>
          <a:xfrm>
            <a:off x="850614" y="9669563"/>
            <a:ext cx="10879800" cy="3351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sz="1500" b="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a:endParaRPr/>
          </a:p>
        </p:txBody>
      </p:sp>
      <p:sp>
        <p:nvSpPr>
          <p:cNvPr id="331" name="Google Shape;331;p34"/>
          <p:cNvSpPr/>
          <p:nvPr/>
        </p:nvSpPr>
        <p:spPr>
          <a:xfrm>
            <a:off x="12227453"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2" name="Google Shape;332;p34"/>
          <p:cNvSpPr/>
          <p:nvPr/>
        </p:nvSpPr>
        <p:spPr>
          <a:xfrm>
            <a:off x="881386"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3" name="Google Shape;333;p34"/>
          <p:cNvSpPr/>
          <p:nvPr/>
        </p:nvSpPr>
        <p:spPr>
          <a:xfrm>
            <a:off x="6554419"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4" name="Google Shape;334;p34"/>
          <p:cNvSpPr/>
          <p:nvPr/>
        </p:nvSpPr>
        <p:spPr>
          <a:xfrm>
            <a:off x="12210405"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5" name="Google Shape;335;p34"/>
          <p:cNvSpPr/>
          <p:nvPr/>
        </p:nvSpPr>
        <p:spPr>
          <a:xfrm>
            <a:off x="864338"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6" name="Google Shape;336;p34"/>
          <p:cNvSpPr/>
          <p:nvPr/>
        </p:nvSpPr>
        <p:spPr>
          <a:xfrm>
            <a:off x="6537371"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37" name="Google Shape;337;p34"/>
          <p:cNvSpPr txBox="1">
            <a:spLocks noGrp="1"/>
          </p:cNvSpPr>
          <p:nvPr>
            <p:ph type="title"/>
          </p:nvPr>
        </p:nvSpPr>
        <p:spPr>
          <a:xfrm>
            <a:off x="1290400"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38" name="Google Shape;338;p34"/>
          <p:cNvSpPr txBox="1">
            <a:spLocks noGrp="1"/>
          </p:cNvSpPr>
          <p:nvPr>
            <p:ph type="body" idx="2"/>
          </p:nvPr>
        </p:nvSpPr>
        <p:spPr>
          <a:xfrm>
            <a:off x="1290400"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39" name="Google Shape;339;p34"/>
          <p:cNvSpPr txBox="1">
            <a:spLocks noGrp="1"/>
          </p:cNvSpPr>
          <p:nvPr>
            <p:ph type="title" idx="3"/>
          </p:nvPr>
        </p:nvSpPr>
        <p:spPr>
          <a:xfrm>
            <a:off x="6926491"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40" name="Google Shape;340;p34"/>
          <p:cNvSpPr txBox="1">
            <a:spLocks noGrp="1"/>
          </p:cNvSpPr>
          <p:nvPr>
            <p:ph type="body" idx="4"/>
          </p:nvPr>
        </p:nvSpPr>
        <p:spPr>
          <a:xfrm>
            <a:off x="6926491"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41" name="Google Shape;341;p34"/>
          <p:cNvSpPr txBox="1">
            <a:spLocks noGrp="1"/>
          </p:cNvSpPr>
          <p:nvPr>
            <p:ph type="title" idx="5"/>
          </p:nvPr>
        </p:nvSpPr>
        <p:spPr>
          <a:xfrm>
            <a:off x="12589923"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42" name="Google Shape;342;p34"/>
          <p:cNvSpPr txBox="1">
            <a:spLocks noGrp="1"/>
          </p:cNvSpPr>
          <p:nvPr>
            <p:ph type="body" idx="6"/>
          </p:nvPr>
        </p:nvSpPr>
        <p:spPr>
          <a:xfrm>
            <a:off x="12589923"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43" name="Google Shape;343;p34"/>
          <p:cNvSpPr txBox="1">
            <a:spLocks noGrp="1"/>
          </p:cNvSpPr>
          <p:nvPr>
            <p:ph type="title" idx="7"/>
          </p:nvPr>
        </p:nvSpPr>
        <p:spPr>
          <a:xfrm>
            <a:off x="1290400"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44" name="Google Shape;344;p34"/>
          <p:cNvSpPr txBox="1">
            <a:spLocks noGrp="1"/>
          </p:cNvSpPr>
          <p:nvPr>
            <p:ph type="body" idx="8"/>
          </p:nvPr>
        </p:nvSpPr>
        <p:spPr>
          <a:xfrm>
            <a:off x="1290400"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45" name="Google Shape;345;p34"/>
          <p:cNvSpPr txBox="1">
            <a:spLocks noGrp="1"/>
          </p:cNvSpPr>
          <p:nvPr>
            <p:ph type="title" idx="9"/>
          </p:nvPr>
        </p:nvSpPr>
        <p:spPr>
          <a:xfrm>
            <a:off x="6926491"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46" name="Google Shape;346;p34"/>
          <p:cNvSpPr txBox="1">
            <a:spLocks noGrp="1"/>
          </p:cNvSpPr>
          <p:nvPr>
            <p:ph type="body" idx="13"/>
          </p:nvPr>
        </p:nvSpPr>
        <p:spPr>
          <a:xfrm>
            <a:off x="6926491"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47" name="Google Shape;347;p34"/>
          <p:cNvSpPr txBox="1">
            <a:spLocks noGrp="1"/>
          </p:cNvSpPr>
          <p:nvPr>
            <p:ph type="title" idx="14"/>
          </p:nvPr>
        </p:nvSpPr>
        <p:spPr>
          <a:xfrm>
            <a:off x="12589923"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48" name="Google Shape;348;p34"/>
          <p:cNvSpPr txBox="1">
            <a:spLocks noGrp="1"/>
          </p:cNvSpPr>
          <p:nvPr>
            <p:ph type="body" idx="15"/>
          </p:nvPr>
        </p:nvSpPr>
        <p:spPr>
          <a:xfrm>
            <a:off x="12589923"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49" name="Google Shape;349;p34"/>
          <p:cNvSpPr txBox="1">
            <a:spLocks noGrp="1"/>
          </p:cNvSpPr>
          <p:nvPr>
            <p:ph type="title" idx="16"/>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50" name="Google Shape;350;p3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4 Small Cards 1">
  <p:cSld name="TITLE_1_1_1_1_1_1_2_2_1">
    <p:bg>
      <p:bgPr>
        <a:solidFill>
          <a:schemeClr val="accent6"/>
        </a:solidFill>
        <a:effectLst/>
      </p:bgPr>
    </p:bg>
    <p:spTree>
      <p:nvGrpSpPr>
        <p:cNvPr id="1" name="Shape 351"/>
        <p:cNvGrpSpPr/>
        <p:nvPr/>
      </p:nvGrpSpPr>
      <p:grpSpPr>
        <a:xfrm>
          <a:off x="0" y="0"/>
          <a:ext cx="0" cy="0"/>
          <a:chOff x="0" y="0"/>
          <a:chExt cx="0" cy="0"/>
        </a:xfrm>
      </p:grpSpPr>
      <p:sp>
        <p:nvSpPr>
          <p:cNvPr id="352" name="Google Shape;352;p35"/>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a:endParaRPr/>
          </a:p>
        </p:txBody>
      </p:sp>
      <p:pic>
        <p:nvPicPr>
          <p:cNvPr id="353" name="Google Shape;353;p35"/>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54" name="Google Shape;354;p35"/>
          <p:cNvSpPr/>
          <p:nvPr/>
        </p:nvSpPr>
        <p:spPr>
          <a:xfrm>
            <a:off x="9354675" y="2438224"/>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55" name="Google Shape;355;p35"/>
          <p:cNvSpPr/>
          <p:nvPr/>
        </p:nvSpPr>
        <p:spPr>
          <a:xfrm>
            <a:off x="9354675" y="7286459"/>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56" name="Google Shape;356;p35"/>
          <p:cNvSpPr/>
          <p:nvPr/>
        </p:nvSpPr>
        <p:spPr>
          <a:xfrm>
            <a:off x="9354675" y="4862342"/>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57" name="Google Shape;357;p35"/>
          <p:cNvSpPr/>
          <p:nvPr/>
        </p:nvSpPr>
        <p:spPr>
          <a:xfrm>
            <a:off x="857250" y="2438224"/>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58" name="Google Shape;358;p35"/>
          <p:cNvSpPr/>
          <p:nvPr/>
        </p:nvSpPr>
        <p:spPr>
          <a:xfrm>
            <a:off x="857250" y="7286459"/>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59" name="Google Shape;359;p35"/>
          <p:cNvSpPr/>
          <p:nvPr/>
        </p:nvSpPr>
        <p:spPr>
          <a:xfrm>
            <a:off x="857250" y="4862342"/>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60" name="Google Shape;360;p35"/>
          <p:cNvSpPr txBox="1">
            <a:spLocks noGrp="1"/>
          </p:cNvSpPr>
          <p:nvPr>
            <p:ph type="body" idx="1"/>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61" name="Google Shape;361;p35"/>
          <p:cNvSpPr txBox="1">
            <a:spLocks noGrp="1"/>
          </p:cNvSpPr>
          <p:nvPr>
            <p:ph type="subTitle" idx="2"/>
          </p:nvPr>
        </p:nvSpPr>
        <p:spPr>
          <a:xfrm>
            <a:off x="857250" y="1704975"/>
            <a:ext cx="151449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a:endParaRPr/>
          </a:p>
        </p:txBody>
      </p:sp>
      <p:sp>
        <p:nvSpPr>
          <p:cNvPr id="362" name="Google Shape;362;p35"/>
          <p:cNvSpPr txBox="1">
            <a:spLocks noGrp="1"/>
          </p:cNvSpPr>
          <p:nvPr>
            <p:ph type="body" idx="3"/>
          </p:nvPr>
        </p:nvSpPr>
        <p:spPr>
          <a:xfrm>
            <a:off x="1110000" y="2672525"/>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3" name="Google Shape;363;p35"/>
          <p:cNvSpPr txBox="1">
            <a:spLocks noGrp="1"/>
          </p:cNvSpPr>
          <p:nvPr>
            <p:ph type="body" idx="4"/>
          </p:nvPr>
        </p:nvSpPr>
        <p:spPr>
          <a:xfrm>
            <a:off x="9642675" y="2672525"/>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4" name="Google Shape;364;p35"/>
          <p:cNvSpPr txBox="1">
            <a:spLocks noGrp="1"/>
          </p:cNvSpPr>
          <p:nvPr>
            <p:ph type="body" idx="5"/>
          </p:nvPr>
        </p:nvSpPr>
        <p:spPr>
          <a:xfrm>
            <a:off x="1110000" y="5108938"/>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5" name="Google Shape;365;p35"/>
          <p:cNvSpPr txBox="1">
            <a:spLocks noGrp="1"/>
          </p:cNvSpPr>
          <p:nvPr>
            <p:ph type="body" idx="6"/>
          </p:nvPr>
        </p:nvSpPr>
        <p:spPr>
          <a:xfrm>
            <a:off x="9642675" y="5108938"/>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6" name="Google Shape;366;p35"/>
          <p:cNvSpPr txBox="1">
            <a:spLocks noGrp="1"/>
          </p:cNvSpPr>
          <p:nvPr>
            <p:ph type="body" idx="7"/>
          </p:nvPr>
        </p:nvSpPr>
        <p:spPr>
          <a:xfrm>
            <a:off x="1110000" y="7545363"/>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7" name="Google Shape;367;p35"/>
          <p:cNvSpPr txBox="1">
            <a:spLocks noGrp="1"/>
          </p:cNvSpPr>
          <p:nvPr>
            <p:ph type="body" idx="8"/>
          </p:nvPr>
        </p:nvSpPr>
        <p:spPr>
          <a:xfrm>
            <a:off x="9642675" y="7545363"/>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5 Next Steps - Blue">
  <p:cSld name="TITLE_1_1_1_1_1_1_4">
    <p:bg>
      <p:bgPr>
        <a:solidFill>
          <a:schemeClr val="accent6"/>
        </a:solidFill>
        <a:effectLst/>
      </p:bgPr>
    </p:bg>
    <p:spTree>
      <p:nvGrpSpPr>
        <p:cNvPr id="1" name="Shape 368"/>
        <p:cNvGrpSpPr/>
        <p:nvPr/>
      </p:nvGrpSpPr>
      <p:grpSpPr>
        <a:xfrm>
          <a:off x="0" y="0"/>
          <a:ext cx="0" cy="0"/>
          <a:chOff x="0" y="0"/>
          <a:chExt cx="0" cy="0"/>
        </a:xfrm>
      </p:grpSpPr>
      <p:sp>
        <p:nvSpPr>
          <p:cNvPr id="369" name="Google Shape;369;p36"/>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70" name="Google Shape;370;p3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1" name="Google Shape;371;p36"/>
          <p:cNvSpPr/>
          <p:nvPr/>
        </p:nvSpPr>
        <p:spPr>
          <a:xfrm>
            <a:off x="857250" y="21053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72" name="Google Shape;372;p36"/>
          <p:cNvSpPr/>
          <p:nvPr/>
        </p:nvSpPr>
        <p:spPr>
          <a:xfrm>
            <a:off x="857250" y="39140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73" name="Google Shape;373;p36"/>
          <p:cNvSpPr/>
          <p:nvPr/>
        </p:nvSpPr>
        <p:spPr>
          <a:xfrm>
            <a:off x="857250" y="57227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74" name="Google Shape;374;p36"/>
          <p:cNvSpPr/>
          <p:nvPr/>
        </p:nvSpPr>
        <p:spPr>
          <a:xfrm>
            <a:off x="857250" y="75314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75" name="Google Shape;375;p36"/>
          <p:cNvSpPr txBox="1">
            <a:spLocks noGrp="1"/>
          </p:cNvSpPr>
          <p:nvPr>
            <p:ph type="title" idx="2"/>
          </p:nvPr>
        </p:nvSpPr>
        <p:spPr>
          <a:xfrm>
            <a:off x="2493675" y="2179347"/>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76" name="Google Shape;376;p36"/>
          <p:cNvSpPr txBox="1">
            <a:spLocks noGrp="1"/>
          </p:cNvSpPr>
          <p:nvPr>
            <p:ph type="body" idx="1"/>
          </p:nvPr>
        </p:nvSpPr>
        <p:spPr>
          <a:xfrm>
            <a:off x="2493675" y="2894647"/>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77" name="Google Shape;377;p36"/>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8" name="Google Shape;378;p36"/>
          <p:cNvSpPr txBox="1">
            <a:spLocks noGrp="1"/>
          </p:cNvSpPr>
          <p:nvPr>
            <p:ph type="title" idx="4"/>
          </p:nvPr>
        </p:nvSpPr>
        <p:spPr>
          <a:xfrm>
            <a:off x="2493675" y="3995322"/>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79" name="Google Shape;379;p36"/>
          <p:cNvSpPr txBox="1">
            <a:spLocks noGrp="1"/>
          </p:cNvSpPr>
          <p:nvPr>
            <p:ph type="body" idx="5"/>
          </p:nvPr>
        </p:nvSpPr>
        <p:spPr>
          <a:xfrm>
            <a:off x="2493675" y="4710622"/>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80" name="Google Shape;380;p36"/>
          <p:cNvSpPr txBox="1">
            <a:spLocks noGrp="1"/>
          </p:cNvSpPr>
          <p:nvPr>
            <p:ph type="title" idx="6"/>
          </p:nvPr>
        </p:nvSpPr>
        <p:spPr>
          <a:xfrm>
            <a:off x="2493675" y="5821727"/>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81" name="Google Shape;381;p36"/>
          <p:cNvSpPr txBox="1">
            <a:spLocks noGrp="1"/>
          </p:cNvSpPr>
          <p:nvPr>
            <p:ph type="body" idx="7"/>
          </p:nvPr>
        </p:nvSpPr>
        <p:spPr>
          <a:xfrm>
            <a:off x="2493675" y="6537027"/>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82" name="Google Shape;382;p36"/>
          <p:cNvSpPr txBox="1">
            <a:spLocks noGrp="1"/>
          </p:cNvSpPr>
          <p:nvPr>
            <p:ph type="title" idx="8"/>
          </p:nvPr>
        </p:nvSpPr>
        <p:spPr>
          <a:xfrm>
            <a:off x="2493675" y="7612722"/>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83" name="Google Shape;383;p36"/>
          <p:cNvSpPr txBox="1">
            <a:spLocks noGrp="1"/>
          </p:cNvSpPr>
          <p:nvPr>
            <p:ph type="body" idx="9"/>
          </p:nvPr>
        </p:nvSpPr>
        <p:spPr>
          <a:xfrm>
            <a:off x="2493675" y="8328022"/>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27 Quote 1">
  <p:cSld name="TITLE_1_1_1_1_1_1_1_1_1_1_1_1_1_1_1_1_1_1_1_1_1_1_1_1_1_1">
    <p:bg>
      <p:bgPr>
        <a:gradFill>
          <a:gsLst>
            <a:gs pos="0">
              <a:srgbClr val="90D0FE"/>
            </a:gs>
            <a:gs pos="100000">
              <a:srgbClr val="EAF5FE"/>
            </a:gs>
          </a:gsLst>
          <a:lin ang="16198662" scaled="0"/>
        </a:gradFill>
        <a:effectLst/>
      </p:bgPr>
    </p:bg>
    <p:spTree>
      <p:nvGrpSpPr>
        <p:cNvPr id="1" name="Shape 384"/>
        <p:cNvGrpSpPr/>
        <p:nvPr/>
      </p:nvGrpSpPr>
      <p:grpSpPr>
        <a:xfrm>
          <a:off x="0" y="0"/>
          <a:ext cx="0" cy="0"/>
          <a:chOff x="0" y="0"/>
          <a:chExt cx="0" cy="0"/>
        </a:xfrm>
      </p:grpSpPr>
      <p:pic>
        <p:nvPicPr>
          <p:cNvPr id="385" name="Google Shape;385;p37"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86" name="Google Shape;386;p37"/>
          <p:cNvSpPr/>
          <p:nvPr/>
        </p:nvSpPr>
        <p:spPr>
          <a:xfrm>
            <a:off x="857250" y="1732862"/>
            <a:ext cx="14910857" cy="6839424"/>
          </a:xfrm>
          <a:custGeom>
            <a:avLst/>
            <a:gdLst/>
            <a:ahLst/>
            <a:cxnLst/>
            <a:rect l="l" t="t" r="r" b="b"/>
            <a:pathLst>
              <a:path w="21539" h="21600" extrusionOk="0">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87" name="Google Shape;387;p37" title="Salesforce logo"/>
          <p:cNvPicPr preferRelativeResize="0"/>
          <p:nvPr/>
        </p:nvPicPr>
        <p:blipFill rotWithShape="1">
          <a:blip r:embed="rId3">
            <a:alphaModFix/>
          </a:blip>
          <a:srcRect/>
          <a:stretch/>
        </p:blipFill>
        <p:spPr>
          <a:xfrm>
            <a:off x="16549999" y="848190"/>
            <a:ext cx="953601" cy="667642"/>
          </a:xfrm>
          <a:prstGeom prst="rect">
            <a:avLst/>
          </a:prstGeom>
          <a:noFill/>
          <a:ln>
            <a:noFill/>
          </a:ln>
        </p:spPr>
      </p:pic>
      <p:sp>
        <p:nvSpPr>
          <p:cNvPr id="388" name="Google Shape;388;p37"/>
          <p:cNvSpPr txBox="1">
            <a:spLocks noGrp="1"/>
          </p:cNvSpPr>
          <p:nvPr>
            <p:ph type="title"/>
          </p:nvPr>
        </p:nvSpPr>
        <p:spPr>
          <a:xfrm>
            <a:off x="1333500" y="2400300"/>
            <a:ext cx="13239900" cy="4667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grpSp>
        <p:nvGrpSpPr>
          <p:cNvPr id="389" name="Google Shape;389;p37"/>
          <p:cNvGrpSpPr/>
          <p:nvPr/>
        </p:nvGrpSpPr>
        <p:grpSpPr>
          <a:xfrm>
            <a:off x="1333500" y="997673"/>
            <a:ext cx="1278450" cy="1211850"/>
            <a:chOff x="0" y="0"/>
            <a:chExt cx="1704600" cy="1615800"/>
          </a:xfrm>
        </p:grpSpPr>
        <p:sp>
          <p:nvSpPr>
            <p:cNvPr id="390" name="Google Shape;390;p37"/>
            <p:cNvSpPr/>
            <p:nvPr/>
          </p:nvSpPr>
          <p:spPr>
            <a:xfrm>
              <a:off x="0" y="0"/>
              <a:ext cx="1704600" cy="1615800"/>
            </a:xfrm>
            <a:prstGeom prst="roundRect">
              <a:avLst>
                <a:gd name="adj" fmla="val 18170"/>
              </a:avLst>
            </a:prstGeom>
            <a:gradFill>
              <a:gsLst>
                <a:gs pos="0">
                  <a:srgbClr val="CFE9FE">
                    <a:alpha val="30196"/>
                  </a:srgbClr>
                </a:gs>
                <a:gs pos="9810">
                  <a:srgbClr val="CFE9FE">
                    <a:alpha val="30196"/>
                  </a:srgbClr>
                </a:gs>
                <a:gs pos="100000">
                  <a:srgbClr val="90D0FE"/>
                </a:gs>
              </a:gsLst>
              <a:path path="circle">
                <a:fillToRect l="100000" b="100000"/>
              </a:path>
              <a:tileRect t="-100000" r="-100000"/>
            </a:gradFill>
            <a:ln w="9525" cap="flat" cmpd="sng">
              <a:solidFill>
                <a:srgbClr val="D8E6FE"/>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391" name="Google Shape;391;p37"/>
            <p:cNvSpPr/>
            <p:nvPr/>
          </p:nvSpPr>
          <p:spPr>
            <a:xfrm>
              <a:off x="0" y="0"/>
              <a:ext cx="1704600" cy="1615800"/>
            </a:xfrm>
            <a:prstGeom prst="roundRect">
              <a:avLst>
                <a:gd name="adj" fmla="val 18170"/>
              </a:avLst>
            </a:prstGeom>
            <a:gradFill>
              <a:gsLst>
                <a:gs pos="0">
                  <a:srgbClr val="FFFEFE"/>
                </a:gs>
                <a:gs pos="3230">
                  <a:srgbClr val="FFFEFE"/>
                </a:gs>
                <a:gs pos="100000">
                  <a:srgbClr val="FFFEFE">
                    <a:alpha val="0"/>
                  </a:srgbClr>
                </a:gs>
              </a:gsLst>
              <a:path path="circle">
                <a:fillToRect r="100000" b="100000"/>
              </a:path>
              <a:tileRect l="-100000" t="-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392" name="Google Shape;392;p37"/>
            <p:cNvSpPr/>
            <p:nvPr/>
          </p:nvSpPr>
          <p:spPr>
            <a:xfrm>
              <a:off x="0" y="0"/>
              <a:ext cx="1704600" cy="1615800"/>
            </a:xfrm>
            <a:prstGeom prst="roundRect">
              <a:avLst>
                <a:gd name="adj" fmla="val 18170"/>
              </a:avLst>
            </a:prstGeom>
            <a:gradFill>
              <a:gsLst>
                <a:gs pos="0">
                  <a:srgbClr val="FFFEFE"/>
                </a:gs>
                <a:gs pos="1570">
                  <a:srgbClr val="FFFEFE"/>
                </a:gs>
                <a:gs pos="100000">
                  <a:srgbClr val="CFE9FE">
                    <a:alpha val="0"/>
                  </a:srgbClr>
                </a:gs>
              </a:gsLst>
              <a:path path="circle">
                <a:fillToRect l="100000" b="100000"/>
              </a:path>
              <a:tileRect t="-100000" r="-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grpSp>
      <p:sp>
        <p:nvSpPr>
          <p:cNvPr id="393" name="Google Shape;393;p37"/>
          <p:cNvSpPr/>
          <p:nvPr/>
        </p:nvSpPr>
        <p:spPr>
          <a:xfrm>
            <a:off x="1566796" y="1268815"/>
            <a:ext cx="830682" cy="669330"/>
          </a:xfrm>
          <a:custGeom>
            <a:avLst/>
            <a:gdLst/>
            <a:ahLst/>
            <a:cxnLst/>
            <a:rect l="l" t="t" r="r" b="b"/>
            <a:pathLst>
              <a:path w="21600" h="21600" extrusionOk="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spcFirstLastPara="1" wrap="square" lIns="32500" tIns="32500" rIns="32500" bIns="32500" anchor="ctr" anchorCtr="0">
            <a:noAutofit/>
          </a:bodyPr>
          <a:lstStyle/>
          <a:p>
            <a:pPr marL="0" marR="0" lvl="0" indent="0" algn="ctr" rtl="0">
              <a:lnSpc>
                <a:spcPct val="90000"/>
              </a:lnSpc>
              <a:spcBef>
                <a:spcPts val="0"/>
              </a:spcBef>
              <a:spcAft>
                <a:spcPts val="0"/>
              </a:spcAft>
              <a:buClr>
                <a:srgbClr val="003366"/>
              </a:buClr>
              <a:buSzPts val="2900"/>
              <a:buFont typeface="Arial"/>
              <a:buNone/>
            </a:pPr>
            <a:endParaRPr sz="2900" b="0" i="0" u="none" strike="noStrike" cap="none">
              <a:solidFill>
                <a:srgbClr val="032D60"/>
              </a:solidFill>
              <a:latin typeface="Arial"/>
              <a:ea typeface="Arial"/>
              <a:cs typeface="Arial"/>
              <a:sym typeface="Arial"/>
            </a:endParaRPr>
          </a:p>
        </p:txBody>
      </p:sp>
      <p:pic>
        <p:nvPicPr>
          <p:cNvPr id="394" name="Google Shape;394;p37" title="BE-MVP-Icon-Spark_Redux_V3_RIGHT_yellow.png"/>
          <p:cNvPicPr preferRelativeResize="0"/>
          <p:nvPr/>
        </p:nvPicPr>
        <p:blipFill rotWithShape="1">
          <a:blip r:embed="rId4">
            <a:alphaModFix/>
          </a:blip>
          <a:srcRect l="22394" r="8488"/>
          <a:stretch/>
        </p:blipFill>
        <p:spPr>
          <a:xfrm>
            <a:off x="-3475" y="2091850"/>
            <a:ext cx="603525" cy="931975"/>
          </a:xfrm>
          <a:prstGeom prst="rect">
            <a:avLst/>
          </a:prstGeom>
          <a:noFill/>
          <a:ln>
            <a:noFill/>
          </a:ln>
        </p:spPr>
      </p:pic>
      <p:pic>
        <p:nvPicPr>
          <p:cNvPr id="395" name="Google Shape;395;p37"/>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6" name="Google Shape;396;p37"/>
          <p:cNvSpPr txBox="1">
            <a:spLocks noGrp="1"/>
          </p:cNvSpPr>
          <p:nvPr>
            <p:ph type="subTitle" idx="1"/>
          </p:nvPr>
        </p:nvSpPr>
        <p:spPr>
          <a:xfrm>
            <a:off x="1333500" y="7610475"/>
            <a:ext cx="13239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a:endParaRPr/>
          </a:p>
        </p:txBody>
      </p:sp>
      <p:pic>
        <p:nvPicPr>
          <p:cNvPr id="397" name="Google Shape;397;p37" title="BE-MVP-Icon-Spark_Redux_V3_STRAIGHT_yellow.png"/>
          <p:cNvPicPr preferRelativeResize="0"/>
          <p:nvPr/>
        </p:nvPicPr>
        <p:blipFill rotWithShape="1">
          <a:blip r:embed="rId6">
            <a:alphaModFix/>
          </a:blip>
          <a:srcRect t="2553" b="2553"/>
          <a:stretch/>
        </p:blipFill>
        <p:spPr>
          <a:xfrm rot="498582">
            <a:off x="13806739" y="8151217"/>
            <a:ext cx="966926" cy="979298"/>
          </a:xfrm>
          <a:prstGeom prst="rect">
            <a:avLst/>
          </a:prstGeom>
          <a:noFill/>
          <a:ln>
            <a:noFill/>
          </a:ln>
        </p:spPr>
      </p:pic>
      <p:pic>
        <p:nvPicPr>
          <p:cNvPr id="398" name="Google Shape;398;p37" title="BE-MVP-Icon-Spark_Redux_V3_LEFT_yellow.png"/>
          <p:cNvPicPr preferRelativeResize="0"/>
          <p:nvPr/>
        </p:nvPicPr>
        <p:blipFill rotWithShape="1">
          <a:blip r:embed="rId7">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8 Statement 1">
  <p:cSld name="TITLE_1_1_1_1_1_1_1_1_1_1_1_1_1_1_1_1_1_1_1_1_1_1_1_1_1_1_1">
    <p:bg>
      <p:bgPr>
        <a:solidFill>
          <a:srgbClr val="CFE9FE"/>
        </a:solidFill>
        <a:effectLst/>
      </p:bgPr>
    </p:bg>
    <p:spTree>
      <p:nvGrpSpPr>
        <p:cNvPr id="1" name="Shape 399"/>
        <p:cNvGrpSpPr/>
        <p:nvPr/>
      </p:nvGrpSpPr>
      <p:grpSpPr>
        <a:xfrm>
          <a:off x="0" y="0"/>
          <a:ext cx="0" cy="0"/>
          <a:chOff x="0" y="0"/>
          <a:chExt cx="0" cy="0"/>
        </a:xfrm>
      </p:grpSpPr>
      <p:pic>
        <p:nvPicPr>
          <p:cNvPr id="400" name="Google Shape;400;p3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1" name="Google Shape;401;p38"/>
          <p:cNvSpPr txBox="1">
            <a:spLocks noGrp="1"/>
          </p:cNvSpPr>
          <p:nvPr>
            <p:ph type="title"/>
          </p:nvPr>
        </p:nvSpPr>
        <p:spPr>
          <a:xfrm>
            <a:off x="1133475" y="3705225"/>
            <a:ext cx="16020900" cy="30909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a:endParaRPr/>
          </a:p>
        </p:txBody>
      </p:sp>
      <p:pic>
        <p:nvPicPr>
          <p:cNvPr id="402" name="Google Shape;402;p3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9 Statement 2">
  <p:cSld name="TITLE_1_1_1_1_1_1_1_1_1_1_1_1_1_1_1_1_1_1_1_1_1_1_1_1_1_1_1_1">
    <p:bg>
      <p:bgPr>
        <a:gradFill>
          <a:gsLst>
            <a:gs pos="0">
              <a:srgbClr val="90D0FE"/>
            </a:gs>
            <a:gs pos="100000">
              <a:srgbClr val="EAF5FE"/>
            </a:gs>
          </a:gsLst>
          <a:lin ang="16198662" scaled="0"/>
        </a:gradFill>
        <a:effectLst/>
      </p:bgPr>
    </p:bg>
    <p:spTree>
      <p:nvGrpSpPr>
        <p:cNvPr id="1" name="Shape 403"/>
        <p:cNvGrpSpPr/>
        <p:nvPr/>
      </p:nvGrpSpPr>
      <p:grpSpPr>
        <a:xfrm>
          <a:off x="0" y="0"/>
          <a:ext cx="0" cy="0"/>
          <a:chOff x="0" y="0"/>
          <a:chExt cx="0" cy="0"/>
        </a:xfrm>
      </p:grpSpPr>
      <p:pic>
        <p:nvPicPr>
          <p:cNvPr id="404" name="Google Shape;404;p3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 name="Google Shape;405;p39"/>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06" name="Google Shape;406;p3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7" name="Google Shape;407;p39"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408" name="Google Shape;408;p39"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409" name="Google Shape;409;p39"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410" name="Google Shape;410;p39"/>
          <p:cNvSpPr txBox="1">
            <a:spLocks noGrp="1"/>
          </p:cNvSpPr>
          <p:nvPr>
            <p:ph type="title"/>
          </p:nvPr>
        </p:nvSpPr>
        <p:spPr>
          <a:xfrm>
            <a:off x="1333500" y="2314575"/>
            <a:ext cx="12954000" cy="47148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11" name="Google Shape;411;p39"/>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12" name="Google Shape;412;p39"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30 Statement 3">
  <p:cSld name="TITLE_1_1_1_1_1_1_1_1_1_1_1_1_1_1_1_1_1_1_1_1_1_1_1_1_1_1_1_1_3">
    <p:bg>
      <p:bgPr>
        <a:solidFill>
          <a:srgbClr val="CFE9FE"/>
        </a:solidFill>
        <a:effectLst/>
      </p:bgPr>
    </p:bg>
    <p:spTree>
      <p:nvGrpSpPr>
        <p:cNvPr id="1" name="Shape 413"/>
        <p:cNvGrpSpPr/>
        <p:nvPr/>
      </p:nvGrpSpPr>
      <p:grpSpPr>
        <a:xfrm>
          <a:off x="0" y="0"/>
          <a:ext cx="0" cy="0"/>
          <a:chOff x="0" y="0"/>
          <a:chExt cx="0" cy="0"/>
        </a:xfrm>
      </p:grpSpPr>
      <p:pic>
        <p:nvPicPr>
          <p:cNvPr id="414" name="Google Shape;414;p4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15" name="Google Shape;415;p40"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416" name="Google Shape;416;p40"/>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17" name="Google Shape;417;p40"/>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418" name="Google Shape;418;p40" title="BE-MVP-Icon-Spark_Redux_V3_STRAIGHT_yellow.png"/>
          <p:cNvPicPr preferRelativeResize="0"/>
          <p:nvPr/>
        </p:nvPicPr>
        <p:blipFill rotWithShape="1">
          <a:blip r:embed="rId5">
            <a:alphaModFix/>
          </a:blip>
          <a:srcRect t="2553" b="2553"/>
          <a:stretch/>
        </p:blipFill>
        <p:spPr>
          <a:xfrm rot="498582">
            <a:off x="13806739" y="8151217"/>
            <a:ext cx="966926" cy="979298"/>
          </a:xfrm>
          <a:prstGeom prst="rect">
            <a:avLst/>
          </a:prstGeom>
          <a:noFill/>
          <a:ln>
            <a:noFill/>
          </a:ln>
        </p:spPr>
      </p:pic>
      <p:pic>
        <p:nvPicPr>
          <p:cNvPr id="419" name="Google Shape;419;p40" title="BE-MVP-Icon-Spark_Redux_V3_STRAIGHT_yellow.png"/>
          <p:cNvPicPr preferRelativeResize="0"/>
          <p:nvPr/>
        </p:nvPicPr>
        <p:blipFill rotWithShape="1">
          <a:blip r:embed="rId5">
            <a:alphaModFix/>
          </a:blip>
          <a:srcRect t="2553" b="2553"/>
          <a:stretch/>
        </p:blipFill>
        <p:spPr>
          <a:xfrm rot="-1459507">
            <a:off x="2495168" y="1072918"/>
            <a:ext cx="495528" cy="501868"/>
          </a:xfrm>
          <a:prstGeom prst="rect">
            <a:avLst/>
          </a:prstGeom>
          <a:noFill/>
          <a:ln>
            <a:noFill/>
          </a:ln>
        </p:spPr>
      </p:pic>
      <p:pic>
        <p:nvPicPr>
          <p:cNvPr id="420" name="Google Shape;420;p40" title="BE-MVP-Icon-Spark_Redux_V3_LEFT_yellow.png"/>
          <p:cNvPicPr preferRelativeResize="0"/>
          <p:nvPr/>
        </p:nvPicPr>
        <p:blipFill rotWithShape="1">
          <a:blip r:embed="rId6">
            <a:alphaModFix/>
          </a:blip>
          <a:srcRect t="2553" b="2553"/>
          <a:stretch/>
        </p:blipFill>
        <p:spPr>
          <a:xfrm rot="-1459490">
            <a:off x="1926380" y="1034195"/>
            <a:ext cx="248485" cy="251664"/>
          </a:xfrm>
          <a:prstGeom prst="rect">
            <a:avLst/>
          </a:prstGeom>
          <a:noFill/>
          <a:ln>
            <a:noFill/>
          </a:ln>
        </p:spPr>
      </p:pic>
      <p:sp>
        <p:nvSpPr>
          <p:cNvPr id="421" name="Google Shape;421;p40"/>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22" name="Google Shape;422;p40"/>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23" name="Google Shape;423;p40" title="BE-MVP-Icon-Spark_Redux_V3_LEFT_yellow.png"/>
          <p:cNvPicPr preferRelativeResize="0"/>
          <p:nvPr/>
        </p:nvPicPr>
        <p:blipFill rotWithShape="1">
          <a:blip r:embed="rId6">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30 Statement 3 1">
  <p:cSld name="TITLE_1_1_1_1_1_1_1_1_1_1_1_1_1_1_1_1_1_1_1_1_1_1_1_1_1_1_1_1_3_1">
    <p:bg>
      <p:bgPr>
        <a:solidFill>
          <a:srgbClr val="066AFE"/>
        </a:solidFill>
        <a:effectLst/>
      </p:bgPr>
    </p:bg>
    <p:spTree>
      <p:nvGrpSpPr>
        <p:cNvPr id="1" name="Shape 424"/>
        <p:cNvGrpSpPr/>
        <p:nvPr/>
      </p:nvGrpSpPr>
      <p:grpSpPr>
        <a:xfrm>
          <a:off x="0" y="0"/>
          <a:ext cx="0" cy="0"/>
          <a:chOff x="0" y="0"/>
          <a:chExt cx="0" cy="0"/>
        </a:xfrm>
      </p:grpSpPr>
      <p:sp>
        <p:nvSpPr>
          <p:cNvPr id="425" name="Google Shape;425;p41"/>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26" name="Google Shape;426;p41" title="Salesforce Cloud - Primary.png"/>
          <p:cNvPicPr preferRelativeResize="0"/>
          <p:nvPr/>
        </p:nvPicPr>
        <p:blipFill rotWithShape="1">
          <a:blip r:embed="rId2">
            <a:alphaModFix/>
          </a:blip>
          <a:srcRect t="130" b="120"/>
          <a:stretch/>
        </p:blipFill>
        <p:spPr>
          <a:xfrm>
            <a:off x="16550000" y="848191"/>
            <a:ext cx="953599" cy="667523"/>
          </a:xfrm>
          <a:prstGeom prst="rect">
            <a:avLst/>
          </a:prstGeom>
          <a:noFill/>
          <a:ln>
            <a:noFill/>
          </a:ln>
        </p:spPr>
      </p:pic>
      <p:pic>
        <p:nvPicPr>
          <p:cNvPr id="427" name="Google Shape;427;p41" title="BE-MVP-Icon-Spark_Redux_V3_STRAIGHT_yellow.png"/>
          <p:cNvPicPr preferRelativeResize="0"/>
          <p:nvPr/>
        </p:nvPicPr>
        <p:blipFill rotWithShape="1">
          <a:blip r:embed="rId3">
            <a:alphaModFix/>
          </a:blip>
          <a:srcRect t="2553" b="2553"/>
          <a:stretch/>
        </p:blipFill>
        <p:spPr>
          <a:xfrm rot="498582">
            <a:off x="13806739" y="8151217"/>
            <a:ext cx="966926" cy="979298"/>
          </a:xfrm>
          <a:prstGeom prst="rect">
            <a:avLst/>
          </a:prstGeom>
          <a:noFill/>
          <a:ln>
            <a:noFill/>
          </a:ln>
        </p:spPr>
      </p:pic>
      <p:pic>
        <p:nvPicPr>
          <p:cNvPr id="428" name="Google Shape;428;p41" title="BE-MVP-Icon-Spark_Redux_V3_STRAIGHT_yellow.png"/>
          <p:cNvPicPr preferRelativeResize="0"/>
          <p:nvPr/>
        </p:nvPicPr>
        <p:blipFill rotWithShape="1">
          <a:blip r:embed="rId3">
            <a:alphaModFix/>
          </a:blip>
          <a:srcRect t="2553" b="2553"/>
          <a:stretch/>
        </p:blipFill>
        <p:spPr>
          <a:xfrm rot="-1459507">
            <a:off x="2495168" y="1072918"/>
            <a:ext cx="495528" cy="501868"/>
          </a:xfrm>
          <a:prstGeom prst="rect">
            <a:avLst/>
          </a:prstGeom>
          <a:noFill/>
          <a:ln>
            <a:noFill/>
          </a:ln>
        </p:spPr>
      </p:pic>
      <p:pic>
        <p:nvPicPr>
          <p:cNvPr id="429" name="Google Shape;429;p41" title="BE-MVP-Icon-Spark_Redux_V3_LEFT_yellow.png"/>
          <p:cNvPicPr preferRelativeResize="0"/>
          <p:nvPr/>
        </p:nvPicPr>
        <p:blipFill rotWithShape="1">
          <a:blip r:embed="rId4">
            <a:alphaModFix/>
          </a:blip>
          <a:srcRect t="2553" b="2553"/>
          <a:stretch/>
        </p:blipFill>
        <p:spPr>
          <a:xfrm rot="-1459490">
            <a:off x="1926380" y="1034195"/>
            <a:ext cx="248485" cy="251664"/>
          </a:xfrm>
          <a:prstGeom prst="rect">
            <a:avLst/>
          </a:prstGeom>
          <a:noFill/>
          <a:ln>
            <a:noFill/>
          </a:ln>
        </p:spPr>
      </p:pic>
      <p:sp>
        <p:nvSpPr>
          <p:cNvPr id="430" name="Google Shape;430;p41"/>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31" name="Google Shape;431;p41"/>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32" name="Google Shape;432;p41" title="BE-MVP-Icon-Spark_Redux_V3_LEFT_yellow.png"/>
          <p:cNvPicPr preferRelativeResize="0"/>
          <p:nvPr/>
        </p:nvPicPr>
        <p:blipFill rotWithShape="1">
          <a:blip r:embed="rId4">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31 Statement 4">
  <p:cSld name="TITLE_1_1_1_1_1_1_1_1_1_1_1_1_1_1_1_1_1_1_1_1_1_1_1_1_1_1_1_1_2">
    <p:bg>
      <p:bgPr>
        <a:solidFill>
          <a:srgbClr val="CFE9FE"/>
        </a:solidFill>
        <a:effectLst/>
      </p:bgPr>
    </p:bg>
    <p:spTree>
      <p:nvGrpSpPr>
        <p:cNvPr id="1" name="Shape 433"/>
        <p:cNvGrpSpPr/>
        <p:nvPr/>
      </p:nvGrpSpPr>
      <p:grpSpPr>
        <a:xfrm>
          <a:off x="0" y="0"/>
          <a:ext cx="0" cy="0"/>
          <a:chOff x="0" y="0"/>
          <a:chExt cx="0" cy="0"/>
        </a:xfrm>
      </p:grpSpPr>
      <p:pic>
        <p:nvPicPr>
          <p:cNvPr id="434" name="Google Shape;434;p42"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
        <p:nvSpPr>
          <p:cNvPr id="435" name="Google Shape;435;p42"/>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36" name="Google Shape;436;p42"/>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37" name="Google Shape;437;p42"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438" name="Google Shape;438;p42"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439" name="Google Shape;439;p42"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440" name="Google Shape;440;p42"/>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41" name="Google Shape;441;p42"/>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42" name="Google Shape;442;p42"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2 Statement 5">
  <p:cSld name="TITLE_1_1_1_1_1_1_1_1_1_1_1_1_1_1_1_1_1_1_1_1_1_1_1_1_1_1_1_1_2_1">
    <p:bg>
      <p:bgPr>
        <a:solidFill>
          <a:srgbClr val="CFE9FE"/>
        </a:solidFill>
        <a:effectLst/>
      </p:bgPr>
    </p:bg>
    <p:spTree>
      <p:nvGrpSpPr>
        <p:cNvPr id="1" name="Shape 443"/>
        <p:cNvGrpSpPr/>
        <p:nvPr/>
      </p:nvGrpSpPr>
      <p:grpSpPr>
        <a:xfrm>
          <a:off x="0" y="0"/>
          <a:ext cx="0" cy="0"/>
          <a:chOff x="0" y="0"/>
          <a:chExt cx="0" cy="0"/>
        </a:xfrm>
      </p:grpSpPr>
      <p:pic>
        <p:nvPicPr>
          <p:cNvPr id="444" name="Google Shape;444;p43"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5" name="Google Shape;445;p43"/>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46" name="Google Shape;446;p43"/>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47" name="Google Shape;447;p43"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448" name="Google Shape;448;p43"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449" name="Google Shape;449;p43"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450" name="Google Shape;450;p43"/>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51" name="Google Shape;451;p43"/>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52" name="Google Shape;452;p43"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2 Statement with data">
  <p:cSld name="TITLE_1_1_1_1_1_1_1_1_1_1_1_1_1_1_1_1_1_1_1_1_1_1_1_1_1_1_1_1_1_1_1">
    <p:bg>
      <p:bgPr>
        <a:solidFill>
          <a:schemeClr val="accent6"/>
        </a:solidFill>
        <a:effectLst/>
      </p:bgPr>
    </p:bg>
    <p:spTree>
      <p:nvGrpSpPr>
        <p:cNvPr id="1" name="Shape 453"/>
        <p:cNvGrpSpPr/>
        <p:nvPr/>
      </p:nvGrpSpPr>
      <p:grpSpPr>
        <a:xfrm>
          <a:off x="0" y="0"/>
          <a:ext cx="0" cy="0"/>
          <a:chOff x="0" y="0"/>
          <a:chExt cx="0" cy="0"/>
        </a:xfrm>
      </p:grpSpPr>
      <p:sp>
        <p:nvSpPr>
          <p:cNvPr id="454" name="Google Shape;454;p44"/>
          <p:cNvSpPr/>
          <p:nvPr/>
        </p:nvSpPr>
        <p:spPr>
          <a:xfrm flipH="1">
            <a:off x="7899811" y="2002123"/>
            <a:ext cx="9512840" cy="6262064"/>
          </a:xfrm>
          <a:custGeom>
            <a:avLst/>
            <a:gdLst/>
            <a:ahLst/>
            <a:cxnLst/>
            <a:rect l="l" t="t" r="r" b="b"/>
            <a:pathLst>
              <a:path w="21496" h="21595" extrusionOk="0">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55" name="Google Shape;455;p44"/>
          <p:cNvSpPr txBox="1">
            <a:spLocks noGrp="1"/>
          </p:cNvSpPr>
          <p:nvPr>
            <p:ph type="title"/>
          </p:nvPr>
        </p:nvSpPr>
        <p:spPr>
          <a:xfrm>
            <a:off x="8915400" y="2852738"/>
            <a:ext cx="7915200" cy="4562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a:endParaRPr/>
          </a:p>
        </p:txBody>
      </p:sp>
      <p:pic>
        <p:nvPicPr>
          <p:cNvPr id="456" name="Google Shape;456;p4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57" name="Google Shape;457;p44" descr="8eddf9cd5d8993598fe8b721e932338b28a73d3f.png"/>
          <p:cNvPicPr preferRelativeResize="0"/>
          <p:nvPr/>
        </p:nvPicPr>
        <p:blipFill rotWithShape="1">
          <a:blip r:embed="rId3">
            <a:alphaModFix/>
          </a:blip>
          <a:srcRect l="8" t="7173" r="20381" b="8927"/>
          <a:stretch/>
        </p:blipFill>
        <p:spPr>
          <a:xfrm rot="5969335">
            <a:off x="16935753" y="7113292"/>
            <a:ext cx="994791" cy="1048341"/>
          </a:xfrm>
          <a:custGeom>
            <a:avLst/>
            <a:gdLst/>
            <a:ahLst/>
            <a:cxnLst/>
            <a:rect l="l" t="t" r="r" b="b"/>
            <a:pathLst>
              <a:path w="21600" h="21600" extrusionOk="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id="458" name="Google Shape;458;p44" descr="8eddf9cd5d8993598fe8b721e932338b28a73d3f.png"/>
          <p:cNvPicPr preferRelativeResize="0"/>
          <p:nvPr/>
        </p:nvPicPr>
        <p:blipFill rotWithShape="1">
          <a:blip r:embed="rId3">
            <a:alphaModFix/>
          </a:blip>
          <a:srcRect l="24" t="7179" r="20346" b="8957"/>
          <a:stretch/>
        </p:blipFill>
        <p:spPr>
          <a:xfrm>
            <a:off x="16951206" y="7806343"/>
            <a:ext cx="235494" cy="247914"/>
          </a:xfrm>
          <a:custGeom>
            <a:avLst/>
            <a:gdLst/>
            <a:ahLst/>
            <a:cxnLst/>
            <a:rect l="l" t="t" r="r" b="b"/>
            <a:pathLst>
              <a:path w="21600" h="21600" extrusionOk="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id="459" name="Google Shape;459;p44" descr="8eddf9cd5d8993598fe8b721e932338b28a73d3f.png"/>
          <p:cNvPicPr preferRelativeResize="0"/>
          <p:nvPr/>
        </p:nvPicPr>
        <p:blipFill rotWithShape="1">
          <a:blip r:embed="rId3">
            <a:alphaModFix/>
          </a:blip>
          <a:srcRect l="16" t="7175" r="20354" b="8904"/>
          <a:stretch/>
        </p:blipFill>
        <p:spPr>
          <a:xfrm rot="-861880">
            <a:off x="17403210" y="8087609"/>
            <a:ext cx="436410" cy="459880"/>
          </a:xfrm>
          <a:custGeom>
            <a:avLst/>
            <a:gdLst/>
            <a:ahLst/>
            <a:cxnLst/>
            <a:rect l="l" t="t" r="r" b="b"/>
            <a:pathLst>
              <a:path w="21600" h="21600" extrusionOk="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4 Statement quote">
  <p:cSld name="TITLE_1_1_1_1_1_1_1_1_1_1_1_1_1_1_1_1_1_1_1_1_1_1_1_1_1_1_1_1_1_1_1_1_1">
    <p:bg>
      <p:bgPr>
        <a:gradFill>
          <a:gsLst>
            <a:gs pos="0">
              <a:srgbClr val="90D0FE"/>
            </a:gs>
            <a:gs pos="100000">
              <a:srgbClr val="EAF5FE"/>
            </a:gs>
          </a:gsLst>
          <a:lin ang="16198662" scaled="0"/>
        </a:gradFill>
        <a:effectLst/>
      </p:bgPr>
    </p:bg>
    <p:spTree>
      <p:nvGrpSpPr>
        <p:cNvPr id="1" name="Shape 460"/>
        <p:cNvGrpSpPr/>
        <p:nvPr/>
      </p:nvGrpSpPr>
      <p:grpSpPr>
        <a:xfrm>
          <a:off x="0" y="0"/>
          <a:ext cx="0" cy="0"/>
          <a:chOff x="0" y="0"/>
          <a:chExt cx="0" cy="0"/>
        </a:xfrm>
      </p:grpSpPr>
      <p:pic>
        <p:nvPicPr>
          <p:cNvPr id="461" name="Google Shape;461;p45"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62" name="Google Shape;462;p45"/>
          <p:cNvSpPr/>
          <p:nvPr/>
        </p:nvSpPr>
        <p:spPr>
          <a:xfrm>
            <a:off x="857250" y="1732862"/>
            <a:ext cx="12871065" cy="6839424"/>
          </a:xfrm>
          <a:custGeom>
            <a:avLst/>
            <a:gdLst/>
            <a:ahLst/>
            <a:cxnLst/>
            <a:rect l="l" t="t" r="r" b="b"/>
            <a:pathLst>
              <a:path w="21530" h="21600" extrusionOk="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14300"/>
              <a:buFont typeface="Questrial"/>
              <a:buNone/>
            </a:pPr>
            <a:endParaRPr sz="14300" b="0" i="0" u="none" strike="noStrike" cap="none">
              <a:solidFill>
                <a:srgbClr val="003366"/>
              </a:solidFill>
              <a:latin typeface="Questrial"/>
              <a:ea typeface="Questrial"/>
              <a:cs typeface="Questrial"/>
              <a:sym typeface="Questrial"/>
            </a:endParaRPr>
          </a:p>
        </p:txBody>
      </p:sp>
      <p:sp>
        <p:nvSpPr>
          <p:cNvPr id="463" name="Google Shape;463;p45"/>
          <p:cNvSpPr/>
          <p:nvPr/>
        </p:nvSpPr>
        <p:spPr>
          <a:xfrm>
            <a:off x="14279102" y="3684699"/>
            <a:ext cx="3130800" cy="2884800"/>
          </a:xfrm>
          <a:prstGeom prst="roundRect">
            <a:avLst>
              <a:gd name="adj" fmla="val 9717"/>
            </a:avLst>
          </a:prstGeom>
          <a:solidFill>
            <a:srgbClr val="FCC00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14300"/>
              <a:buFont typeface="Questrial"/>
              <a:buNone/>
            </a:pPr>
            <a:endParaRPr sz="14300" b="0" i="0" u="none" strike="noStrike" cap="none">
              <a:solidFill>
                <a:srgbClr val="003366"/>
              </a:solidFill>
              <a:latin typeface="Questrial"/>
              <a:ea typeface="Questrial"/>
              <a:cs typeface="Questrial"/>
              <a:sym typeface="Questrial"/>
            </a:endParaRPr>
          </a:p>
        </p:txBody>
      </p:sp>
      <p:grpSp>
        <p:nvGrpSpPr>
          <p:cNvPr id="464" name="Google Shape;464;p45"/>
          <p:cNvGrpSpPr/>
          <p:nvPr/>
        </p:nvGrpSpPr>
        <p:grpSpPr>
          <a:xfrm>
            <a:off x="1333500" y="997673"/>
            <a:ext cx="1278450" cy="1211850"/>
            <a:chOff x="0" y="0"/>
            <a:chExt cx="1704600" cy="1615800"/>
          </a:xfrm>
        </p:grpSpPr>
        <p:sp>
          <p:nvSpPr>
            <p:cNvPr id="465" name="Google Shape;465;p45"/>
            <p:cNvSpPr/>
            <p:nvPr/>
          </p:nvSpPr>
          <p:spPr>
            <a:xfrm>
              <a:off x="0" y="0"/>
              <a:ext cx="1704600" cy="1615800"/>
            </a:xfrm>
            <a:prstGeom prst="roundRect">
              <a:avLst>
                <a:gd name="adj" fmla="val 18170"/>
              </a:avLst>
            </a:prstGeom>
            <a:gradFill>
              <a:gsLst>
                <a:gs pos="0">
                  <a:srgbClr val="CFE9FE">
                    <a:alpha val="30196"/>
                  </a:srgbClr>
                </a:gs>
                <a:gs pos="9810">
                  <a:srgbClr val="CFE9FE">
                    <a:alpha val="30196"/>
                  </a:srgbClr>
                </a:gs>
                <a:gs pos="100000">
                  <a:srgbClr val="90D0FE"/>
                </a:gs>
              </a:gsLst>
              <a:path path="circle">
                <a:fillToRect l="100000" b="100000"/>
              </a:path>
              <a:tileRect t="-100000" r="-100000"/>
            </a:gradFill>
            <a:ln w="9525" cap="flat" cmpd="sng">
              <a:solidFill>
                <a:srgbClr val="D8E6FE"/>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466" name="Google Shape;466;p45"/>
            <p:cNvSpPr/>
            <p:nvPr/>
          </p:nvSpPr>
          <p:spPr>
            <a:xfrm>
              <a:off x="0" y="0"/>
              <a:ext cx="1704600" cy="1615800"/>
            </a:xfrm>
            <a:prstGeom prst="roundRect">
              <a:avLst>
                <a:gd name="adj" fmla="val 18170"/>
              </a:avLst>
            </a:prstGeom>
            <a:gradFill>
              <a:gsLst>
                <a:gs pos="0">
                  <a:srgbClr val="FFFEFE"/>
                </a:gs>
                <a:gs pos="3230">
                  <a:srgbClr val="FFFEFE"/>
                </a:gs>
                <a:gs pos="100000">
                  <a:srgbClr val="FFFEFE">
                    <a:alpha val="0"/>
                  </a:srgbClr>
                </a:gs>
              </a:gsLst>
              <a:path path="circle">
                <a:fillToRect r="100000" b="100000"/>
              </a:path>
              <a:tileRect l="-100000" t="-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467" name="Google Shape;467;p45"/>
            <p:cNvSpPr/>
            <p:nvPr/>
          </p:nvSpPr>
          <p:spPr>
            <a:xfrm>
              <a:off x="0" y="0"/>
              <a:ext cx="1704600" cy="1615800"/>
            </a:xfrm>
            <a:prstGeom prst="roundRect">
              <a:avLst>
                <a:gd name="adj" fmla="val 18170"/>
              </a:avLst>
            </a:prstGeom>
            <a:gradFill>
              <a:gsLst>
                <a:gs pos="0">
                  <a:srgbClr val="FFFEFE"/>
                </a:gs>
                <a:gs pos="1570">
                  <a:srgbClr val="FFFEFE"/>
                </a:gs>
                <a:gs pos="100000">
                  <a:srgbClr val="CFE9FE">
                    <a:alpha val="0"/>
                  </a:srgbClr>
                </a:gs>
              </a:gsLst>
              <a:path path="circle">
                <a:fillToRect l="100000" b="100000"/>
              </a:path>
              <a:tileRect t="-100000" r="-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grpSp>
      <p:sp>
        <p:nvSpPr>
          <p:cNvPr id="468" name="Google Shape;468;p45"/>
          <p:cNvSpPr/>
          <p:nvPr/>
        </p:nvSpPr>
        <p:spPr>
          <a:xfrm>
            <a:off x="1566863" y="1268815"/>
            <a:ext cx="830682" cy="669330"/>
          </a:xfrm>
          <a:custGeom>
            <a:avLst/>
            <a:gdLst/>
            <a:ahLst/>
            <a:cxnLst/>
            <a:rect l="l" t="t" r="r" b="b"/>
            <a:pathLst>
              <a:path w="21600" h="21600" extrusionOk="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spcFirstLastPara="1" wrap="square" lIns="32500" tIns="32500" rIns="32500" bIns="32500" anchor="ctr" anchorCtr="0">
            <a:noAutofit/>
          </a:bodyPr>
          <a:lstStyle/>
          <a:p>
            <a:pPr marL="0" marR="0" lvl="0" indent="0" algn="ctr" rtl="0">
              <a:lnSpc>
                <a:spcPct val="90000"/>
              </a:lnSpc>
              <a:spcBef>
                <a:spcPts val="0"/>
              </a:spcBef>
              <a:spcAft>
                <a:spcPts val="0"/>
              </a:spcAft>
              <a:buClr>
                <a:srgbClr val="003366"/>
              </a:buClr>
              <a:buSzPts val="2900"/>
              <a:buFont typeface="Arial"/>
              <a:buNone/>
            </a:pPr>
            <a:endParaRPr sz="2900" b="0" i="0" u="none" strike="noStrike" cap="none">
              <a:solidFill>
                <a:srgbClr val="032D60"/>
              </a:solidFill>
              <a:latin typeface="Arial"/>
              <a:ea typeface="Arial"/>
              <a:cs typeface="Arial"/>
              <a:sym typeface="Arial"/>
            </a:endParaRPr>
          </a:p>
        </p:txBody>
      </p:sp>
      <p:pic>
        <p:nvPicPr>
          <p:cNvPr id="469" name="Google Shape;469;p4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0" name="Google Shape;470;p45"/>
          <p:cNvSpPr>
            <a:spLocks noGrp="1"/>
          </p:cNvSpPr>
          <p:nvPr>
            <p:ph type="pic" idx="2"/>
          </p:nvPr>
        </p:nvSpPr>
        <p:spPr>
          <a:xfrm>
            <a:off x="14278928" y="3684270"/>
            <a:ext cx="3130800" cy="2885100"/>
          </a:xfrm>
          <a:prstGeom prst="roundRect">
            <a:avLst>
              <a:gd name="adj" fmla="val 9780"/>
            </a:avLst>
          </a:prstGeom>
          <a:noFill/>
          <a:ln>
            <a:noFill/>
          </a:ln>
        </p:spPr>
      </p:sp>
      <p:sp>
        <p:nvSpPr>
          <p:cNvPr id="471" name="Google Shape;471;p45"/>
          <p:cNvSpPr txBox="1">
            <a:spLocks noGrp="1"/>
          </p:cNvSpPr>
          <p:nvPr>
            <p:ph type="title"/>
          </p:nvPr>
        </p:nvSpPr>
        <p:spPr>
          <a:xfrm>
            <a:off x="1333500" y="2265063"/>
            <a:ext cx="10944300" cy="57750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72" name="Google Shape;472;p45"/>
          <p:cNvSpPr txBox="1">
            <a:spLocks noGrp="1"/>
          </p:cNvSpPr>
          <p:nvPr>
            <p:ph type="subTitle" idx="1"/>
          </p:nvPr>
        </p:nvSpPr>
        <p:spPr>
          <a:xfrm>
            <a:off x="14406925" y="6985950"/>
            <a:ext cx="3022800" cy="1586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400"/>
              <a:buNone/>
              <a:defRPr sz="2400" b="1"/>
            </a:lvl1pPr>
            <a:lvl2pPr lvl="1">
              <a:spcBef>
                <a:spcPts val="0"/>
              </a:spcBef>
              <a:spcAft>
                <a:spcPts val="0"/>
              </a:spcAft>
              <a:buSzPts val="2400"/>
              <a:buNone/>
              <a:defRPr sz="2400" b="1"/>
            </a:lvl2pPr>
            <a:lvl3pPr lvl="2">
              <a:spcBef>
                <a:spcPts val="1800"/>
              </a:spcBef>
              <a:spcAft>
                <a:spcPts val="0"/>
              </a:spcAft>
              <a:buSzPts val="2400"/>
              <a:buNone/>
              <a:defRPr b="1"/>
            </a:lvl3pPr>
            <a:lvl4pPr lvl="3">
              <a:spcBef>
                <a:spcPts val="1800"/>
              </a:spcBef>
              <a:spcAft>
                <a:spcPts val="0"/>
              </a:spcAft>
              <a:buSzPts val="2400"/>
              <a:buNone/>
              <a:defRPr sz="2400" b="1"/>
            </a:lvl4pPr>
            <a:lvl5pPr lvl="4">
              <a:spcBef>
                <a:spcPts val="1800"/>
              </a:spcBef>
              <a:spcAft>
                <a:spcPts val="0"/>
              </a:spcAft>
              <a:buSzPts val="2400"/>
              <a:buNone/>
              <a:defRPr sz="2400" b="1"/>
            </a:lvl5pPr>
            <a:lvl6pPr lvl="5">
              <a:spcBef>
                <a:spcPts val="1800"/>
              </a:spcBef>
              <a:spcAft>
                <a:spcPts val="0"/>
              </a:spcAft>
              <a:buSzPts val="2400"/>
              <a:buNone/>
              <a:defRPr sz="2400" b="1"/>
            </a:lvl6pPr>
            <a:lvl7pPr lvl="6">
              <a:spcBef>
                <a:spcPts val="1800"/>
              </a:spcBef>
              <a:spcAft>
                <a:spcPts val="0"/>
              </a:spcAft>
              <a:buSzPts val="2400"/>
              <a:buNone/>
              <a:defRPr sz="2400" b="1"/>
            </a:lvl7pPr>
            <a:lvl8pPr lvl="7">
              <a:spcBef>
                <a:spcPts val="1800"/>
              </a:spcBef>
              <a:spcAft>
                <a:spcPts val="0"/>
              </a:spcAft>
              <a:buSzPts val="2400"/>
              <a:buNone/>
              <a:defRPr sz="2400" b="1"/>
            </a:lvl8pPr>
            <a:lvl9pPr lvl="8">
              <a:spcBef>
                <a:spcPts val="1800"/>
              </a:spcBef>
              <a:spcAft>
                <a:spcPts val="1800"/>
              </a:spcAft>
              <a:buSzPts val="2400"/>
              <a:buNone/>
              <a:defRPr sz="2400" b="1"/>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35 Segue 1">
  <p:cSld name="TITLE_1_1_1_1_1_1_1_1_1_1_1_1_1_1_1_1_1_1_1_1_1_1_1_1_1_1_1_1_1_1_1_1_1_1">
    <p:bg>
      <p:bgPr>
        <a:solidFill>
          <a:schemeClr val="lt1"/>
        </a:solidFill>
        <a:effectLst/>
      </p:bgPr>
    </p:bg>
    <p:spTree>
      <p:nvGrpSpPr>
        <p:cNvPr id="1" name="Shape 473"/>
        <p:cNvGrpSpPr/>
        <p:nvPr/>
      </p:nvGrpSpPr>
      <p:grpSpPr>
        <a:xfrm>
          <a:off x="0" y="0"/>
          <a:ext cx="0" cy="0"/>
          <a:chOff x="0" y="0"/>
          <a:chExt cx="0" cy="0"/>
        </a:xfrm>
      </p:grpSpPr>
      <p:pic>
        <p:nvPicPr>
          <p:cNvPr id="474" name="Google Shape;474;p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75" name="Google Shape;475;p46"/>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76" name="Google Shape;476;p46"/>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77" name="Google Shape;477;p4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8" name="Google Shape;478;p46"/>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pic>
        <p:nvPicPr>
          <p:cNvPr id="479" name="Google Shape;479;p46" title="BE-MVP-Icon-Spark_Redux_V3_RIGHT_yellow.png"/>
          <p:cNvPicPr preferRelativeResize="0"/>
          <p:nvPr/>
        </p:nvPicPr>
        <p:blipFill rotWithShape="1">
          <a:blip r:embed="rId4">
            <a:alphaModFix/>
          </a:blip>
          <a:srcRect l="17671" t="12399" r="9187" b="8324"/>
          <a:stretch/>
        </p:blipFill>
        <p:spPr>
          <a:xfrm rot="-9">
            <a:off x="1" y="6380114"/>
            <a:ext cx="1675026" cy="1937844"/>
          </a:xfrm>
          <a:prstGeom prst="rect">
            <a:avLst/>
          </a:prstGeom>
          <a:noFill/>
          <a:ln>
            <a:noFill/>
          </a:ln>
        </p:spPr>
      </p:pic>
      <p:sp>
        <p:nvSpPr>
          <p:cNvPr id="480" name="Google Shape;480;p46"/>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1" name="Google Shape;481;p46"/>
          <p:cNvSpPr/>
          <p:nvPr/>
        </p:nvSpPr>
        <p:spPr>
          <a:xfrm>
            <a:off x="4686089" y="5750894"/>
            <a:ext cx="1247700" cy="1247700"/>
          </a:xfrm>
          <a:prstGeom prst="roundRect">
            <a:avLst>
              <a:gd name="adj" fmla="val 23260"/>
            </a:avLst>
          </a:prstGeom>
          <a:solidFill>
            <a:schemeClr val="lt2"/>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2" name="Google Shape;482;p46"/>
          <p:cNvSpPr/>
          <p:nvPr/>
        </p:nvSpPr>
        <p:spPr>
          <a:xfrm>
            <a:off x="1722794" y="7255047"/>
            <a:ext cx="2704800" cy="435300"/>
          </a:xfrm>
          <a:prstGeom prst="roundRect">
            <a:avLst>
              <a:gd name="adj" fmla="val 50000"/>
            </a:avLst>
          </a:prstGeom>
          <a:solidFill>
            <a:schemeClr val="lt2"/>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3" name="Google Shape;483;p46"/>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84" name="Google Shape;484;p46"/>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85" name="Google Shape;485;p46"/>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6" name="Google Shape;486;p46"/>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7" name="Google Shape;487;p46"/>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8" name="Google Shape;488;p46"/>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89" name="Google Shape;489;p46"/>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pic>
        <p:nvPicPr>
          <p:cNvPr id="490" name="Google Shape;490;p46" descr="Blue_single_sparkle.png"/>
          <p:cNvPicPr preferRelativeResize="0"/>
          <p:nvPr/>
        </p:nvPicPr>
        <p:blipFill rotWithShape="1">
          <a:blip r:embed="rId5">
            <a:alphaModFix/>
          </a:blip>
          <a:srcRect/>
          <a:stretch/>
        </p:blipFill>
        <p:spPr>
          <a:xfrm>
            <a:off x="3461327" y="2946149"/>
            <a:ext cx="588381" cy="597300"/>
          </a:xfrm>
          <a:prstGeom prst="rect">
            <a:avLst/>
          </a:prstGeom>
          <a:noFill/>
          <a:ln>
            <a:noFill/>
          </a:ln>
        </p:spPr>
      </p:pic>
      <p:pic>
        <p:nvPicPr>
          <p:cNvPr id="491" name="Google Shape;491;p46" title="BE-MVP-Icon-Spark_Redux_V3_RIGHT_yellow.png"/>
          <p:cNvPicPr preferRelativeResize="0"/>
          <p:nvPr/>
        </p:nvPicPr>
        <p:blipFill rotWithShape="1">
          <a:blip r:embed="rId4">
            <a:alphaModFix/>
          </a:blip>
          <a:srcRect l="3866" r="3875"/>
          <a:stretch/>
        </p:blipFill>
        <p:spPr>
          <a:xfrm rot="-23">
            <a:off x="3034519" y="2797750"/>
            <a:ext cx="339582" cy="392849"/>
          </a:xfrm>
          <a:prstGeom prst="rect">
            <a:avLst/>
          </a:prstGeom>
          <a:noFill/>
          <a:ln>
            <a:noFill/>
          </a:ln>
        </p:spPr>
      </p:pic>
      <p:pic>
        <p:nvPicPr>
          <p:cNvPr id="492" name="Google Shape;492;p46" descr="Blue_single_sparkle.png"/>
          <p:cNvPicPr preferRelativeResize="0"/>
          <p:nvPr/>
        </p:nvPicPr>
        <p:blipFill rotWithShape="1">
          <a:blip r:embed="rId5">
            <a:alphaModFix/>
          </a:blip>
          <a:srcRect/>
          <a:stretch/>
        </p:blipFill>
        <p:spPr>
          <a:xfrm>
            <a:off x="2060343" y="6548591"/>
            <a:ext cx="295517" cy="300001"/>
          </a:xfrm>
          <a:prstGeom prst="rect">
            <a:avLst/>
          </a:prstGeom>
          <a:noFill/>
          <a:ln>
            <a:noFill/>
          </a:ln>
        </p:spPr>
      </p:pic>
      <p:sp>
        <p:nvSpPr>
          <p:cNvPr id="493" name="Google Shape;493;p46"/>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a:solidFill>
                <a:srgbClr val="032D60"/>
              </a:solidFill>
            </a:endParaRPr>
          </a:p>
        </p:txBody>
      </p:sp>
      <p:pic>
        <p:nvPicPr>
          <p:cNvPr id="494" name="Google Shape;494;p46"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495" name="Google Shape;495;p46"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35 Segue 2">
  <p:cSld name="TITLE_1_1_1_1_1_1_1_1_1_1_1_1_1_1_1_1_1_1_1_1_1_1_1_1_1_1_1_1_1_1_1_1_1_1_2">
    <p:bg>
      <p:bgPr>
        <a:solidFill>
          <a:schemeClr val="lt1"/>
        </a:solidFill>
        <a:effectLst/>
      </p:bgPr>
    </p:bg>
    <p:spTree>
      <p:nvGrpSpPr>
        <p:cNvPr id="1" name="Shape 496"/>
        <p:cNvGrpSpPr/>
        <p:nvPr/>
      </p:nvGrpSpPr>
      <p:grpSpPr>
        <a:xfrm>
          <a:off x="0" y="0"/>
          <a:ext cx="0" cy="0"/>
          <a:chOff x="0" y="0"/>
          <a:chExt cx="0" cy="0"/>
        </a:xfrm>
      </p:grpSpPr>
      <p:pic>
        <p:nvPicPr>
          <p:cNvPr id="497" name="Google Shape;497;p47"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
        <p:nvSpPr>
          <p:cNvPr id="498" name="Google Shape;498;p47"/>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99" name="Google Shape;499;p47"/>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500" name="Google Shape;500;p47"/>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01" name="Google Shape;501;p47"/>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502" name="Google Shape;502;p47"/>
          <p:cNvSpPr/>
          <p:nvPr/>
        </p:nvSpPr>
        <p:spPr>
          <a:xfrm>
            <a:off x="1722794" y="4293920"/>
            <a:ext cx="2704800" cy="2704800"/>
          </a:xfrm>
          <a:prstGeom prst="roundRect">
            <a:avLst>
              <a:gd name="adj" fmla="val 988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03" name="Google Shape;503;p47"/>
          <p:cNvSpPr/>
          <p:nvPr/>
        </p:nvSpPr>
        <p:spPr>
          <a:xfrm>
            <a:off x="4686089" y="5750894"/>
            <a:ext cx="1247700" cy="1247700"/>
          </a:xfrm>
          <a:prstGeom prst="roundRect">
            <a:avLst>
              <a:gd name="adj" fmla="val 2326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504" name="Google Shape;504;p47"/>
          <p:cNvSpPr/>
          <p:nvPr/>
        </p:nvSpPr>
        <p:spPr>
          <a:xfrm>
            <a:off x="1722794" y="7255047"/>
            <a:ext cx="2704800" cy="435300"/>
          </a:xfrm>
          <a:prstGeom prst="roundRect">
            <a:avLst>
              <a:gd name="adj" fmla="val 5000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505" name="Google Shape;505;p47"/>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06" name="Google Shape;506;p47"/>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07" name="Google Shape;507;p47"/>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08" name="Google Shape;508;p47"/>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09" name="Google Shape;509;p47"/>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10" name="Google Shape;510;p47"/>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11" name="Google Shape;511;p47"/>
          <p:cNvSpPr/>
          <p:nvPr/>
        </p:nvSpPr>
        <p:spPr>
          <a:xfrm>
            <a:off x="1798820" y="7322727"/>
            <a:ext cx="1335900" cy="300000"/>
          </a:xfrm>
          <a:prstGeom prst="roundRect">
            <a:avLst>
              <a:gd name="adj" fmla="val 50000"/>
            </a:avLst>
          </a:prstGeom>
          <a:solidFill>
            <a:srgbClr val="9050E9"/>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512" name="Google Shape;512;p47"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513" name="Google Shape;513;p47" title="BE-MVP-Icon-Spark_Redux_V3_RIGHT_yellow.png"/>
          <p:cNvPicPr preferRelativeResize="0"/>
          <p:nvPr/>
        </p:nvPicPr>
        <p:blipFill rotWithShape="1">
          <a:blip r:embed="rId5">
            <a:alphaModFix/>
          </a:blip>
          <a:srcRect l="3866" r="3875"/>
          <a:stretch/>
        </p:blipFill>
        <p:spPr>
          <a:xfrm rot="-23">
            <a:off x="3034519" y="2797750"/>
            <a:ext cx="339582" cy="392849"/>
          </a:xfrm>
          <a:prstGeom prst="rect">
            <a:avLst/>
          </a:prstGeom>
          <a:noFill/>
          <a:ln>
            <a:noFill/>
          </a:ln>
        </p:spPr>
      </p:pic>
      <p:pic>
        <p:nvPicPr>
          <p:cNvPr id="514" name="Google Shape;514;p47"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515" name="Google Shape;515;p47"/>
          <p:cNvSpPr/>
          <p:nvPr/>
        </p:nvSpPr>
        <p:spPr>
          <a:xfrm>
            <a:off x="1626825" y="3921950"/>
            <a:ext cx="1510500" cy="1510500"/>
          </a:xfrm>
          <a:prstGeom prst="ellipse">
            <a:avLst/>
          </a:prstGeom>
          <a:solidFill>
            <a:srgbClr val="FFFEFE"/>
          </a:solidFill>
          <a:ln>
            <a:noFill/>
          </a:ln>
          <a:effectLst>
            <a:outerShdw blurRad="457200" dist="523875" dir="3900000" rotWithShape="0">
              <a:srgbClr val="300B60">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516" name="Google Shape;516;p47"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517" name="Google Shape;517;p47"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18" name="Google Shape;518;p47" title="BE-MVP-Icon-Spark_Redux_V3_RIGHT_yellow.png"/>
          <p:cNvPicPr preferRelativeResize="0"/>
          <p:nvPr/>
        </p:nvPicPr>
        <p:blipFill rotWithShape="1">
          <a:blip r:embed="rId5">
            <a:alphaModFix/>
          </a:blip>
          <a:srcRect l="17671" t="12399" r="9187" b="8324"/>
          <a:stretch/>
        </p:blipFill>
        <p:spPr>
          <a:xfrm rot="-9">
            <a:off x="1" y="6380114"/>
            <a:ext cx="1675026" cy="193784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35 Segue 3">
  <p:cSld name="TITLE_1_1_1_1_1_1_1_1_1_1_1_1_1_1_1_1_1_1_1_1_1_1_1_1_1_1_1_1_1_1_1_1_1_1_2_1">
    <p:bg>
      <p:bgPr>
        <a:solidFill>
          <a:schemeClr val="lt1"/>
        </a:solidFill>
        <a:effectLst/>
      </p:bgPr>
    </p:bg>
    <p:spTree>
      <p:nvGrpSpPr>
        <p:cNvPr id="1" name="Shape 519"/>
        <p:cNvGrpSpPr/>
        <p:nvPr/>
      </p:nvGrpSpPr>
      <p:grpSpPr>
        <a:xfrm>
          <a:off x="0" y="0"/>
          <a:ext cx="0" cy="0"/>
          <a:chOff x="0" y="0"/>
          <a:chExt cx="0" cy="0"/>
        </a:xfrm>
      </p:grpSpPr>
      <p:pic>
        <p:nvPicPr>
          <p:cNvPr id="520" name="Google Shape;520;p48"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21" name="Google Shape;521;p48"/>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522" name="Google Shape;522;p48"/>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523" name="Google Shape;523;p4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24" name="Google Shape;524;p48"/>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525" name="Google Shape;525;p48"/>
          <p:cNvSpPr/>
          <p:nvPr/>
        </p:nvSpPr>
        <p:spPr>
          <a:xfrm>
            <a:off x="1722794" y="4293920"/>
            <a:ext cx="2704800" cy="2704800"/>
          </a:xfrm>
          <a:prstGeom prst="roundRect">
            <a:avLst>
              <a:gd name="adj" fmla="val 988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26" name="Google Shape;526;p48"/>
          <p:cNvSpPr/>
          <p:nvPr/>
        </p:nvSpPr>
        <p:spPr>
          <a:xfrm>
            <a:off x="4686089" y="5750894"/>
            <a:ext cx="1247700" cy="1247700"/>
          </a:xfrm>
          <a:prstGeom prst="roundRect">
            <a:avLst>
              <a:gd name="adj" fmla="val 2326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527" name="Google Shape;527;p48"/>
          <p:cNvSpPr/>
          <p:nvPr/>
        </p:nvSpPr>
        <p:spPr>
          <a:xfrm>
            <a:off x="1722794" y="7255047"/>
            <a:ext cx="2704800" cy="435300"/>
          </a:xfrm>
          <a:prstGeom prst="roundRect">
            <a:avLst>
              <a:gd name="adj" fmla="val 5000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528" name="Google Shape;528;p48"/>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29" name="Google Shape;529;p48"/>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30" name="Google Shape;530;p48"/>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31" name="Google Shape;531;p48"/>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32" name="Google Shape;532;p48"/>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33" name="Google Shape;533;p48"/>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34" name="Google Shape;534;p48"/>
          <p:cNvSpPr/>
          <p:nvPr/>
        </p:nvSpPr>
        <p:spPr>
          <a:xfrm>
            <a:off x="1798820" y="7322727"/>
            <a:ext cx="1335900" cy="300000"/>
          </a:xfrm>
          <a:prstGeom prst="roundRect">
            <a:avLst>
              <a:gd name="adj" fmla="val 50000"/>
            </a:avLst>
          </a:prstGeom>
          <a:solidFill>
            <a:srgbClr val="06A59A"/>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535" name="Google Shape;535;p48"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536" name="Google Shape;536;p48" title="BE-MVP-Icon-Spark_Redux_V3_RIGHT_yellow.png"/>
          <p:cNvPicPr preferRelativeResize="0"/>
          <p:nvPr/>
        </p:nvPicPr>
        <p:blipFill rotWithShape="1">
          <a:blip r:embed="rId5">
            <a:alphaModFix/>
          </a:blip>
          <a:srcRect l="3866" r="3875"/>
          <a:stretch/>
        </p:blipFill>
        <p:spPr>
          <a:xfrm rot="-23">
            <a:off x="3034519" y="2797750"/>
            <a:ext cx="339582" cy="392849"/>
          </a:xfrm>
          <a:prstGeom prst="rect">
            <a:avLst/>
          </a:prstGeom>
          <a:noFill/>
          <a:ln>
            <a:noFill/>
          </a:ln>
        </p:spPr>
      </p:pic>
      <p:pic>
        <p:nvPicPr>
          <p:cNvPr id="537" name="Google Shape;537;p48"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538" name="Google Shape;538;p48"/>
          <p:cNvSpPr/>
          <p:nvPr/>
        </p:nvSpPr>
        <p:spPr>
          <a:xfrm>
            <a:off x="1626825" y="3921950"/>
            <a:ext cx="1510500" cy="1510500"/>
          </a:xfrm>
          <a:prstGeom prst="ellipse">
            <a:avLst/>
          </a:prstGeom>
          <a:solidFill>
            <a:srgbClr val="FFFEFE"/>
          </a:solidFill>
          <a:ln>
            <a:noFill/>
          </a:ln>
          <a:effectLst>
            <a:outerShdw blurRad="457200" dist="523875" dir="3900000" rotWithShape="0">
              <a:srgbClr val="07282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539" name="Google Shape;539;p48"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540" name="Google Shape;540;p48"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41" name="Google Shape;541;p48" title="BE-MVP-Icon-Spark_Redux_V3_RIGHT_yellow.png"/>
          <p:cNvPicPr preferRelativeResize="0"/>
          <p:nvPr/>
        </p:nvPicPr>
        <p:blipFill rotWithShape="1">
          <a:blip r:embed="rId5">
            <a:alphaModFix/>
          </a:blip>
          <a:srcRect l="17671" t="12399" r="9187" b="8324"/>
          <a:stretch/>
        </p:blipFill>
        <p:spPr>
          <a:xfrm rot="-9">
            <a:off x="1" y="6380114"/>
            <a:ext cx="1675026" cy="19378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35 Segue 4">
  <p:cSld name="TITLE_1_1_1_1_1_1_1_1_1_1_1_1_1_1_1_1_1_1_1_1_1_1_1_1_1_1_1_1_1_1_1_1_1_1_2_1_1">
    <p:bg>
      <p:bgPr>
        <a:gradFill>
          <a:gsLst>
            <a:gs pos="0">
              <a:srgbClr val="90D0FE"/>
            </a:gs>
            <a:gs pos="100000">
              <a:srgbClr val="EAF5FE"/>
            </a:gs>
          </a:gsLst>
          <a:lin ang="16198662" scaled="0"/>
        </a:gradFill>
        <a:effectLst/>
      </p:bgPr>
    </p:bg>
    <p:spTree>
      <p:nvGrpSpPr>
        <p:cNvPr id="1" name="Shape 542"/>
        <p:cNvGrpSpPr/>
        <p:nvPr/>
      </p:nvGrpSpPr>
      <p:grpSpPr>
        <a:xfrm>
          <a:off x="0" y="0"/>
          <a:ext cx="0" cy="0"/>
          <a:chOff x="0" y="0"/>
          <a:chExt cx="0" cy="0"/>
        </a:xfrm>
      </p:grpSpPr>
      <p:pic>
        <p:nvPicPr>
          <p:cNvPr id="543" name="Google Shape;543;p4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44" name="Google Shape;544;p49"/>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545" name="Google Shape;545;p49"/>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546" name="Google Shape;546;p49"/>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47" name="Google Shape;547;p49"/>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548" name="Google Shape;548;p49"/>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49" name="Google Shape;549;p49"/>
          <p:cNvSpPr/>
          <p:nvPr/>
        </p:nvSpPr>
        <p:spPr>
          <a:xfrm>
            <a:off x="4686089" y="5750894"/>
            <a:ext cx="1247700" cy="1247700"/>
          </a:xfrm>
          <a:prstGeom prst="roundRect">
            <a:avLst>
              <a:gd name="adj" fmla="val 2326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0" name="Google Shape;550;p49"/>
          <p:cNvSpPr/>
          <p:nvPr/>
        </p:nvSpPr>
        <p:spPr>
          <a:xfrm>
            <a:off x="1722794" y="7255047"/>
            <a:ext cx="2704800" cy="435300"/>
          </a:xfrm>
          <a:prstGeom prst="roundRect">
            <a:avLst>
              <a:gd name="adj" fmla="val 5000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1" name="Google Shape;551;p49"/>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52" name="Google Shape;552;p49"/>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53" name="Google Shape;553;p49"/>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4" name="Google Shape;554;p49"/>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5" name="Google Shape;555;p49"/>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6" name="Google Shape;556;p49"/>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57" name="Google Shape;557;p49"/>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558" name="Google Shape;558;p49" descr="Blue_single_sparkle.png"/>
          <p:cNvPicPr preferRelativeResize="0"/>
          <p:nvPr/>
        </p:nvPicPr>
        <p:blipFill rotWithShape="1">
          <a:blip r:embed="rId4">
            <a:alphaModFix/>
          </a:blip>
          <a:srcRect/>
          <a:stretch/>
        </p:blipFill>
        <p:spPr>
          <a:xfrm>
            <a:off x="3461327" y="2946149"/>
            <a:ext cx="588381" cy="597300"/>
          </a:xfrm>
          <a:prstGeom prst="rect">
            <a:avLst/>
          </a:prstGeom>
          <a:noFill/>
          <a:ln>
            <a:noFill/>
          </a:ln>
        </p:spPr>
      </p:pic>
      <p:pic>
        <p:nvPicPr>
          <p:cNvPr id="559" name="Google Shape;559;p49" descr="Blue_single_sparkle.png"/>
          <p:cNvPicPr preferRelativeResize="0"/>
          <p:nvPr/>
        </p:nvPicPr>
        <p:blipFill rotWithShape="1">
          <a:blip r:embed="rId4">
            <a:alphaModFix/>
          </a:blip>
          <a:srcRect/>
          <a:stretch/>
        </p:blipFill>
        <p:spPr>
          <a:xfrm>
            <a:off x="2060343" y="6548591"/>
            <a:ext cx="295517" cy="300001"/>
          </a:xfrm>
          <a:prstGeom prst="rect">
            <a:avLst/>
          </a:prstGeom>
          <a:noFill/>
          <a:ln>
            <a:noFill/>
          </a:ln>
        </p:spPr>
      </p:pic>
      <p:sp>
        <p:nvSpPr>
          <p:cNvPr id="560" name="Google Shape;560;p49"/>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561" name="Google Shape;561;p49" title="Astro_sunglasses.png"/>
          <p:cNvPicPr preferRelativeResize="0"/>
          <p:nvPr/>
        </p:nvPicPr>
        <p:blipFill>
          <a:blip r:embed="rId5">
            <a:alphaModFix/>
          </a:blip>
          <a:stretch>
            <a:fillRect/>
          </a:stretch>
        </p:blipFill>
        <p:spPr>
          <a:xfrm rot="-536085" flipH="1">
            <a:off x="982563" y="3052767"/>
            <a:ext cx="2405274" cy="2610666"/>
          </a:xfrm>
          <a:prstGeom prst="rect">
            <a:avLst/>
          </a:prstGeom>
          <a:noFill/>
          <a:ln>
            <a:noFill/>
          </a:ln>
        </p:spPr>
      </p:pic>
      <p:pic>
        <p:nvPicPr>
          <p:cNvPr id="562" name="Google Shape;562;p49"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563" name="Google Shape;563;p49" title="BE-MVP-Icon-Spark_Redux_V3_RIGHT_yellow.png"/>
          <p:cNvPicPr preferRelativeResize="0"/>
          <p:nvPr/>
        </p:nvPicPr>
        <p:blipFill rotWithShape="1">
          <a:blip r:embed="rId7">
            <a:alphaModFix/>
          </a:blip>
          <a:srcRect l="17671" t="12399" r="9187" b="8324"/>
          <a:stretch/>
        </p:blipFill>
        <p:spPr>
          <a:xfrm rot="-9">
            <a:off x="1" y="6380114"/>
            <a:ext cx="1675026" cy="1937844"/>
          </a:xfrm>
          <a:prstGeom prst="rect">
            <a:avLst/>
          </a:prstGeom>
          <a:noFill/>
          <a:ln>
            <a:noFill/>
          </a:ln>
        </p:spPr>
      </p:pic>
      <p:pic>
        <p:nvPicPr>
          <p:cNvPr id="564" name="Google Shape;564;p49" title="BE-MVP-Icon-Spark_Redux_V3_RIGHT_yellow.png"/>
          <p:cNvPicPr preferRelativeResize="0"/>
          <p:nvPr/>
        </p:nvPicPr>
        <p:blipFill rotWithShape="1">
          <a:blip r:embed="rId7">
            <a:alphaModFix/>
          </a:blip>
          <a:srcRect l="3866" r="3875"/>
          <a:stretch/>
        </p:blipFill>
        <p:spPr>
          <a:xfrm rot="-23">
            <a:off x="3034519" y="2797750"/>
            <a:ext cx="339582" cy="39284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5 Segue 5">
  <p:cSld name="TITLE_1_1_1_1_1_1_1_1_1_1_1_1_1_1_1_1_1_1_1_1_1_1_1_1_1_1_1_1_1_1_1_1_1_1_2_1_1_1">
    <p:bg>
      <p:bgPr>
        <a:gradFill>
          <a:gsLst>
            <a:gs pos="0">
              <a:srgbClr val="02A0FF"/>
            </a:gs>
            <a:gs pos="100000">
              <a:srgbClr val="066AFE"/>
            </a:gs>
          </a:gsLst>
          <a:lin ang="5400012" scaled="0"/>
        </a:gradFill>
        <a:effectLst/>
      </p:bgPr>
    </p:bg>
    <p:spTree>
      <p:nvGrpSpPr>
        <p:cNvPr id="1" name="Shape 565"/>
        <p:cNvGrpSpPr/>
        <p:nvPr/>
      </p:nvGrpSpPr>
      <p:grpSpPr>
        <a:xfrm>
          <a:off x="0" y="0"/>
          <a:ext cx="0" cy="0"/>
          <a:chOff x="0" y="0"/>
          <a:chExt cx="0" cy="0"/>
        </a:xfrm>
      </p:grpSpPr>
      <p:sp>
        <p:nvSpPr>
          <p:cNvPr id="566" name="Google Shape;566;p50"/>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567" name="Google Shape;567;p50"/>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568" name="Google Shape;568;p50" title="Salesforce Cloud - Primary.png"/>
          <p:cNvPicPr preferRelativeResize="0"/>
          <p:nvPr/>
        </p:nvPicPr>
        <p:blipFill rotWithShape="1">
          <a:blip r:embed="rId2">
            <a:alphaModFix/>
          </a:blip>
          <a:srcRect t="130" b="120"/>
          <a:stretch/>
        </p:blipFill>
        <p:spPr>
          <a:xfrm>
            <a:off x="16550000" y="848191"/>
            <a:ext cx="953599" cy="667523"/>
          </a:xfrm>
          <a:prstGeom prst="rect">
            <a:avLst/>
          </a:prstGeom>
          <a:noFill/>
          <a:ln>
            <a:noFill/>
          </a:ln>
        </p:spPr>
      </p:pic>
      <p:sp>
        <p:nvSpPr>
          <p:cNvPr id="569" name="Google Shape;569;p50"/>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570" name="Google Shape;570;p50"/>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1" name="Google Shape;571;p50"/>
          <p:cNvSpPr/>
          <p:nvPr/>
        </p:nvSpPr>
        <p:spPr>
          <a:xfrm>
            <a:off x="4686089" y="5750894"/>
            <a:ext cx="1247700" cy="1247700"/>
          </a:xfrm>
          <a:prstGeom prst="roundRect">
            <a:avLst>
              <a:gd name="adj" fmla="val 2326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2" name="Google Shape;572;p50"/>
          <p:cNvSpPr/>
          <p:nvPr/>
        </p:nvSpPr>
        <p:spPr>
          <a:xfrm>
            <a:off x="1722794" y="7255047"/>
            <a:ext cx="2704800" cy="435300"/>
          </a:xfrm>
          <a:prstGeom prst="roundRect">
            <a:avLst>
              <a:gd name="adj" fmla="val 5000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3" name="Google Shape;573;p50"/>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74" name="Google Shape;574;p50"/>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575" name="Google Shape;575;p50"/>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6" name="Google Shape;576;p50"/>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7" name="Google Shape;577;p50"/>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8" name="Google Shape;578;p50"/>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579" name="Google Shape;579;p50"/>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580" name="Google Shape;580;p50" descr="Blue_single_sparkle.png"/>
          <p:cNvPicPr preferRelativeResize="0"/>
          <p:nvPr/>
        </p:nvPicPr>
        <p:blipFill rotWithShape="1">
          <a:blip r:embed="rId3">
            <a:alphaModFix/>
          </a:blip>
          <a:srcRect/>
          <a:stretch/>
        </p:blipFill>
        <p:spPr>
          <a:xfrm>
            <a:off x="3461327" y="2946149"/>
            <a:ext cx="588381" cy="597300"/>
          </a:xfrm>
          <a:prstGeom prst="rect">
            <a:avLst/>
          </a:prstGeom>
          <a:noFill/>
          <a:ln>
            <a:noFill/>
          </a:ln>
        </p:spPr>
      </p:pic>
      <p:pic>
        <p:nvPicPr>
          <p:cNvPr id="581" name="Google Shape;581;p50" descr="Blue_single_sparkle.png"/>
          <p:cNvPicPr preferRelativeResize="0"/>
          <p:nvPr/>
        </p:nvPicPr>
        <p:blipFill rotWithShape="1">
          <a:blip r:embed="rId3">
            <a:alphaModFix/>
          </a:blip>
          <a:srcRect/>
          <a:stretch/>
        </p:blipFill>
        <p:spPr>
          <a:xfrm>
            <a:off x="2060343" y="6548591"/>
            <a:ext cx="295517" cy="300001"/>
          </a:xfrm>
          <a:prstGeom prst="rect">
            <a:avLst/>
          </a:prstGeom>
          <a:noFill/>
          <a:ln>
            <a:noFill/>
          </a:ln>
        </p:spPr>
      </p:pic>
      <p:sp>
        <p:nvSpPr>
          <p:cNvPr id="582" name="Google Shape;582;p50"/>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583" name="Google Shape;583;p50" title="Astro_sunglasses.png"/>
          <p:cNvPicPr preferRelativeResize="0"/>
          <p:nvPr/>
        </p:nvPicPr>
        <p:blipFill>
          <a:blip r:embed="rId4">
            <a:alphaModFix/>
          </a:blip>
          <a:stretch>
            <a:fillRect/>
          </a:stretch>
        </p:blipFill>
        <p:spPr>
          <a:xfrm rot="-536085" flipH="1">
            <a:off x="982563" y="3052767"/>
            <a:ext cx="2405274" cy="2610666"/>
          </a:xfrm>
          <a:prstGeom prst="rect">
            <a:avLst/>
          </a:prstGeom>
          <a:noFill/>
          <a:ln>
            <a:noFill/>
          </a:ln>
        </p:spPr>
      </p:pic>
      <p:pic>
        <p:nvPicPr>
          <p:cNvPr id="584" name="Google Shape;584;p50"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585" name="Google Shape;585;p50" title="BE-MVP-Icon-Spark_Redux_V3_RIGHT_yellow.png"/>
          <p:cNvPicPr preferRelativeResize="0"/>
          <p:nvPr/>
        </p:nvPicPr>
        <p:blipFill rotWithShape="1">
          <a:blip r:embed="rId6">
            <a:alphaModFix/>
          </a:blip>
          <a:srcRect l="17671" t="12399" r="9187" b="8324"/>
          <a:stretch/>
        </p:blipFill>
        <p:spPr>
          <a:xfrm rot="-9">
            <a:off x="1" y="6380114"/>
            <a:ext cx="1675026" cy="1937844"/>
          </a:xfrm>
          <a:prstGeom prst="rect">
            <a:avLst/>
          </a:prstGeom>
          <a:noFill/>
          <a:ln>
            <a:noFill/>
          </a:ln>
        </p:spPr>
      </p:pic>
      <p:pic>
        <p:nvPicPr>
          <p:cNvPr id="586" name="Google Shape;586;p50" title="BE-MVP-Icon-Spark_Redux_V3_RIGHT_yellow.png"/>
          <p:cNvPicPr preferRelativeResize="0"/>
          <p:nvPr/>
        </p:nvPicPr>
        <p:blipFill rotWithShape="1">
          <a:blip r:embed="rId6">
            <a:alphaModFix/>
          </a:blip>
          <a:srcRect l="3866" r="3875"/>
          <a:stretch/>
        </p:blipFill>
        <p:spPr>
          <a:xfrm rot="-23">
            <a:off x="3034519" y="2797750"/>
            <a:ext cx="339582" cy="39284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9 Product feature 3">
  <p:cSld name="TITLE_1_1_1_1_1_1_1_1_1_1_1_1_1_1_1_1_1_1_1_1_1_1_1_1_1_1_1_1_1_1_1_1_1_1_1_1_1_1">
    <p:bg>
      <p:bgPr>
        <a:solidFill>
          <a:schemeClr val="accent6"/>
        </a:solidFill>
        <a:effectLst/>
      </p:bgPr>
    </p:bg>
    <p:spTree>
      <p:nvGrpSpPr>
        <p:cNvPr id="1" name="Shape 587"/>
        <p:cNvGrpSpPr/>
        <p:nvPr/>
      </p:nvGrpSpPr>
      <p:grpSpPr>
        <a:xfrm>
          <a:off x="0" y="0"/>
          <a:ext cx="0" cy="0"/>
          <a:chOff x="0" y="0"/>
          <a:chExt cx="0" cy="0"/>
        </a:xfrm>
      </p:grpSpPr>
      <p:sp>
        <p:nvSpPr>
          <p:cNvPr id="588" name="Google Shape;588;p51"/>
          <p:cNvSpPr txBox="1">
            <a:spLocks noGrp="1"/>
          </p:cNvSpPr>
          <p:nvPr>
            <p:ph type="title"/>
          </p:nvPr>
        </p:nvSpPr>
        <p:spPr>
          <a:xfrm>
            <a:off x="857250" y="838200"/>
            <a:ext cx="7715100" cy="16308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589" name="Google Shape;589;p51"/>
          <p:cNvSpPr txBox="1">
            <a:spLocks noGrp="1"/>
          </p:cNvSpPr>
          <p:nvPr>
            <p:ph type="subTitle" idx="1"/>
          </p:nvPr>
        </p:nvSpPr>
        <p:spPr>
          <a:xfrm>
            <a:off x="857250" y="2468880"/>
            <a:ext cx="77151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590" name="Google Shape;590;p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0 Photo - Three up">
  <p:cSld name="TITLE_1_1_1_1_1_1_1_1_1_1_1_1_1_1_1_1_1_1_1_1_1_1_1_1_1_1_1_1_1_1_1_1_1_1_1_1_1_1_1">
    <p:bg>
      <p:bgPr>
        <a:solidFill>
          <a:schemeClr val="accent6"/>
        </a:solidFill>
        <a:effectLst/>
      </p:bgPr>
    </p:bg>
    <p:spTree>
      <p:nvGrpSpPr>
        <p:cNvPr id="1" name="Shape 591"/>
        <p:cNvGrpSpPr/>
        <p:nvPr/>
      </p:nvGrpSpPr>
      <p:grpSpPr>
        <a:xfrm>
          <a:off x="0" y="0"/>
          <a:ext cx="0" cy="0"/>
          <a:chOff x="0" y="0"/>
          <a:chExt cx="0" cy="0"/>
        </a:xfrm>
      </p:grpSpPr>
      <p:sp>
        <p:nvSpPr>
          <p:cNvPr id="592" name="Google Shape;592;p52"/>
          <p:cNvSpPr/>
          <p:nvPr/>
        </p:nvSpPr>
        <p:spPr>
          <a:xfrm>
            <a:off x="1133756"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593" name="Google Shape;593;p52"/>
          <p:cNvSpPr/>
          <p:nvPr/>
        </p:nvSpPr>
        <p:spPr>
          <a:xfrm>
            <a:off x="12713575"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594" name="Google Shape;594;p52"/>
          <p:cNvSpPr/>
          <p:nvPr/>
        </p:nvSpPr>
        <p:spPr>
          <a:xfrm>
            <a:off x="6923729"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595" name="Google Shape;595;p52"/>
          <p:cNvSpPr>
            <a:spLocks noGrp="1"/>
          </p:cNvSpPr>
          <p:nvPr>
            <p:ph type="pic" idx="2"/>
          </p:nvPr>
        </p:nvSpPr>
        <p:spPr>
          <a:xfrm>
            <a:off x="1132522" y="2890962"/>
            <a:ext cx="4442400" cy="4442400"/>
          </a:xfrm>
          <a:prstGeom prst="ellipse">
            <a:avLst/>
          </a:prstGeom>
          <a:noFill/>
          <a:ln>
            <a:noFill/>
          </a:ln>
        </p:spPr>
      </p:sp>
      <p:sp>
        <p:nvSpPr>
          <p:cNvPr id="596" name="Google Shape;596;p52"/>
          <p:cNvSpPr>
            <a:spLocks noGrp="1"/>
          </p:cNvSpPr>
          <p:nvPr>
            <p:ph type="pic" idx="3"/>
          </p:nvPr>
        </p:nvSpPr>
        <p:spPr>
          <a:xfrm>
            <a:off x="6922770" y="2890962"/>
            <a:ext cx="4442400" cy="4442400"/>
          </a:xfrm>
          <a:prstGeom prst="ellipse">
            <a:avLst/>
          </a:prstGeom>
          <a:noFill/>
          <a:ln>
            <a:noFill/>
          </a:ln>
        </p:spPr>
      </p:sp>
      <p:sp>
        <p:nvSpPr>
          <p:cNvPr id="597" name="Google Shape;597;p52"/>
          <p:cNvSpPr>
            <a:spLocks noGrp="1"/>
          </p:cNvSpPr>
          <p:nvPr>
            <p:ph type="pic" idx="4"/>
          </p:nvPr>
        </p:nvSpPr>
        <p:spPr>
          <a:xfrm>
            <a:off x="12713017" y="2890962"/>
            <a:ext cx="4442400" cy="4442400"/>
          </a:xfrm>
          <a:prstGeom prst="ellipse">
            <a:avLst/>
          </a:prstGeom>
          <a:noFill/>
          <a:ln>
            <a:noFill/>
          </a:ln>
        </p:spPr>
      </p:sp>
      <p:sp>
        <p:nvSpPr>
          <p:cNvPr id="598" name="Google Shape;598;p52"/>
          <p:cNvSpPr txBox="1">
            <a:spLocks noGrp="1"/>
          </p:cNvSpPr>
          <p:nvPr>
            <p:ph type="body" idx="1"/>
          </p:nvPr>
        </p:nvSpPr>
        <p:spPr>
          <a:xfrm>
            <a:off x="6526530"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599" name="Google Shape;599;p52"/>
          <p:cNvSpPr txBox="1">
            <a:spLocks noGrp="1"/>
          </p:cNvSpPr>
          <p:nvPr>
            <p:ph type="body" idx="5"/>
          </p:nvPr>
        </p:nvSpPr>
        <p:spPr>
          <a:xfrm>
            <a:off x="736282"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00" name="Google Shape;600;p52"/>
          <p:cNvSpPr txBox="1">
            <a:spLocks noGrp="1"/>
          </p:cNvSpPr>
          <p:nvPr>
            <p:ph type="body" idx="6"/>
          </p:nvPr>
        </p:nvSpPr>
        <p:spPr>
          <a:xfrm>
            <a:off x="12316778"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601" name="Google Shape;601;p5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602" name="Google Shape;602;p5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603" name="Google Shape;603;p52"/>
          <p:cNvSpPr txBox="1">
            <a:spLocks noGrp="1"/>
          </p:cNvSpPr>
          <p:nvPr>
            <p:ph type="subTitle" idx="7"/>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604" name="Google Shape;604;p52"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605" name="Google Shape;605;p52"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606" name="Google Shape;606;p52"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607" name="Google Shape;607;p52"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608" name="Google Shape;608;p52"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609" name="Google Shape;609;p52"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41 Photo - Four up">
  <p:cSld name="TITLE_1_1_1_1_1_1_1_1_1_1_1_1_1_1_1_1_1_1_1_1_1_1_1_1_1_1_1_1_1_1_1_1_1_1_1_1_1_1_1_1">
    <p:bg>
      <p:bgPr>
        <a:solidFill>
          <a:schemeClr val="accent6"/>
        </a:solidFill>
        <a:effectLst/>
      </p:bgPr>
    </p:bg>
    <p:spTree>
      <p:nvGrpSpPr>
        <p:cNvPr id="1" name="Shape 610"/>
        <p:cNvGrpSpPr/>
        <p:nvPr/>
      </p:nvGrpSpPr>
      <p:grpSpPr>
        <a:xfrm>
          <a:off x="0" y="0"/>
          <a:ext cx="0" cy="0"/>
          <a:chOff x="0" y="0"/>
          <a:chExt cx="0" cy="0"/>
        </a:xfrm>
      </p:grpSpPr>
      <p:sp>
        <p:nvSpPr>
          <p:cNvPr id="611" name="Google Shape;611;p53"/>
          <p:cNvSpPr/>
          <p:nvPr/>
        </p:nvSpPr>
        <p:spPr>
          <a:xfrm>
            <a:off x="9438323"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12" name="Google Shape;612;p53"/>
          <p:cNvSpPr/>
          <p:nvPr/>
        </p:nvSpPr>
        <p:spPr>
          <a:xfrm>
            <a:off x="5135880"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13" name="Google Shape;613;p53"/>
          <p:cNvSpPr/>
          <p:nvPr/>
        </p:nvSpPr>
        <p:spPr>
          <a:xfrm>
            <a:off x="13726478"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14" name="Google Shape;614;p53"/>
          <p:cNvSpPr/>
          <p:nvPr/>
        </p:nvSpPr>
        <p:spPr>
          <a:xfrm>
            <a:off x="860310" y="3332529"/>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15" name="Google Shape;615;p53"/>
          <p:cNvSpPr>
            <a:spLocks noGrp="1"/>
          </p:cNvSpPr>
          <p:nvPr>
            <p:ph type="pic" idx="2"/>
          </p:nvPr>
        </p:nvSpPr>
        <p:spPr>
          <a:xfrm>
            <a:off x="860108" y="3332187"/>
            <a:ext cx="3712800" cy="3712800"/>
          </a:xfrm>
          <a:prstGeom prst="ellipse">
            <a:avLst/>
          </a:prstGeom>
          <a:noFill/>
          <a:ln>
            <a:noFill/>
          </a:ln>
        </p:spPr>
      </p:sp>
      <p:sp>
        <p:nvSpPr>
          <p:cNvPr id="616" name="Google Shape;616;p53"/>
          <p:cNvSpPr>
            <a:spLocks noGrp="1"/>
          </p:cNvSpPr>
          <p:nvPr>
            <p:ph type="pic" idx="3"/>
          </p:nvPr>
        </p:nvSpPr>
        <p:spPr>
          <a:xfrm>
            <a:off x="5136833" y="3332187"/>
            <a:ext cx="3712800" cy="3712800"/>
          </a:xfrm>
          <a:prstGeom prst="ellipse">
            <a:avLst/>
          </a:prstGeom>
          <a:noFill/>
          <a:ln>
            <a:noFill/>
          </a:ln>
        </p:spPr>
      </p:sp>
      <p:sp>
        <p:nvSpPr>
          <p:cNvPr id="617" name="Google Shape;617;p53"/>
          <p:cNvSpPr>
            <a:spLocks noGrp="1"/>
          </p:cNvSpPr>
          <p:nvPr>
            <p:ph type="pic" idx="4"/>
          </p:nvPr>
        </p:nvSpPr>
        <p:spPr>
          <a:xfrm>
            <a:off x="9438323" y="3332187"/>
            <a:ext cx="3712800" cy="3712800"/>
          </a:xfrm>
          <a:prstGeom prst="ellipse">
            <a:avLst/>
          </a:prstGeom>
          <a:noFill/>
          <a:ln>
            <a:noFill/>
          </a:ln>
        </p:spPr>
      </p:sp>
      <p:sp>
        <p:nvSpPr>
          <p:cNvPr id="618" name="Google Shape;618;p53"/>
          <p:cNvSpPr>
            <a:spLocks noGrp="1"/>
          </p:cNvSpPr>
          <p:nvPr>
            <p:ph type="pic" idx="5"/>
          </p:nvPr>
        </p:nvSpPr>
        <p:spPr>
          <a:xfrm>
            <a:off x="13726478" y="3332187"/>
            <a:ext cx="3712800" cy="3712800"/>
          </a:xfrm>
          <a:prstGeom prst="ellipse">
            <a:avLst/>
          </a:prstGeom>
          <a:noFill/>
          <a:ln>
            <a:noFill/>
          </a:ln>
        </p:spPr>
      </p:sp>
      <p:sp>
        <p:nvSpPr>
          <p:cNvPr id="619" name="Google Shape;619;p53"/>
          <p:cNvSpPr txBox="1">
            <a:spLocks noGrp="1"/>
          </p:cNvSpPr>
          <p:nvPr>
            <p:ph type="body" idx="1"/>
          </p:nvPr>
        </p:nvSpPr>
        <p:spPr>
          <a:xfrm>
            <a:off x="860100" y="7578168"/>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20" name="Google Shape;620;p53"/>
          <p:cNvSpPr txBox="1">
            <a:spLocks noGrp="1"/>
          </p:cNvSpPr>
          <p:nvPr>
            <p:ph type="body" idx="6"/>
          </p:nvPr>
        </p:nvSpPr>
        <p:spPr>
          <a:xfrm>
            <a:off x="5135880"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21" name="Google Shape;621;p53"/>
          <p:cNvSpPr txBox="1">
            <a:spLocks noGrp="1"/>
          </p:cNvSpPr>
          <p:nvPr>
            <p:ph type="body" idx="7"/>
          </p:nvPr>
        </p:nvSpPr>
        <p:spPr>
          <a:xfrm>
            <a:off x="9437370"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22" name="Google Shape;622;p53"/>
          <p:cNvSpPr txBox="1">
            <a:spLocks noGrp="1"/>
          </p:cNvSpPr>
          <p:nvPr>
            <p:ph type="body" idx="8"/>
          </p:nvPr>
        </p:nvSpPr>
        <p:spPr>
          <a:xfrm>
            <a:off x="13725525"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623" name="Google Shape;623;p5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24" name="Google Shape;624;p53" descr="Blue_single_sparkle.png"/>
          <p:cNvPicPr preferRelativeResize="0"/>
          <p:nvPr/>
        </p:nvPicPr>
        <p:blipFill rotWithShape="1">
          <a:blip r:embed="rId3">
            <a:alphaModFix/>
          </a:blip>
          <a:srcRect/>
          <a:stretch/>
        </p:blipFill>
        <p:spPr>
          <a:xfrm rot="-3849352">
            <a:off x="3063532" y="2801694"/>
            <a:ext cx="506675" cy="514351"/>
          </a:xfrm>
          <a:prstGeom prst="rect">
            <a:avLst/>
          </a:prstGeom>
          <a:noFill/>
          <a:ln>
            <a:noFill/>
          </a:ln>
        </p:spPr>
      </p:pic>
      <p:pic>
        <p:nvPicPr>
          <p:cNvPr id="625" name="Google Shape;625;p53" descr="Blue_single_sparkle.png"/>
          <p:cNvPicPr preferRelativeResize="0"/>
          <p:nvPr/>
        </p:nvPicPr>
        <p:blipFill rotWithShape="1">
          <a:blip r:embed="rId3">
            <a:alphaModFix/>
          </a:blip>
          <a:srcRect/>
          <a:stretch/>
        </p:blipFill>
        <p:spPr>
          <a:xfrm>
            <a:off x="4011106" y="3446653"/>
            <a:ext cx="291386" cy="295801"/>
          </a:xfrm>
          <a:prstGeom prst="rect">
            <a:avLst/>
          </a:prstGeom>
          <a:noFill/>
          <a:ln>
            <a:noFill/>
          </a:ln>
        </p:spPr>
      </p:pic>
      <p:pic>
        <p:nvPicPr>
          <p:cNvPr id="626" name="Google Shape;626;p53" descr="Blue_single_sparkle.png"/>
          <p:cNvPicPr preferRelativeResize="0"/>
          <p:nvPr/>
        </p:nvPicPr>
        <p:blipFill rotWithShape="1">
          <a:blip r:embed="rId3">
            <a:alphaModFix/>
          </a:blip>
          <a:srcRect/>
          <a:stretch/>
        </p:blipFill>
        <p:spPr>
          <a:xfrm>
            <a:off x="12066344" y="3082713"/>
            <a:ext cx="291386" cy="295801"/>
          </a:xfrm>
          <a:prstGeom prst="rect">
            <a:avLst/>
          </a:prstGeom>
          <a:noFill/>
          <a:ln>
            <a:noFill/>
          </a:ln>
        </p:spPr>
      </p:pic>
      <p:pic>
        <p:nvPicPr>
          <p:cNvPr id="627" name="Google Shape;627;p53" descr="Blue_single_sparkle.png"/>
          <p:cNvPicPr preferRelativeResize="0"/>
          <p:nvPr/>
        </p:nvPicPr>
        <p:blipFill rotWithShape="1">
          <a:blip r:embed="rId3">
            <a:alphaModFix/>
          </a:blip>
          <a:srcRect/>
          <a:stretch/>
        </p:blipFill>
        <p:spPr>
          <a:xfrm>
            <a:off x="13850154" y="2963842"/>
            <a:ext cx="656940" cy="666893"/>
          </a:xfrm>
          <a:prstGeom prst="rect">
            <a:avLst/>
          </a:prstGeom>
          <a:noFill/>
          <a:ln>
            <a:noFill/>
          </a:ln>
        </p:spPr>
      </p:pic>
      <p:pic>
        <p:nvPicPr>
          <p:cNvPr id="628" name="Google Shape;628;p53" descr="Blue_single_sparkle.png"/>
          <p:cNvPicPr preferRelativeResize="0"/>
          <p:nvPr/>
        </p:nvPicPr>
        <p:blipFill rotWithShape="1">
          <a:blip r:embed="rId3">
            <a:alphaModFix/>
          </a:blip>
          <a:srcRect/>
          <a:stretch/>
        </p:blipFill>
        <p:spPr>
          <a:xfrm>
            <a:off x="6828458" y="2894305"/>
            <a:ext cx="291386" cy="295801"/>
          </a:xfrm>
          <a:prstGeom prst="rect">
            <a:avLst/>
          </a:prstGeom>
          <a:noFill/>
          <a:ln>
            <a:noFill/>
          </a:ln>
        </p:spPr>
      </p:pic>
      <p:pic>
        <p:nvPicPr>
          <p:cNvPr id="629" name="Google Shape;629;p53" descr="Blue_single_sparkle.png"/>
          <p:cNvPicPr preferRelativeResize="0"/>
          <p:nvPr/>
        </p:nvPicPr>
        <p:blipFill rotWithShape="1">
          <a:blip r:embed="rId3">
            <a:alphaModFix/>
          </a:blip>
          <a:srcRect/>
          <a:stretch/>
        </p:blipFill>
        <p:spPr>
          <a:xfrm>
            <a:off x="16762169" y="6870146"/>
            <a:ext cx="291386" cy="295801"/>
          </a:xfrm>
          <a:prstGeom prst="rect">
            <a:avLst/>
          </a:prstGeom>
          <a:noFill/>
          <a:ln>
            <a:noFill/>
          </a:ln>
        </p:spPr>
      </p:pic>
      <p:pic>
        <p:nvPicPr>
          <p:cNvPr id="630" name="Google Shape;630;p53" descr="Blue_single_sparkle.png"/>
          <p:cNvPicPr preferRelativeResize="0"/>
          <p:nvPr/>
        </p:nvPicPr>
        <p:blipFill rotWithShape="1">
          <a:blip r:embed="rId3">
            <a:alphaModFix/>
          </a:blip>
          <a:srcRect/>
          <a:stretch/>
        </p:blipFill>
        <p:spPr>
          <a:xfrm>
            <a:off x="1112594" y="6599530"/>
            <a:ext cx="291386" cy="295801"/>
          </a:xfrm>
          <a:prstGeom prst="rect">
            <a:avLst/>
          </a:prstGeom>
          <a:noFill/>
          <a:ln>
            <a:noFill/>
          </a:ln>
        </p:spPr>
      </p:pic>
      <p:pic>
        <p:nvPicPr>
          <p:cNvPr id="631" name="Google Shape;631;p53" descr="Blue_single_sparkle.png"/>
          <p:cNvPicPr preferRelativeResize="0"/>
          <p:nvPr/>
        </p:nvPicPr>
        <p:blipFill rotWithShape="1">
          <a:blip r:embed="rId3">
            <a:alphaModFix/>
          </a:blip>
          <a:srcRect/>
          <a:stretch/>
        </p:blipFill>
        <p:spPr>
          <a:xfrm>
            <a:off x="12798875" y="6259922"/>
            <a:ext cx="527289" cy="535279"/>
          </a:xfrm>
          <a:prstGeom prst="rect">
            <a:avLst/>
          </a:prstGeom>
          <a:noFill/>
          <a:ln>
            <a:noFill/>
          </a:ln>
        </p:spPr>
      </p:pic>
      <p:pic>
        <p:nvPicPr>
          <p:cNvPr id="632" name="Google Shape;632;p53" descr="Blue_single_sparkle.png"/>
          <p:cNvPicPr preferRelativeResize="0"/>
          <p:nvPr/>
        </p:nvPicPr>
        <p:blipFill rotWithShape="1">
          <a:blip r:embed="rId3">
            <a:alphaModFix/>
          </a:blip>
          <a:srcRect/>
          <a:stretch/>
        </p:blipFill>
        <p:spPr>
          <a:xfrm>
            <a:off x="4489508" y="6163488"/>
            <a:ext cx="291386" cy="295801"/>
          </a:xfrm>
          <a:prstGeom prst="rect">
            <a:avLst/>
          </a:prstGeom>
          <a:noFill/>
          <a:ln>
            <a:noFill/>
          </a:ln>
        </p:spPr>
      </p:pic>
      <p:sp>
        <p:nvSpPr>
          <p:cNvPr id="633" name="Google Shape;633;p5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634" name="Google Shape;634;p53"/>
          <p:cNvSpPr txBox="1">
            <a:spLocks noGrp="1"/>
          </p:cNvSpPr>
          <p:nvPr>
            <p:ph type="subTitle" idx="9"/>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42 Photo - Five up">
  <p:cSld name="TITLE_1_1_1_1_1_1_1_1_1_1_1_1_1_1_1_1_1_1_1_1_1_1_1_1_1_1_1_1_1_1_1_1_1_1_1_1_1_1_1_1_1">
    <p:bg>
      <p:bgPr>
        <a:solidFill>
          <a:schemeClr val="accent6"/>
        </a:solidFill>
        <a:effectLst/>
      </p:bgPr>
    </p:bg>
    <p:spTree>
      <p:nvGrpSpPr>
        <p:cNvPr id="1" name="Shape 635"/>
        <p:cNvGrpSpPr/>
        <p:nvPr/>
      </p:nvGrpSpPr>
      <p:grpSpPr>
        <a:xfrm>
          <a:off x="0" y="0"/>
          <a:ext cx="0" cy="0"/>
          <a:chOff x="0" y="0"/>
          <a:chExt cx="0" cy="0"/>
        </a:xfrm>
      </p:grpSpPr>
      <p:sp>
        <p:nvSpPr>
          <p:cNvPr id="636" name="Google Shape;636;p54"/>
          <p:cNvSpPr/>
          <p:nvPr/>
        </p:nvSpPr>
        <p:spPr>
          <a:xfrm>
            <a:off x="860310"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37" name="Google Shape;637;p54"/>
          <p:cNvSpPr/>
          <p:nvPr/>
        </p:nvSpPr>
        <p:spPr>
          <a:xfrm>
            <a:off x="7732061"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38" name="Google Shape;638;p54"/>
          <p:cNvSpPr/>
          <p:nvPr/>
        </p:nvSpPr>
        <p:spPr>
          <a:xfrm>
            <a:off x="4296185"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39" name="Google Shape;639;p54"/>
          <p:cNvSpPr/>
          <p:nvPr/>
        </p:nvSpPr>
        <p:spPr>
          <a:xfrm>
            <a:off x="11167937"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40" name="Google Shape;640;p54"/>
          <p:cNvSpPr/>
          <p:nvPr/>
        </p:nvSpPr>
        <p:spPr>
          <a:xfrm>
            <a:off x="14603813"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41" name="Google Shape;641;p54"/>
          <p:cNvSpPr>
            <a:spLocks noGrp="1"/>
          </p:cNvSpPr>
          <p:nvPr>
            <p:ph type="pic" idx="2"/>
          </p:nvPr>
        </p:nvSpPr>
        <p:spPr>
          <a:xfrm>
            <a:off x="859508" y="4125844"/>
            <a:ext cx="2857500" cy="2857500"/>
          </a:xfrm>
          <a:prstGeom prst="ellipse">
            <a:avLst/>
          </a:prstGeom>
          <a:noFill/>
          <a:ln>
            <a:noFill/>
          </a:ln>
        </p:spPr>
      </p:sp>
      <p:sp>
        <p:nvSpPr>
          <p:cNvPr id="642" name="Google Shape;642;p54"/>
          <p:cNvSpPr>
            <a:spLocks noGrp="1"/>
          </p:cNvSpPr>
          <p:nvPr>
            <p:ph type="pic" idx="3"/>
          </p:nvPr>
        </p:nvSpPr>
        <p:spPr>
          <a:xfrm>
            <a:off x="4295775" y="4125844"/>
            <a:ext cx="2857500" cy="2857500"/>
          </a:xfrm>
          <a:prstGeom prst="ellipse">
            <a:avLst/>
          </a:prstGeom>
          <a:noFill/>
          <a:ln>
            <a:noFill/>
          </a:ln>
        </p:spPr>
      </p:sp>
      <p:sp>
        <p:nvSpPr>
          <p:cNvPr id="643" name="Google Shape;643;p54"/>
          <p:cNvSpPr>
            <a:spLocks noGrp="1"/>
          </p:cNvSpPr>
          <p:nvPr>
            <p:ph type="pic" idx="4"/>
          </p:nvPr>
        </p:nvSpPr>
        <p:spPr>
          <a:xfrm>
            <a:off x="7732395" y="4125844"/>
            <a:ext cx="2857500" cy="2857500"/>
          </a:xfrm>
          <a:prstGeom prst="ellipse">
            <a:avLst/>
          </a:prstGeom>
          <a:noFill/>
          <a:ln>
            <a:noFill/>
          </a:ln>
        </p:spPr>
      </p:sp>
      <p:sp>
        <p:nvSpPr>
          <p:cNvPr id="644" name="Google Shape;644;p54"/>
          <p:cNvSpPr>
            <a:spLocks noGrp="1"/>
          </p:cNvSpPr>
          <p:nvPr>
            <p:ph type="pic" idx="5"/>
          </p:nvPr>
        </p:nvSpPr>
        <p:spPr>
          <a:xfrm>
            <a:off x="11168063" y="4125844"/>
            <a:ext cx="2857500" cy="2857500"/>
          </a:xfrm>
          <a:prstGeom prst="ellipse">
            <a:avLst/>
          </a:prstGeom>
          <a:noFill/>
          <a:ln>
            <a:noFill/>
          </a:ln>
        </p:spPr>
      </p:sp>
      <p:sp>
        <p:nvSpPr>
          <p:cNvPr id="645" name="Google Shape;645;p54"/>
          <p:cNvSpPr>
            <a:spLocks noGrp="1"/>
          </p:cNvSpPr>
          <p:nvPr>
            <p:ph type="pic" idx="6"/>
          </p:nvPr>
        </p:nvSpPr>
        <p:spPr>
          <a:xfrm>
            <a:off x="14603730" y="4125844"/>
            <a:ext cx="2857500" cy="2857500"/>
          </a:xfrm>
          <a:prstGeom prst="ellipse">
            <a:avLst/>
          </a:prstGeom>
          <a:noFill/>
          <a:ln>
            <a:noFill/>
          </a:ln>
        </p:spPr>
      </p:sp>
      <p:sp>
        <p:nvSpPr>
          <p:cNvPr id="646" name="Google Shape;646;p54"/>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647" name="Google Shape;647;p54"/>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648" name="Google Shape;648;p54"/>
          <p:cNvSpPr txBox="1">
            <a:spLocks noGrp="1"/>
          </p:cNvSpPr>
          <p:nvPr>
            <p:ph type="body" idx="7"/>
          </p:nvPr>
        </p:nvSpPr>
        <p:spPr>
          <a:xfrm>
            <a:off x="940117"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49" name="Google Shape;649;p54"/>
          <p:cNvSpPr txBox="1">
            <a:spLocks noGrp="1"/>
          </p:cNvSpPr>
          <p:nvPr>
            <p:ph type="body" idx="8"/>
          </p:nvPr>
        </p:nvSpPr>
        <p:spPr>
          <a:xfrm>
            <a:off x="4375785"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50" name="Google Shape;650;p54"/>
          <p:cNvSpPr txBox="1">
            <a:spLocks noGrp="1"/>
          </p:cNvSpPr>
          <p:nvPr>
            <p:ph type="body" idx="9"/>
          </p:nvPr>
        </p:nvSpPr>
        <p:spPr>
          <a:xfrm>
            <a:off x="7795260"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51" name="Google Shape;651;p54"/>
          <p:cNvSpPr txBox="1">
            <a:spLocks noGrp="1"/>
          </p:cNvSpPr>
          <p:nvPr>
            <p:ph type="body" idx="13"/>
          </p:nvPr>
        </p:nvSpPr>
        <p:spPr>
          <a:xfrm>
            <a:off x="11248073"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652" name="Google Shape;652;p54"/>
          <p:cNvSpPr txBox="1">
            <a:spLocks noGrp="1"/>
          </p:cNvSpPr>
          <p:nvPr>
            <p:ph type="body" idx="14"/>
          </p:nvPr>
        </p:nvSpPr>
        <p:spPr>
          <a:xfrm>
            <a:off x="14700885"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653" name="Google Shape;653;p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54" name="Google Shape;654;p54" descr="Blue_single_sparkle.png"/>
          <p:cNvPicPr preferRelativeResize="0"/>
          <p:nvPr/>
        </p:nvPicPr>
        <p:blipFill rotWithShape="1">
          <a:blip r:embed="rId3">
            <a:alphaModFix/>
          </a:blip>
          <a:srcRect/>
          <a:stretch/>
        </p:blipFill>
        <p:spPr>
          <a:xfrm>
            <a:off x="7540703" y="6482252"/>
            <a:ext cx="527290" cy="535279"/>
          </a:xfrm>
          <a:prstGeom prst="rect">
            <a:avLst/>
          </a:prstGeom>
          <a:noFill/>
          <a:ln>
            <a:noFill/>
          </a:ln>
        </p:spPr>
      </p:pic>
      <p:pic>
        <p:nvPicPr>
          <p:cNvPr id="655" name="Google Shape;655;p54" descr="Blue_single_sparkle.png"/>
          <p:cNvPicPr preferRelativeResize="0"/>
          <p:nvPr/>
        </p:nvPicPr>
        <p:blipFill rotWithShape="1">
          <a:blip r:embed="rId3">
            <a:alphaModFix/>
          </a:blip>
          <a:srcRect/>
          <a:stretch/>
        </p:blipFill>
        <p:spPr>
          <a:xfrm rot="-3849399">
            <a:off x="2813764" y="3588851"/>
            <a:ext cx="436697" cy="443304"/>
          </a:xfrm>
          <a:prstGeom prst="rect">
            <a:avLst/>
          </a:prstGeom>
          <a:noFill/>
          <a:ln>
            <a:noFill/>
          </a:ln>
        </p:spPr>
      </p:pic>
      <p:pic>
        <p:nvPicPr>
          <p:cNvPr id="656" name="Google Shape;656;p54" descr="Blue_single_sparkle.png"/>
          <p:cNvPicPr preferRelativeResize="0"/>
          <p:nvPr/>
        </p:nvPicPr>
        <p:blipFill rotWithShape="1">
          <a:blip r:embed="rId3">
            <a:alphaModFix/>
          </a:blip>
          <a:srcRect/>
          <a:stretch/>
        </p:blipFill>
        <p:spPr>
          <a:xfrm>
            <a:off x="3386925" y="4033309"/>
            <a:ext cx="250800" cy="254608"/>
          </a:xfrm>
          <a:prstGeom prst="rect">
            <a:avLst/>
          </a:prstGeom>
          <a:noFill/>
          <a:ln>
            <a:noFill/>
          </a:ln>
        </p:spPr>
      </p:pic>
      <p:pic>
        <p:nvPicPr>
          <p:cNvPr id="657" name="Google Shape;657;p54" descr="Blue_single_sparkle.png"/>
          <p:cNvPicPr preferRelativeResize="0"/>
          <p:nvPr/>
        </p:nvPicPr>
        <p:blipFill rotWithShape="1">
          <a:blip r:embed="rId3">
            <a:alphaModFix/>
          </a:blip>
          <a:srcRect/>
          <a:stretch/>
        </p:blipFill>
        <p:spPr>
          <a:xfrm>
            <a:off x="11475794" y="3841703"/>
            <a:ext cx="291386" cy="295801"/>
          </a:xfrm>
          <a:prstGeom prst="rect">
            <a:avLst/>
          </a:prstGeom>
          <a:noFill/>
          <a:ln>
            <a:noFill/>
          </a:ln>
        </p:spPr>
      </p:pic>
      <p:pic>
        <p:nvPicPr>
          <p:cNvPr id="658" name="Google Shape;658;p54" descr="Blue_single_sparkle.png"/>
          <p:cNvPicPr preferRelativeResize="0"/>
          <p:nvPr/>
        </p:nvPicPr>
        <p:blipFill rotWithShape="1">
          <a:blip r:embed="rId3">
            <a:alphaModFix/>
          </a:blip>
          <a:srcRect/>
          <a:stretch/>
        </p:blipFill>
        <p:spPr>
          <a:xfrm>
            <a:off x="8183724" y="3841703"/>
            <a:ext cx="291386" cy="295801"/>
          </a:xfrm>
          <a:prstGeom prst="rect">
            <a:avLst/>
          </a:prstGeom>
          <a:noFill/>
          <a:ln>
            <a:noFill/>
          </a:ln>
        </p:spPr>
      </p:pic>
      <p:pic>
        <p:nvPicPr>
          <p:cNvPr id="659" name="Google Shape;659;p54" descr="Blue_single_sparkle.png"/>
          <p:cNvPicPr preferRelativeResize="0"/>
          <p:nvPr/>
        </p:nvPicPr>
        <p:blipFill rotWithShape="1">
          <a:blip r:embed="rId3">
            <a:alphaModFix/>
          </a:blip>
          <a:srcRect/>
          <a:stretch/>
        </p:blipFill>
        <p:spPr>
          <a:xfrm>
            <a:off x="713584" y="6674265"/>
            <a:ext cx="291386" cy="295801"/>
          </a:xfrm>
          <a:prstGeom prst="rect">
            <a:avLst/>
          </a:prstGeom>
          <a:noFill/>
          <a:ln>
            <a:noFill/>
          </a:ln>
        </p:spPr>
      </p:pic>
      <p:pic>
        <p:nvPicPr>
          <p:cNvPr id="660" name="Google Shape;660;p54" descr="Blue_single_sparkle.png"/>
          <p:cNvPicPr preferRelativeResize="0"/>
          <p:nvPr/>
        </p:nvPicPr>
        <p:blipFill rotWithShape="1">
          <a:blip r:embed="rId3">
            <a:alphaModFix/>
          </a:blip>
          <a:srcRect/>
          <a:stretch/>
        </p:blipFill>
        <p:spPr>
          <a:xfrm>
            <a:off x="13836451" y="6483819"/>
            <a:ext cx="419625" cy="425992"/>
          </a:xfrm>
          <a:prstGeom prst="rect">
            <a:avLst/>
          </a:prstGeom>
          <a:noFill/>
          <a:ln>
            <a:noFill/>
          </a:ln>
        </p:spPr>
      </p:pic>
      <p:pic>
        <p:nvPicPr>
          <p:cNvPr id="661" name="Google Shape;661;p54" descr="Blue_single_sparkle.png"/>
          <p:cNvPicPr preferRelativeResize="0"/>
          <p:nvPr/>
        </p:nvPicPr>
        <p:blipFill rotWithShape="1">
          <a:blip r:embed="rId3">
            <a:alphaModFix/>
          </a:blip>
          <a:srcRect/>
          <a:stretch/>
        </p:blipFill>
        <p:spPr>
          <a:xfrm>
            <a:off x="4296185" y="6548916"/>
            <a:ext cx="291386" cy="295801"/>
          </a:xfrm>
          <a:prstGeom prst="rect">
            <a:avLst/>
          </a:prstGeom>
          <a:noFill/>
          <a:ln>
            <a:noFill/>
          </a:ln>
        </p:spPr>
      </p:pic>
      <p:pic>
        <p:nvPicPr>
          <p:cNvPr id="662" name="Google Shape;662;p54" descr="Blue_single_sparkle.png"/>
          <p:cNvPicPr preferRelativeResize="0"/>
          <p:nvPr/>
        </p:nvPicPr>
        <p:blipFill rotWithShape="1">
          <a:blip r:embed="rId3">
            <a:alphaModFix/>
          </a:blip>
          <a:srcRect/>
          <a:stretch/>
        </p:blipFill>
        <p:spPr>
          <a:xfrm>
            <a:off x="14573248" y="3952970"/>
            <a:ext cx="419625" cy="425981"/>
          </a:xfrm>
          <a:prstGeom prst="rect">
            <a:avLst/>
          </a:prstGeom>
          <a:noFill/>
          <a:ln>
            <a:noFill/>
          </a:ln>
        </p:spPr>
      </p:pic>
      <p:pic>
        <p:nvPicPr>
          <p:cNvPr id="663" name="Google Shape;663;p54" descr="Blue_single_sparkle.png"/>
          <p:cNvPicPr preferRelativeResize="0"/>
          <p:nvPr/>
        </p:nvPicPr>
        <p:blipFill rotWithShape="1">
          <a:blip r:embed="rId3">
            <a:alphaModFix/>
          </a:blip>
          <a:srcRect/>
          <a:stretch/>
        </p:blipFill>
        <p:spPr>
          <a:xfrm>
            <a:off x="17095544" y="6482241"/>
            <a:ext cx="291386" cy="2958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43 Speaker 1">
  <p:cSld name="TITLE_1_1_1_1_1_1_1_1_1_1_1_1_1_1_1_1_1_1_1_1_1_1_1_1_1_1_1_1_1_1_1_1_1_1_1_1_1_1_1_1_1_1">
    <p:bg>
      <p:bgPr>
        <a:solidFill>
          <a:schemeClr val="accent6"/>
        </a:solidFill>
        <a:effectLst/>
      </p:bgPr>
    </p:bg>
    <p:spTree>
      <p:nvGrpSpPr>
        <p:cNvPr id="1" name="Shape 664"/>
        <p:cNvGrpSpPr/>
        <p:nvPr/>
      </p:nvGrpSpPr>
      <p:grpSpPr>
        <a:xfrm>
          <a:off x="0" y="0"/>
          <a:ext cx="0" cy="0"/>
          <a:chOff x="0" y="0"/>
          <a:chExt cx="0" cy="0"/>
        </a:xfrm>
      </p:grpSpPr>
      <p:sp>
        <p:nvSpPr>
          <p:cNvPr id="665" name="Google Shape;665;p55"/>
          <p:cNvSpPr/>
          <p:nvPr/>
        </p:nvSpPr>
        <p:spPr>
          <a:xfrm>
            <a:off x="6597668" y="1405013"/>
            <a:ext cx="5092800" cy="5092800"/>
          </a:xfrm>
          <a:prstGeom prst="ellipse">
            <a:avLst/>
          </a:prstGeom>
          <a:solidFill>
            <a:srgbClr val="F6BC06"/>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66" name="Google Shape;666;p55"/>
          <p:cNvSpPr txBox="1">
            <a:spLocks noGrp="1"/>
          </p:cNvSpPr>
          <p:nvPr>
            <p:ph type="title"/>
          </p:nvPr>
        </p:nvSpPr>
        <p:spPr>
          <a:xfrm>
            <a:off x="1572577" y="7182802"/>
            <a:ext cx="15142800" cy="8058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667" name="Google Shape;667;p55"/>
          <p:cNvSpPr txBox="1">
            <a:spLocks noGrp="1"/>
          </p:cNvSpPr>
          <p:nvPr>
            <p:ph type="subTitle" idx="1"/>
          </p:nvPr>
        </p:nvSpPr>
        <p:spPr>
          <a:xfrm>
            <a:off x="5431155" y="8030528"/>
            <a:ext cx="7425600" cy="8961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a:endParaRPr/>
          </a:p>
        </p:txBody>
      </p:sp>
      <p:sp>
        <p:nvSpPr>
          <p:cNvPr id="668" name="Google Shape;668;p55"/>
          <p:cNvSpPr>
            <a:spLocks noGrp="1"/>
          </p:cNvSpPr>
          <p:nvPr>
            <p:ph type="pic" idx="2"/>
          </p:nvPr>
        </p:nvSpPr>
        <p:spPr>
          <a:xfrm>
            <a:off x="6597968" y="1404938"/>
            <a:ext cx="5093100" cy="5093100"/>
          </a:xfrm>
          <a:prstGeom prst="ellipse">
            <a:avLst/>
          </a:prstGeom>
          <a:noFill/>
          <a:ln>
            <a:noFill/>
          </a:ln>
        </p:spPr>
      </p:sp>
      <p:pic>
        <p:nvPicPr>
          <p:cNvPr id="669" name="Google Shape;669;p55"/>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70" name="Google Shape;670;p55"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671" name="Google Shape;671;p55"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672" name="Google Shape;672;p55"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673" name="Google Shape;673;p55"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674" name="Google Shape;674;p55"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44 Speaker 2">
  <p:cSld name="TITLE_1_1_1_1_1_1_1_1_1_1_1_1_1_1_1_1_1_1_1_1_1_1_1_1_1_1_1_1_1_1_1_1_1_1_1_1_1_1_1_1_1_1_1">
    <p:bg>
      <p:bgPr>
        <a:solidFill>
          <a:schemeClr val="accent6"/>
        </a:solidFill>
        <a:effectLst/>
      </p:bgPr>
    </p:bg>
    <p:spTree>
      <p:nvGrpSpPr>
        <p:cNvPr id="1" name="Shape 675"/>
        <p:cNvGrpSpPr/>
        <p:nvPr/>
      </p:nvGrpSpPr>
      <p:grpSpPr>
        <a:xfrm>
          <a:off x="0" y="0"/>
          <a:ext cx="0" cy="0"/>
          <a:chOff x="0" y="0"/>
          <a:chExt cx="0" cy="0"/>
        </a:xfrm>
      </p:grpSpPr>
      <p:sp>
        <p:nvSpPr>
          <p:cNvPr id="676" name="Google Shape;676;p56"/>
          <p:cNvSpPr/>
          <p:nvPr/>
        </p:nvSpPr>
        <p:spPr>
          <a:xfrm>
            <a:off x="2308285" y="1405013"/>
            <a:ext cx="5092800" cy="5092800"/>
          </a:xfrm>
          <a:prstGeom prst="ellipse">
            <a:avLst/>
          </a:prstGeom>
          <a:solidFill>
            <a:srgbClr val="D892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77" name="Google Shape;677;p56"/>
          <p:cNvSpPr/>
          <p:nvPr/>
        </p:nvSpPr>
        <p:spPr>
          <a:xfrm>
            <a:off x="10883122" y="1404988"/>
            <a:ext cx="5092800" cy="5092800"/>
          </a:xfrm>
          <a:prstGeom prst="ellipse">
            <a:avLst/>
          </a:prstGeom>
          <a:solidFill>
            <a:srgbClr val="D892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678" name="Google Shape;678;p56"/>
          <p:cNvSpPr>
            <a:spLocks noGrp="1"/>
          </p:cNvSpPr>
          <p:nvPr>
            <p:ph type="pic" idx="2"/>
          </p:nvPr>
        </p:nvSpPr>
        <p:spPr>
          <a:xfrm>
            <a:off x="2307907" y="1404938"/>
            <a:ext cx="5093100" cy="5093100"/>
          </a:xfrm>
          <a:prstGeom prst="ellipse">
            <a:avLst/>
          </a:prstGeom>
          <a:noFill/>
          <a:ln>
            <a:noFill/>
          </a:ln>
        </p:spPr>
      </p:sp>
      <p:sp>
        <p:nvSpPr>
          <p:cNvPr id="679" name="Google Shape;679;p56"/>
          <p:cNvSpPr>
            <a:spLocks noGrp="1"/>
          </p:cNvSpPr>
          <p:nvPr>
            <p:ph type="pic" idx="3"/>
          </p:nvPr>
        </p:nvSpPr>
        <p:spPr>
          <a:xfrm>
            <a:off x="10883265" y="1404938"/>
            <a:ext cx="5093100" cy="5093100"/>
          </a:xfrm>
          <a:prstGeom prst="ellipse">
            <a:avLst/>
          </a:prstGeom>
          <a:noFill/>
          <a:ln>
            <a:noFill/>
          </a:ln>
        </p:spPr>
      </p:sp>
      <p:sp>
        <p:nvSpPr>
          <p:cNvPr id="680" name="Google Shape;680;p56"/>
          <p:cNvSpPr txBox="1">
            <a:spLocks noGrp="1"/>
          </p:cNvSpPr>
          <p:nvPr>
            <p:ph type="title"/>
          </p:nvPr>
        </p:nvSpPr>
        <p:spPr>
          <a:xfrm>
            <a:off x="671513" y="6835140"/>
            <a:ext cx="8365800" cy="14163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681" name="Google Shape;681;p56"/>
          <p:cNvSpPr txBox="1">
            <a:spLocks noGrp="1"/>
          </p:cNvSpPr>
          <p:nvPr>
            <p:ph type="subTitle" idx="1"/>
          </p:nvPr>
        </p:nvSpPr>
        <p:spPr>
          <a:xfrm>
            <a:off x="1687830" y="8301990"/>
            <a:ext cx="6333300" cy="8961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682" name="Google Shape;682;p56"/>
          <p:cNvSpPr txBox="1">
            <a:spLocks noGrp="1"/>
          </p:cNvSpPr>
          <p:nvPr>
            <p:ph type="title" idx="4"/>
          </p:nvPr>
        </p:nvSpPr>
        <p:spPr>
          <a:xfrm>
            <a:off x="9246870" y="6835140"/>
            <a:ext cx="8365800" cy="14163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683" name="Google Shape;683;p56"/>
          <p:cNvSpPr txBox="1">
            <a:spLocks noGrp="1"/>
          </p:cNvSpPr>
          <p:nvPr>
            <p:ph type="subTitle" idx="5"/>
          </p:nvPr>
        </p:nvSpPr>
        <p:spPr>
          <a:xfrm>
            <a:off x="10263188" y="8301990"/>
            <a:ext cx="6333300" cy="896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684" name="Google Shape;684;p56"/>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85" name="Google Shape;685;p56"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686" name="Google Shape;686;p56"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687" name="Google Shape;687;p56"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688" name="Google Shape;688;p56"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689" name="Google Shape;689;p56"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6 Agenda">
  <p:cSld name="TITLE_1_1_1_1_1_1_1_1_1_1_1_1_1_1_1_1_1_1_1_1_1_1_1_1_1_1_1_1_1_1_1_1_1_1_1_1_1_1_1_1_1_1_1_1">
    <p:bg>
      <p:bgPr>
        <a:solidFill>
          <a:schemeClr val="accent6"/>
        </a:solidFill>
        <a:effectLst/>
      </p:bgPr>
    </p:bg>
    <p:spTree>
      <p:nvGrpSpPr>
        <p:cNvPr id="1" name="Shape 690"/>
        <p:cNvGrpSpPr/>
        <p:nvPr/>
      </p:nvGrpSpPr>
      <p:grpSpPr>
        <a:xfrm>
          <a:off x="0" y="0"/>
          <a:ext cx="0" cy="0"/>
          <a:chOff x="0" y="0"/>
          <a:chExt cx="0" cy="0"/>
        </a:xfrm>
      </p:grpSpPr>
      <p:sp>
        <p:nvSpPr>
          <p:cNvPr id="691" name="Google Shape;691;p57"/>
          <p:cNvSpPr/>
          <p:nvPr/>
        </p:nvSpPr>
        <p:spPr>
          <a:xfrm>
            <a:off x="576133" y="576418"/>
            <a:ext cx="6445008" cy="9134154"/>
          </a:xfrm>
          <a:custGeom>
            <a:avLst/>
            <a:gdLst/>
            <a:ahLst/>
            <a:cxnLst/>
            <a:rect l="l" t="t" r="r" b="b"/>
            <a:pathLst>
              <a:path w="21600" h="21600" extrusionOk="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692" name="Google Shape;692;p5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693" name="Google Shape;693;p57" title="BE-MVP-Icon-Spark_Redux_V3_STRAIGHT_yellow.png"/>
          <p:cNvPicPr preferRelativeResize="0"/>
          <p:nvPr/>
        </p:nvPicPr>
        <p:blipFill rotWithShape="1">
          <a:blip r:embed="rId3">
            <a:alphaModFix/>
          </a:blip>
          <a:srcRect t="2553" b="2553"/>
          <a:stretch/>
        </p:blipFill>
        <p:spPr>
          <a:xfrm rot="498579">
            <a:off x="6165062" y="339421"/>
            <a:ext cx="598900" cy="606563"/>
          </a:xfrm>
          <a:prstGeom prst="rect">
            <a:avLst/>
          </a:prstGeom>
          <a:noFill/>
          <a:ln>
            <a:noFill/>
          </a:ln>
        </p:spPr>
      </p:pic>
      <p:pic>
        <p:nvPicPr>
          <p:cNvPr id="694" name="Google Shape;694;p57" title="BE-MVP-Icon-Spark_Redux_V3_LEFT_yellow.png"/>
          <p:cNvPicPr preferRelativeResize="0"/>
          <p:nvPr/>
        </p:nvPicPr>
        <p:blipFill rotWithShape="1">
          <a:blip r:embed="rId4">
            <a:alphaModFix/>
          </a:blip>
          <a:srcRect t="2606" b="2616"/>
          <a:stretch/>
        </p:blipFill>
        <p:spPr>
          <a:xfrm>
            <a:off x="6466012" y="1085550"/>
            <a:ext cx="252400" cy="255327"/>
          </a:xfrm>
          <a:prstGeom prst="rect">
            <a:avLst/>
          </a:prstGeom>
          <a:noFill/>
          <a:ln>
            <a:noFill/>
          </a:ln>
        </p:spPr>
      </p:pic>
      <p:sp>
        <p:nvSpPr>
          <p:cNvPr id="695" name="Google Shape;695;p57"/>
          <p:cNvSpPr txBox="1">
            <a:spLocks noGrp="1"/>
          </p:cNvSpPr>
          <p:nvPr>
            <p:ph type="title"/>
          </p:nvPr>
        </p:nvSpPr>
        <p:spPr>
          <a:xfrm>
            <a:off x="868680" y="3581400"/>
            <a:ext cx="4692900" cy="3123300"/>
          </a:xfrm>
          <a:prstGeom prst="rect">
            <a:avLst/>
          </a:prstGeom>
        </p:spPr>
        <p:txBody>
          <a:bodyPr spcFirstLastPara="1" wrap="square" lIns="0" tIns="0" rIns="0" bIns="0" anchor="ctr" anchorCtr="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696" name="Google Shape;696;p57" title="BE-MVP-Icon-Spark_Redux_V3_RIGHT_yellow.png"/>
          <p:cNvPicPr preferRelativeResize="0"/>
          <p:nvPr/>
        </p:nvPicPr>
        <p:blipFill rotWithShape="1">
          <a:blip r:embed="rId5">
            <a:alphaModFix/>
          </a:blip>
          <a:srcRect l="17671" t="12399" r="9187" b="8324"/>
          <a:stretch/>
        </p:blipFill>
        <p:spPr>
          <a:xfrm rot="-6">
            <a:off x="0" y="7905755"/>
            <a:ext cx="1251175" cy="14474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8 Thank you 2">
  <p:cSld name="TITLE_1_1_1_1_1_1_1_1_1_1_1_1_1_1_1_1_1_1_1_1_1_1_1_1_1_1_1_1_1_1_1_1_1_1_1_1_1_1_1_1_1_1_1_1_1">
    <p:bg>
      <p:bgPr>
        <a:solidFill>
          <a:schemeClr val="accent5"/>
        </a:solidFill>
        <a:effectLst/>
      </p:bgPr>
    </p:bg>
    <p:spTree>
      <p:nvGrpSpPr>
        <p:cNvPr id="1" name="Shape 697"/>
        <p:cNvGrpSpPr/>
        <p:nvPr/>
      </p:nvGrpSpPr>
      <p:grpSpPr>
        <a:xfrm>
          <a:off x="0" y="0"/>
          <a:ext cx="0" cy="0"/>
          <a:chOff x="0" y="0"/>
          <a:chExt cx="0" cy="0"/>
        </a:xfrm>
      </p:grpSpPr>
      <p:pic>
        <p:nvPicPr>
          <p:cNvPr id="698" name="Google Shape;698;p5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9" name="Google Shape;699;p58"/>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700" name="Google Shape;700;p58" title="BE-MVP-Icon-Spark_Redux_V3_STRAIGHT_yellow.png"/>
          <p:cNvPicPr preferRelativeResize="0"/>
          <p:nvPr/>
        </p:nvPicPr>
        <p:blipFill rotWithShape="1">
          <a:blip r:embed="rId3">
            <a:alphaModFix/>
          </a:blip>
          <a:srcRect t="2562" b="2562"/>
          <a:stretch/>
        </p:blipFill>
        <p:spPr>
          <a:xfrm>
            <a:off x="4827208" y="4659274"/>
            <a:ext cx="800070" cy="810305"/>
          </a:xfrm>
          <a:prstGeom prst="rect">
            <a:avLst/>
          </a:prstGeom>
          <a:noFill/>
          <a:ln>
            <a:noFill/>
          </a:ln>
        </p:spPr>
      </p:pic>
      <p:pic>
        <p:nvPicPr>
          <p:cNvPr id="701" name="Google Shape;701;p58" title="BE-MVP-Icon-Spark_Redux_V3_STRAIGHT_yellow.png"/>
          <p:cNvPicPr preferRelativeResize="0"/>
          <p:nvPr/>
        </p:nvPicPr>
        <p:blipFill rotWithShape="1">
          <a:blip r:embed="rId3">
            <a:alphaModFix/>
          </a:blip>
          <a:srcRect t="2562" b="2562"/>
          <a:stretch/>
        </p:blipFill>
        <p:spPr>
          <a:xfrm>
            <a:off x="4576047" y="5455670"/>
            <a:ext cx="448162" cy="453899"/>
          </a:xfrm>
          <a:prstGeom prst="rect">
            <a:avLst/>
          </a:prstGeom>
          <a:noFill/>
          <a:ln>
            <a:noFill/>
          </a:ln>
        </p:spPr>
      </p:pic>
      <p:pic>
        <p:nvPicPr>
          <p:cNvPr id="702" name="Google Shape;702;p58" descr="HDD_ATH_SALESFORCE_ICON_AGENTFORCE_V3_R2 3.png"/>
          <p:cNvPicPr preferRelativeResize="0"/>
          <p:nvPr/>
        </p:nvPicPr>
        <p:blipFill rotWithShape="1">
          <a:blip r:embed="rId4">
            <a:alphaModFix/>
          </a:blip>
          <a:srcRect/>
          <a:stretch/>
        </p:blipFill>
        <p:spPr>
          <a:xfrm rot="-2704027" flipH="1">
            <a:off x="5136872" y="5108231"/>
            <a:ext cx="1776925" cy="1763070"/>
          </a:xfrm>
          <a:prstGeom prst="rect">
            <a:avLst/>
          </a:prstGeom>
          <a:noFill/>
          <a:ln>
            <a:noFill/>
          </a:ln>
        </p:spPr>
      </p:pic>
      <p:pic>
        <p:nvPicPr>
          <p:cNvPr id="703" name="Google Shape;703;p58"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704" name="Google Shape;704;p58"/>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05" name="Google Shape;705;p58"/>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06" name="Google Shape;706;p58"/>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707" name="Google Shape;707;p58"/>
          <p:cNvGrpSpPr/>
          <p:nvPr/>
        </p:nvGrpSpPr>
        <p:grpSpPr>
          <a:xfrm>
            <a:off x="12042648" y="4220617"/>
            <a:ext cx="2453368" cy="3995925"/>
            <a:chOff x="13642848" y="3675888"/>
            <a:chExt cx="3164003" cy="5146072"/>
          </a:xfrm>
        </p:grpSpPr>
        <p:pic>
          <p:nvPicPr>
            <p:cNvPr id="708" name="Google Shape;708;p58"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id="709" name="Google Shape;709;p58" descr="Group"/>
            <p:cNvPicPr preferRelativeResize="0"/>
            <p:nvPr/>
          </p:nvPicPr>
          <p:blipFill rotWithShape="1">
            <a:blip r:embed="rId7">
              <a:alphaModFix/>
            </a:blip>
            <a:srcRect/>
            <a:stretch/>
          </p:blipFill>
          <p:spPr>
            <a:xfrm>
              <a:off x="13740739" y="6261646"/>
              <a:ext cx="2630294" cy="1841599"/>
            </a:xfrm>
            <a:prstGeom prst="rect">
              <a:avLst/>
            </a:prstGeom>
            <a:noFill/>
            <a:ln>
              <a:noFill/>
            </a:ln>
          </p:spPr>
        </p:pic>
        <p:pic>
          <p:nvPicPr>
            <p:cNvPr id="710" name="Google Shape;710;p58" title="Astro_trailblazer_hand.png"/>
            <p:cNvPicPr preferRelativeResize="0"/>
            <p:nvPr/>
          </p:nvPicPr>
          <p:blipFill rotWithShape="1">
            <a:blip r:embed="rId8">
              <a:alphaModFix/>
            </a:blip>
            <a:srcRect t="32108" b="32105"/>
            <a:stretch/>
          </p:blipFill>
          <p:spPr>
            <a:xfrm>
              <a:off x="13642850" y="5328124"/>
              <a:ext cx="3164001" cy="1841600"/>
            </a:xfrm>
            <a:prstGeom prst="rect">
              <a:avLst/>
            </a:prstGeom>
            <a:noFill/>
            <a:ln>
              <a:noFill/>
            </a:ln>
          </p:spPr>
        </p:pic>
      </p:grpSp>
      <p:pic>
        <p:nvPicPr>
          <p:cNvPr id="711" name="Google Shape;711;p58"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712" name="Google Shape;712;p58"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7 Thank you 1">
  <p:cSld name="TITLE_1_1_1_1_1_1_1_1_1_1_1_1_1_1_1_1_1_1_1_1_1_1_1_1_1_1_1_1_1_1_1_1_1_1_1_1_1_1_1_1_1_1_1_1_1_1">
    <p:bg>
      <p:bgPr>
        <a:solidFill>
          <a:schemeClr val="accent5"/>
        </a:solidFill>
        <a:effectLst/>
      </p:bgPr>
    </p:bg>
    <p:spTree>
      <p:nvGrpSpPr>
        <p:cNvPr id="1" name="Shape 713"/>
        <p:cNvGrpSpPr/>
        <p:nvPr/>
      </p:nvGrpSpPr>
      <p:grpSpPr>
        <a:xfrm>
          <a:off x="0" y="0"/>
          <a:ext cx="0" cy="0"/>
          <a:chOff x="0" y="0"/>
          <a:chExt cx="0" cy="0"/>
        </a:xfrm>
      </p:grpSpPr>
      <p:pic>
        <p:nvPicPr>
          <p:cNvPr id="714" name="Google Shape;714;p5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15" name="Google Shape;715;p59"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716" name="Google Shape;716;p59" title="BE-MVP-Icon-Spark_Redux_V3_STRAIGHT_yellow.png"/>
          <p:cNvPicPr preferRelativeResize="0"/>
          <p:nvPr/>
        </p:nvPicPr>
        <p:blipFill rotWithShape="1">
          <a:blip r:embed="rId3">
            <a:alphaModFix/>
          </a:blip>
          <a:srcRect t="2562" b="2562"/>
          <a:stretch/>
        </p:blipFill>
        <p:spPr>
          <a:xfrm>
            <a:off x="12701663" y="2881030"/>
            <a:ext cx="265072" cy="268468"/>
          </a:xfrm>
          <a:prstGeom prst="rect">
            <a:avLst/>
          </a:prstGeom>
          <a:noFill/>
          <a:ln>
            <a:noFill/>
          </a:ln>
        </p:spPr>
      </p:pic>
      <p:pic>
        <p:nvPicPr>
          <p:cNvPr id="717" name="Google Shape;717;p59" title="BE-MVP-Icon-Spark_Redux_V3_STRAIGHT_yellow.png"/>
          <p:cNvPicPr preferRelativeResize="0"/>
          <p:nvPr/>
        </p:nvPicPr>
        <p:blipFill rotWithShape="1">
          <a:blip r:embed="rId3">
            <a:alphaModFix/>
          </a:blip>
          <a:srcRect t="2562" b="2562"/>
          <a:stretch/>
        </p:blipFill>
        <p:spPr>
          <a:xfrm>
            <a:off x="5392021" y="5427419"/>
            <a:ext cx="800070" cy="810305"/>
          </a:xfrm>
          <a:prstGeom prst="rect">
            <a:avLst/>
          </a:prstGeom>
          <a:noFill/>
          <a:ln>
            <a:noFill/>
          </a:ln>
        </p:spPr>
      </p:pic>
      <p:pic>
        <p:nvPicPr>
          <p:cNvPr id="718" name="Google Shape;718;p59" title="BE-MVP-Icon-Spark_Redux_V3_STRAIGHT_yellow.png"/>
          <p:cNvPicPr preferRelativeResize="0"/>
          <p:nvPr/>
        </p:nvPicPr>
        <p:blipFill rotWithShape="1">
          <a:blip r:embed="rId3">
            <a:alphaModFix/>
          </a:blip>
          <a:srcRect t="2562" b="2562"/>
          <a:stretch/>
        </p:blipFill>
        <p:spPr>
          <a:xfrm>
            <a:off x="4395307" y="5026412"/>
            <a:ext cx="448164" cy="453897"/>
          </a:xfrm>
          <a:prstGeom prst="rect">
            <a:avLst/>
          </a:prstGeom>
          <a:noFill/>
          <a:ln>
            <a:noFill/>
          </a:ln>
        </p:spPr>
      </p:pic>
      <p:pic>
        <p:nvPicPr>
          <p:cNvPr id="719" name="Google Shape;719;p59"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720" name="Google Shape;720;p59"/>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21" name="Google Shape;721;p59"/>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22" name="Google Shape;722;p59"/>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23" name="Google Shape;723;p59"/>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47 Thank you - Photos 6">
  <p:cSld name="TITLE_1_1_1_1_1_1_1_1_1_1_1_1_1_1_1_1_1_1_1_1_1_1_1_1_1_1_1_1_1_1_1_1_1_1_1_1_1_1_1_1_1_1_1_1_1_1_1">
    <p:bg>
      <p:bgPr>
        <a:solidFill>
          <a:schemeClr val="accent5"/>
        </a:solidFill>
        <a:effectLst/>
      </p:bgPr>
    </p:bg>
    <p:spTree>
      <p:nvGrpSpPr>
        <p:cNvPr id="1" name="Shape 724"/>
        <p:cNvGrpSpPr/>
        <p:nvPr/>
      </p:nvGrpSpPr>
      <p:grpSpPr>
        <a:xfrm>
          <a:off x="0" y="0"/>
          <a:ext cx="0" cy="0"/>
          <a:chOff x="0" y="0"/>
          <a:chExt cx="0" cy="0"/>
        </a:xfrm>
      </p:grpSpPr>
      <p:pic>
        <p:nvPicPr>
          <p:cNvPr id="725" name="Google Shape;725;p6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26" name="Google Shape;726;p60"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727" name="Google Shape;727;p60"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pic>
        <p:nvPicPr>
          <p:cNvPr id="728" name="Google Shape;728;p60" title="BE-MVP-Icon-Spark_Redux_V3_STRAIGHT_yellow.png"/>
          <p:cNvPicPr preferRelativeResize="0"/>
          <p:nvPr/>
        </p:nvPicPr>
        <p:blipFill rotWithShape="1">
          <a:blip r:embed="rId3">
            <a:alphaModFix/>
          </a:blip>
          <a:srcRect t="2562" b="2562"/>
          <a:stretch/>
        </p:blipFill>
        <p:spPr>
          <a:xfrm>
            <a:off x="4654833" y="4738344"/>
            <a:ext cx="800070" cy="810305"/>
          </a:xfrm>
          <a:prstGeom prst="rect">
            <a:avLst/>
          </a:prstGeom>
          <a:noFill/>
          <a:ln>
            <a:noFill/>
          </a:ln>
        </p:spPr>
      </p:pic>
      <p:pic>
        <p:nvPicPr>
          <p:cNvPr id="729" name="Google Shape;729;p60" title="BE-MVP-Icon-Spark_Redux_V3_STRAIGHT_yellow.png"/>
          <p:cNvPicPr preferRelativeResize="0"/>
          <p:nvPr/>
        </p:nvPicPr>
        <p:blipFill rotWithShape="1">
          <a:blip r:embed="rId3">
            <a:alphaModFix/>
          </a:blip>
          <a:srcRect t="2562" b="2562"/>
          <a:stretch/>
        </p:blipFill>
        <p:spPr>
          <a:xfrm>
            <a:off x="4123832" y="4093512"/>
            <a:ext cx="448164" cy="453897"/>
          </a:xfrm>
          <a:prstGeom prst="rect">
            <a:avLst/>
          </a:prstGeom>
          <a:noFill/>
          <a:ln>
            <a:noFill/>
          </a:ln>
        </p:spPr>
      </p:pic>
      <p:pic>
        <p:nvPicPr>
          <p:cNvPr id="730" name="Google Shape;730;p60"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731" name="Google Shape;731;p60"/>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32" name="Google Shape;732;p60"/>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33" name="Google Shape;733;p60"/>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34" name="Google Shape;734;p60"/>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35" name="Google Shape;735;p60"/>
          <p:cNvSpPr>
            <a:spLocks noGrp="1"/>
          </p:cNvSpPr>
          <p:nvPr>
            <p:ph type="pic" idx="2"/>
          </p:nvPr>
        </p:nvSpPr>
        <p:spPr>
          <a:xfrm>
            <a:off x="2222075" y="1016000"/>
            <a:ext cx="2718000" cy="2718000"/>
          </a:xfrm>
          <a:prstGeom prst="ellipse">
            <a:avLst/>
          </a:prstGeom>
          <a:noFill/>
          <a:ln>
            <a:noFill/>
          </a:ln>
        </p:spPr>
      </p:sp>
      <p:sp>
        <p:nvSpPr>
          <p:cNvPr id="736" name="Google Shape;736;p60"/>
          <p:cNvSpPr>
            <a:spLocks noGrp="1"/>
          </p:cNvSpPr>
          <p:nvPr>
            <p:ph type="pic" idx="3"/>
          </p:nvPr>
        </p:nvSpPr>
        <p:spPr>
          <a:xfrm>
            <a:off x="857250" y="4628350"/>
            <a:ext cx="3400500" cy="3400500"/>
          </a:xfrm>
          <a:prstGeom prst="ellipse">
            <a:avLst/>
          </a:prstGeom>
          <a:noFill/>
          <a:ln>
            <a:noFill/>
          </a:ln>
        </p:spPr>
      </p:sp>
      <p:sp>
        <p:nvSpPr>
          <p:cNvPr id="737" name="Google Shape;737;p60"/>
          <p:cNvSpPr>
            <a:spLocks noGrp="1"/>
          </p:cNvSpPr>
          <p:nvPr>
            <p:ph type="pic" idx="4"/>
          </p:nvPr>
        </p:nvSpPr>
        <p:spPr>
          <a:xfrm>
            <a:off x="12073150" y="5902675"/>
            <a:ext cx="3575100" cy="3575100"/>
          </a:xfrm>
          <a:prstGeom prst="ellipse">
            <a:avLst/>
          </a:prstGeom>
          <a:noFill/>
          <a:ln>
            <a:noFill/>
          </a:ln>
        </p:spPr>
      </p:sp>
      <p:sp>
        <p:nvSpPr>
          <p:cNvPr id="738" name="Google Shape;738;p60"/>
          <p:cNvSpPr>
            <a:spLocks noGrp="1"/>
          </p:cNvSpPr>
          <p:nvPr>
            <p:ph type="pic" idx="5"/>
          </p:nvPr>
        </p:nvSpPr>
        <p:spPr>
          <a:xfrm>
            <a:off x="14272550" y="2881025"/>
            <a:ext cx="2718000" cy="2718000"/>
          </a:xfrm>
          <a:prstGeom prst="ellipse">
            <a:avLst/>
          </a:prstGeom>
          <a:noFill/>
          <a:ln>
            <a:noFill/>
          </a:ln>
        </p:spPr>
      </p:sp>
      <p:sp>
        <p:nvSpPr>
          <p:cNvPr id="739" name="Google Shape;739;p60"/>
          <p:cNvSpPr>
            <a:spLocks noGrp="1"/>
          </p:cNvSpPr>
          <p:nvPr>
            <p:ph type="pic" idx="6"/>
          </p:nvPr>
        </p:nvSpPr>
        <p:spPr>
          <a:xfrm>
            <a:off x="13662425" y="1015988"/>
            <a:ext cx="1360500" cy="1360500"/>
          </a:xfrm>
          <a:prstGeom prst="ellipse">
            <a:avLst/>
          </a:prstGeom>
          <a:noFill/>
          <a:ln>
            <a:noFill/>
          </a:ln>
        </p:spPr>
      </p:sp>
      <p:sp>
        <p:nvSpPr>
          <p:cNvPr id="740" name="Google Shape;740;p60"/>
          <p:cNvSpPr>
            <a:spLocks noGrp="1"/>
          </p:cNvSpPr>
          <p:nvPr>
            <p:ph type="pic" idx="7"/>
          </p:nvPr>
        </p:nvSpPr>
        <p:spPr>
          <a:xfrm>
            <a:off x="4395300" y="7499875"/>
            <a:ext cx="1977900" cy="1977900"/>
          </a:xfrm>
          <a:prstGeom prst="ellipse">
            <a:avLst/>
          </a:prstGeom>
          <a:noFill/>
          <a:ln>
            <a:noFill/>
          </a:ln>
        </p:spPr>
      </p:sp>
      <p:pic>
        <p:nvPicPr>
          <p:cNvPr id="741" name="Google Shape;741;p60" title="BE-MVP-Icon-Spark_Redux_V3_STRAIGHT_yellow.png"/>
          <p:cNvPicPr preferRelativeResize="0"/>
          <p:nvPr/>
        </p:nvPicPr>
        <p:blipFill rotWithShape="1">
          <a:blip r:embed="rId3">
            <a:alphaModFix/>
          </a:blip>
          <a:srcRect t="2562" b="2562"/>
          <a:stretch/>
        </p:blipFill>
        <p:spPr>
          <a:xfrm>
            <a:off x="1490419" y="1221962"/>
            <a:ext cx="448164" cy="453897"/>
          </a:xfrm>
          <a:prstGeom prst="rect">
            <a:avLst/>
          </a:prstGeom>
          <a:noFill/>
          <a:ln>
            <a:noFill/>
          </a:ln>
        </p:spPr>
      </p:pic>
      <p:pic>
        <p:nvPicPr>
          <p:cNvPr id="742" name="Google Shape;742;p60" title="BE-MVP-Icon-Spark_Redux_V3_STRAIGHT_yellow.png"/>
          <p:cNvPicPr preferRelativeResize="0"/>
          <p:nvPr/>
        </p:nvPicPr>
        <p:blipFill rotWithShape="1">
          <a:blip r:embed="rId3">
            <a:alphaModFix/>
          </a:blip>
          <a:srcRect t="2562" b="2562"/>
          <a:stretch/>
        </p:blipFill>
        <p:spPr>
          <a:xfrm>
            <a:off x="16043796" y="8358332"/>
            <a:ext cx="800070" cy="810305"/>
          </a:xfrm>
          <a:prstGeom prst="rect">
            <a:avLst/>
          </a:prstGeom>
          <a:noFill/>
          <a:ln>
            <a:noFill/>
          </a:ln>
        </p:spPr>
      </p:pic>
      <p:pic>
        <p:nvPicPr>
          <p:cNvPr id="743" name="Google Shape;743;p60" title="BE-MVP-Icon-Spark_Redux_V3_STRAIGHT_yellow.png"/>
          <p:cNvPicPr preferRelativeResize="0"/>
          <p:nvPr/>
        </p:nvPicPr>
        <p:blipFill rotWithShape="1">
          <a:blip r:embed="rId3">
            <a:alphaModFix/>
          </a:blip>
          <a:srcRect t="2562" b="2562"/>
          <a:stretch/>
        </p:blipFill>
        <p:spPr>
          <a:xfrm>
            <a:off x="3356994" y="8500362"/>
            <a:ext cx="448164" cy="453897"/>
          </a:xfrm>
          <a:prstGeom prst="rect">
            <a:avLst/>
          </a:prstGeom>
          <a:noFill/>
          <a:ln>
            <a:noFill/>
          </a:ln>
        </p:spPr>
      </p:pic>
      <p:pic>
        <p:nvPicPr>
          <p:cNvPr id="744" name="Google Shape;744;p60" title="BE-MVP-Icon-Spark_Redux_V3_STRAIGHT_yellow.png"/>
          <p:cNvPicPr preferRelativeResize="0"/>
          <p:nvPr/>
        </p:nvPicPr>
        <p:blipFill rotWithShape="1">
          <a:blip r:embed="rId3">
            <a:alphaModFix/>
          </a:blip>
          <a:srcRect t="2562" b="2562"/>
          <a:stretch/>
        </p:blipFill>
        <p:spPr>
          <a:xfrm>
            <a:off x="15553832" y="562112"/>
            <a:ext cx="448164" cy="453897"/>
          </a:xfrm>
          <a:prstGeom prst="rect">
            <a:avLst/>
          </a:prstGeom>
          <a:noFill/>
          <a:ln>
            <a:noFill/>
          </a:ln>
        </p:spPr>
      </p:pic>
      <p:pic>
        <p:nvPicPr>
          <p:cNvPr id="745" name="Google Shape;745;p60" title="BE-MVP-Icon-Spark_Redux_V3_STRAIGHT_yellow.png"/>
          <p:cNvPicPr preferRelativeResize="0"/>
          <p:nvPr/>
        </p:nvPicPr>
        <p:blipFill rotWithShape="1">
          <a:blip r:embed="rId3">
            <a:alphaModFix/>
          </a:blip>
          <a:srcRect t="2562" b="2562"/>
          <a:stretch/>
        </p:blipFill>
        <p:spPr>
          <a:xfrm>
            <a:off x="15648244" y="9191725"/>
            <a:ext cx="448164" cy="45389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47 Thank you - Photos 10">
  <p:cSld name="TITLE_1_1_1_1_1_1_1_1_1_1_1_1_1_1_1_1_1_1_1_1_1_1_1_1_1_1_1_1_1_1_1_1_1_1_1_1_1_1_1_1_1_1_1_1_1_1_2">
    <p:bg>
      <p:bgPr>
        <a:solidFill>
          <a:schemeClr val="accent5"/>
        </a:solidFill>
        <a:effectLst/>
      </p:bgPr>
    </p:bg>
    <p:spTree>
      <p:nvGrpSpPr>
        <p:cNvPr id="1" name="Shape 746"/>
        <p:cNvGrpSpPr/>
        <p:nvPr/>
      </p:nvGrpSpPr>
      <p:grpSpPr>
        <a:xfrm>
          <a:off x="0" y="0"/>
          <a:ext cx="0" cy="0"/>
          <a:chOff x="0" y="0"/>
          <a:chExt cx="0" cy="0"/>
        </a:xfrm>
      </p:grpSpPr>
      <p:pic>
        <p:nvPicPr>
          <p:cNvPr id="747" name="Google Shape;747;p6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48" name="Google Shape;748;p61"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749" name="Google Shape;749;p61"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pic>
        <p:nvPicPr>
          <p:cNvPr id="750" name="Google Shape;750;p61" title="BE-MVP-Icon-Spark_Redux_V3_STRAIGHT_yellow.png"/>
          <p:cNvPicPr preferRelativeResize="0"/>
          <p:nvPr/>
        </p:nvPicPr>
        <p:blipFill rotWithShape="1">
          <a:blip r:embed="rId3">
            <a:alphaModFix/>
          </a:blip>
          <a:srcRect t="2562" b="2562"/>
          <a:stretch/>
        </p:blipFill>
        <p:spPr>
          <a:xfrm>
            <a:off x="5004483" y="5478044"/>
            <a:ext cx="800070" cy="810305"/>
          </a:xfrm>
          <a:prstGeom prst="rect">
            <a:avLst/>
          </a:prstGeom>
          <a:noFill/>
          <a:ln>
            <a:noFill/>
          </a:ln>
        </p:spPr>
      </p:pic>
      <p:pic>
        <p:nvPicPr>
          <p:cNvPr id="751" name="Google Shape;751;p61" title="BE-MVP-Icon-Spark_Redux_V3_STRAIGHT_yellow.png"/>
          <p:cNvPicPr preferRelativeResize="0"/>
          <p:nvPr/>
        </p:nvPicPr>
        <p:blipFill rotWithShape="1">
          <a:blip r:embed="rId3">
            <a:alphaModFix/>
          </a:blip>
          <a:srcRect t="2562" b="2562"/>
          <a:stretch/>
        </p:blipFill>
        <p:spPr>
          <a:xfrm>
            <a:off x="4482457" y="5024162"/>
            <a:ext cx="448164" cy="453897"/>
          </a:xfrm>
          <a:prstGeom prst="rect">
            <a:avLst/>
          </a:prstGeom>
          <a:noFill/>
          <a:ln>
            <a:noFill/>
          </a:ln>
        </p:spPr>
      </p:pic>
      <p:pic>
        <p:nvPicPr>
          <p:cNvPr id="752" name="Google Shape;752;p61"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753" name="Google Shape;753;p61"/>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54" name="Google Shape;754;p61"/>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55" name="Google Shape;755;p61"/>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56" name="Google Shape;756;p61"/>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57" name="Google Shape;757;p61"/>
          <p:cNvSpPr>
            <a:spLocks noGrp="1"/>
          </p:cNvSpPr>
          <p:nvPr>
            <p:ph type="pic" idx="2"/>
          </p:nvPr>
        </p:nvSpPr>
        <p:spPr>
          <a:xfrm>
            <a:off x="2355750" y="599100"/>
            <a:ext cx="2718000" cy="2718000"/>
          </a:xfrm>
          <a:prstGeom prst="ellipse">
            <a:avLst/>
          </a:prstGeom>
          <a:noFill/>
          <a:ln>
            <a:noFill/>
          </a:ln>
        </p:spPr>
      </p:sp>
      <p:sp>
        <p:nvSpPr>
          <p:cNvPr id="758" name="Google Shape;758;p61"/>
          <p:cNvSpPr>
            <a:spLocks noGrp="1"/>
          </p:cNvSpPr>
          <p:nvPr>
            <p:ph type="pic" idx="3"/>
          </p:nvPr>
        </p:nvSpPr>
        <p:spPr>
          <a:xfrm>
            <a:off x="725550" y="3541400"/>
            <a:ext cx="1977900" cy="1977900"/>
          </a:xfrm>
          <a:prstGeom prst="ellipse">
            <a:avLst/>
          </a:prstGeom>
          <a:noFill/>
          <a:ln>
            <a:noFill/>
          </a:ln>
        </p:spPr>
      </p:sp>
      <p:sp>
        <p:nvSpPr>
          <p:cNvPr id="759" name="Google Shape;759;p61"/>
          <p:cNvSpPr>
            <a:spLocks noGrp="1"/>
          </p:cNvSpPr>
          <p:nvPr>
            <p:ph type="pic" idx="4"/>
          </p:nvPr>
        </p:nvSpPr>
        <p:spPr>
          <a:xfrm>
            <a:off x="1714500" y="6205500"/>
            <a:ext cx="3400500" cy="3400500"/>
          </a:xfrm>
          <a:prstGeom prst="ellipse">
            <a:avLst/>
          </a:prstGeom>
          <a:noFill/>
          <a:ln>
            <a:noFill/>
          </a:ln>
        </p:spPr>
      </p:sp>
      <p:sp>
        <p:nvSpPr>
          <p:cNvPr id="760" name="Google Shape;760;p61"/>
          <p:cNvSpPr>
            <a:spLocks noGrp="1"/>
          </p:cNvSpPr>
          <p:nvPr>
            <p:ph type="pic" idx="5"/>
          </p:nvPr>
        </p:nvSpPr>
        <p:spPr>
          <a:xfrm>
            <a:off x="13633050" y="4628350"/>
            <a:ext cx="3797700" cy="3797700"/>
          </a:xfrm>
          <a:prstGeom prst="ellipse">
            <a:avLst/>
          </a:prstGeom>
          <a:noFill/>
          <a:ln>
            <a:noFill/>
          </a:ln>
        </p:spPr>
      </p:sp>
      <p:sp>
        <p:nvSpPr>
          <p:cNvPr id="761" name="Google Shape;761;p61"/>
          <p:cNvSpPr>
            <a:spLocks noGrp="1"/>
          </p:cNvSpPr>
          <p:nvPr>
            <p:ph type="pic" idx="6"/>
          </p:nvPr>
        </p:nvSpPr>
        <p:spPr>
          <a:xfrm>
            <a:off x="14433925" y="1016000"/>
            <a:ext cx="2718000" cy="2718000"/>
          </a:xfrm>
          <a:prstGeom prst="ellipse">
            <a:avLst/>
          </a:prstGeom>
          <a:noFill/>
          <a:ln>
            <a:noFill/>
          </a:ln>
        </p:spPr>
      </p:sp>
      <p:sp>
        <p:nvSpPr>
          <p:cNvPr id="762" name="Google Shape;762;p61"/>
          <p:cNvSpPr>
            <a:spLocks noGrp="1"/>
          </p:cNvSpPr>
          <p:nvPr>
            <p:ph type="pic" idx="7"/>
          </p:nvPr>
        </p:nvSpPr>
        <p:spPr>
          <a:xfrm>
            <a:off x="12073138" y="700788"/>
            <a:ext cx="1360500" cy="1360500"/>
          </a:xfrm>
          <a:prstGeom prst="ellipse">
            <a:avLst/>
          </a:prstGeom>
          <a:noFill/>
          <a:ln>
            <a:noFill/>
          </a:ln>
        </p:spPr>
      </p:sp>
      <p:sp>
        <p:nvSpPr>
          <p:cNvPr id="763" name="Google Shape;763;p61"/>
          <p:cNvSpPr>
            <a:spLocks noGrp="1"/>
          </p:cNvSpPr>
          <p:nvPr>
            <p:ph type="pic" idx="8"/>
          </p:nvPr>
        </p:nvSpPr>
        <p:spPr>
          <a:xfrm>
            <a:off x="12460250" y="7905750"/>
            <a:ext cx="1563900" cy="1563900"/>
          </a:xfrm>
          <a:prstGeom prst="ellipse">
            <a:avLst/>
          </a:prstGeom>
          <a:noFill/>
          <a:ln>
            <a:noFill/>
          </a:ln>
        </p:spPr>
      </p:sp>
      <p:sp>
        <p:nvSpPr>
          <p:cNvPr id="764" name="Google Shape;764;p61"/>
          <p:cNvSpPr>
            <a:spLocks noGrp="1"/>
          </p:cNvSpPr>
          <p:nvPr>
            <p:ph type="pic" idx="9"/>
          </p:nvPr>
        </p:nvSpPr>
        <p:spPr>
          <a:xfrm>
            <a:off x="5553688" y="8426038"/>
            <a:ext cx="1360500" cy="1360500"/>
          </a:xfrm>
          <a:prstGeom prst="ellipse">
            <a:avLst/>
          </a:prstGeom>
          <a:noFill/>
          <a:ln>
            <a:noFill/>
          </a:ln>
        </p:spPr>
      </p:sp>
      <p:sp>
        <p:nvSpPr>
          <p:cNvPr id="765" name="Google Shape;765;p61"/>
          <p:cNvSpPr>
            <a:spLocks noGrp="1"/>
          </p:cNvSpPr>
          <p:nvPr>
            <p:ph type="pic" idx="13"/>
          </p:nvPr>
        </p:nvSpPr>
        <p:spPr>
          <a:xfrm>
            <a:off x="6269750" y="599100"/>
            <a:ext cx="1563900" cy="1563900"/>
          </a:xfrm>
          <a:prstGeom prst="ellipse">
            <a:avLst/>
          </a:prstGeom>
          <a:noFill/>
          <a:ln>
            <a:noFill/>
          </a:ln>
        </p:spPr>
      </p:sp>
      <p:sp>
        <p:nvSpPr>
          <p:cNvPr id="766" name="Google Shape;766;p61"/>
          <p:cNvSpPr>
            <a:spLocks noGrp="1"/>
          </p:cNvSpPr>
          <p:nvPr>
            <p:ph type="pic" idx="14"/>
          </p:nvPr>
        </p:nvSpPr>
        <p:spPr>
          <a:xfrm>
            <a:off x="8623025" y="7346350"/>
            <a:ext cx="1977900" cy="1977900"/>
          </a:xfrm>
          <a:prstGeom prst="ellipse">
            <a:avLst/>
          </a:prstGeom>
          <a:noFill/>
          <a:ln>
            <a:noFill/>
          </a:ln>
        </p:spPr>
      </p:sp>
      <p:pic>
        <p:nvPicPr>
          <p:cNvPr id="767" name="Google Shape;767;p61" title="BE-MVP-Icon-Spark_Redux_V3_STRAIGHT_yellow.png"/>
          <p:cNvPicPr preferRelativeResize="0"/>
          <p:nvPr/>
        </p:nvPicPr>
        <p:blipFill rotWithShape="1">
          <a:blip r:embed="rId3">
            <a:alphaModFix/>
          </a:blip>
          <a:srcRect t="2562" b="2562"/>
          <a:stretch/>
        </p:blipFill>
        <p:spPr>
          <a:xfrm>
            <a:off x="499632" y="3149512"/>
            <a:ext cx="448164" cy="453897"/>
          </a:xfrm>
          <a:prstGeom prst="rect">
            <a:avLst/>
          </a:prstGeom>
          <a:noFill/>
          <a:ln>
            <a:noFill/>
          </a:ln>
        </p:spPr>
      </p:pic>
      <p:pic>
        <p:nvPicPr>
          <p:cNvPr id="768" name="Google Shape;768;p61" title="BE-MVP-Icon-Spark_Redux_V3_STRAIGHT_yellow.png"/>
          <p:cNvPicPr preferRelativeResize="0"/>
          <p:nvPr/>
        </p:nvPicPr>
        <p:blipFill rotWithShape="1">
          <a:blip r:embed="rId3">
            <a:alphaModFix/>
          </a:blip>
          <a:srcRect t="2562" b="2562"/>
          <a:stretch/>
        </p:blipFill>
        <p:spPr>
          <a:xfrm>
            <a:off x="12242121" y="6689569"/>
            <a:ext cx="800070" cy="810305"/>
          </a:xfrm>
          <a:prstGeom prst="rect">
            <a:avLst/>
          </a:prstGeom>
          <a:noFill/>
          <a:ln>
            <a:noFill/>
          </a:ln>
        </p:spPr>
      </p:pic>
      <p:pic>
        <p:nvPicPr>
          <p:cNvPr id="769" name="Google Shape;769;p61" title="BE-MVP-Icon-Spark_Redux_V3_STRAIGHT_yellow.png"/>
          <p:cNvPicPr preferRelativeResize="0"/>
          <p:nvPr/>
        </p:nvPicPr>
        <p:blipFill rotWithShape="1">
          <a:blip r:embed="rId3">
            <a:alphaModFix/>
          </a:blip>
          <a:srcRect t="2562" b="2562"/>
          <a:stretch/>
        </p:blipFill>
        <p:spPr>
          <a:xfrm>
            <a:off x="1837832" y="9469662"/>
            <a:ext cx="448164" cy="453897"/>
          </a:xfrm>
          <a:prstGeom prst="rect">
            <a:avLst/>
          </a:prstGeom>
          <a:noFill/>
          <a:ln>
            <a:noFill/>
          </a:ln>
        </p:spPr>
      </p:pic>
      <p:pic>
        <p:nvPicPr>
          <p:cNvPr id="770" name="Google Shape;770;p61" title="BE-MVP-Icon-Spark_Redux_V3_STRAIGHT_yellow.png"/>
          <p:cNvPicPr preferRelativeResize="0"/>
          <p:nvPr/>
        </p:nvPicPr>
        <p:blipFill rotWithShape="1">
          <a:blip r:embed="rId3">
            <a:alphaModFix/>
          </a:blip>
          <a:srcRect t="2562" b="2562"/>
          <a:stretch/>
        </p:blipFill>
        <p:spPr>
          <a:xfrm>
            <a:off x="10909707" y="857262"/>
            <a:ext cx="448164" cy="453897"/>
          </a:xfrm>
          <a:prstGeom prst="rect">
            <a:avLst/>
          </a:prstGeom>
          <a:noFill/>
          <a:ln>
            <a:noFill/>
          </a:ln>
        </p:spPr>
      </p:pic>
      <p:pic>
        <p:nvPicPr>
          <p:cNvPr id="771" name="Google Shape;771;p61" title="BE-MVP-Icon-Spark_Redux_V3_STRAIGHT_yellow.png"/>
          <p:cNvPicPr preferRelativeResize="0"/>
          <p:nvPr/>
        </p:nvPicPr>
        <p:blipFill rotWithShape="1">
          <a:blip r:embed="rId3">
            <a:alphaModFix/>
          </a:blip>
          <a:srcRect t="2562" b="2562"/>
          <a:stretch/>
        </p:blipFill>
        <p:spPr>
          <a:xfrm>
            <a:off x="16982582" y="8690112"/>
            <a:ext cx="448164" cy="453897"/>
          </a:xfrm>
          <a:prstGeom prst="rect">
            <a:avLst/>
          </a:prstGeom>
          <a:noFill/>
          <a:ln>
            <a:noFill/>
          </a:ln>
        </p:spPr>
      </p:pic>
      <p:pic>
        <p:nvPicPr>
          <p:cNvPr id="772" name="Google Shape;772;p61" title="BE-MVP-Icon-Spark_Redux_V3_STRAIGHT_yellow.png"/>
          <p:cNvPicPr preferRelativeResize="0"/>
          <p:nvPr/>
        </p:nvPicPr>
        <p:blipFill rotWithShape="1">
          <a:blip r:embed="rId3">
            <a:alphaModFix/>
          </a:blip>
          <a:srcRect t="2562" b="2562"/>
          <a:stretch/>
        </p:blipFill>
        <p:spPr>
          <a:xfrm>
            <a:off x="17327507" y="1016012"/>
            <a:ext cx="448164" cy="453897"/>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53 Cover 2">
  <p:cSld name="CUSTOM_2">
    <p:spTree>
      <p:nvGrpSpPr>
        <p:cNvPr id="1" name="Shape 773"/>
        <p:cNvGrpSpPr/>
        <p:nvPr/>
      </p:nvGrpSpPr>
      <p:grpSpPr>
        <a:xfrm>
          <a:off x="0" y="0"/>
          <a:ext cx="0" cy="0"/>
          <a:chOff x="0" y="0"/>
          <a:chExt cx="0" cy="0"/>
        </a:xfrm>
      </p:grpSpPr>
      <p:pic>
        <p:nvPicPr>
          <p:cNvPr id="774" name="Google Shape;774;p6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5" name="Google Shape;775;p62"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776" name="Google Shape;776;p62"/>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52 Cover 1">
  <p:cSld name="CUSTOM_3">
    <p:spTree>
      <p:nvGrpSpPr>
        <p:cNvPr id="1" name="Shape 777"/>
        <p:cNvGrpSpPr/>
        <p:nvPr/>
      </p:nvGrpSpPr>
      <p:grpSpPr>
        <a:xfrm>
          <a:off x="0" y="0"/>
          <a:ext cx="0" cy="0"/>
          <a:chOff x="0" y="0"/>
          <a:chExt cx="0" cy="0"/>
        </a:xfrm>
      </p:grpSpPr>
      <p:pic>
        <p:nvPicPr>
          <p:cNvPr id="778" name="Google Shape;778;p63"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9" name="Google Shape;779;p63"/>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780" name="Google Shape;780;p63"/>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50 FLS">
  <p:cSld name="TITLE_1_1_1_1_1_1_1_1_1_1_1_1_1_1_1_1_1_1_1_1_1_1_1_1_1_1_1_1_1_1_1_1_1_1_1_1_1_1_1_1_1_1_1_1_1_1_1_1_1">
    <p:bg>
      <p:bgPr>
        <a:solidFill>
          <a:schemeClr val="accent6"/>
        </a:solidFill>
        <a:effectLst/>
      </p:bgPr>
    </p:bg>
    <p:spTree>
      <p:nvGrpSpPr>
        <p:cNvPr id="1" name="Shape 781"/>
        <p:cNvGrpSpPr/>
        <p:nvPr/>
      </p:nvGrpSpPr>
      <p:grpSpPr>
        <a:xfrm>
          <a:off x="0" y="0"/>
          <a:ext cx="0" cy="0"/>
          <a:chOff x="0" y="0"/>
          <a:chExt cx="0" cy="0"/>
        </a:xfrm>
      </p:grpSpPr>
      <p:sp>
        <p:nvSpPr>
          <p:cNvPr id="782" name="Google Shape;782;p64"/>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783" name="Google Shape;783;p64"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sp>
        <p:nvSpPr>
          <p:cNvPr id="784" name="Google Shape;784;p64"/>
          <p:cNvSpPr txBox="1"/>
          <p:nvPr/>
        </p:nvSpPr>
        <p:spPr>
          <a:xfrm>
            <a:off x="1319900" y="3143250"/>
            <a:ext cx="15230100" cy="53013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785" name="Google Shape;785;p6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51 FLS">
  <p:cSld name="TITLE_1_1_1_1_1_1_1_1_1_1_1_1_1_1_1_1_1_1_1_1_1_1_1_1_1_1_1_1_1_1_1_1_1_1_1_1_1_1_1_1_1_1_1_1_1_1_1_1_1_1">
    <p:bg>
      <p:bgPr>
        <a:solidFill>
          <a:srgbClr val="CFE9FE"/>
        </a:solidFill>
        <a:effectLst/>
      </p:bgPr>
    </p:bg>
    <p:spTree>
      <p:nvGrpSpPr>
        <p:cNvPr id="1" name="Shape 786"/>
        <p:cNvGrpSpPr/>
        <p:nvPr/>
      </p:nvGrpSpPr>
      <p:grpSpPr>
        <a:xfrm>
          <a:off x="0" y="0"/>
          <a:ext cx="0" cy="0"/>
          <a:chOff x="0" y="0"/>
          <a:chExt cx="0" cy="0"/>
        </a:xfrm>
      </p:grpSpPr>
      <p:pic>
        <p:nvPicPr>
          <p:cNvPr id="787" name="Google Shape;787;p6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88" name="Google Shape;788;p6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789" name="Google Shape;789;p65"/>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790" name="Google Shape;790;p65"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sp>
        <p:nvSpPr>
          <p:cNvPr id="791" name="Google Shape;791;p65"/>
          <p:cNvSpPr txBox="1"/>
          <p:nvPr/>
        </p:nvSpPr>
        <p:spPr>
          <a:xfrm>
            <a:off x="1343400" y="3143250"/>
            <a:ext cx="15230100" cy="53013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12 Card - Five up - Calendar ">
  <p:cSld name="TITLE_1_1_1_1_1_1_1_1_1_1_1_1_1_1_1_1_1_1_1_1_1_2_4">
    <p:bg>
      <p:bgPr>
        <a:solidFill>
          <a:schemeClr val="accent6"/>
        </a:solidFill>
        <a:effectLst/>
      </p:bgPr>
    </p:bg>
    <p:spTree>
      <p:nvGrpSpPr>
        <p:cNvPr id="1" name="Shape 792"/>
        <p:cNvGrpSpPr/>
        <p:nvPr/>
      </p:nvGrpSpPr>
      <p:grpSpPr>
        <a:xfrm>
          <a:off x="0" y="0"/>
          <a:ext cx="0" cy="0"/>
          <a:chOff x="0" y="0"/>
          <a:chExt cx="0" cy="0"/>
        </a:xfrm>
      </p:grpSpPr>
      <p:sp>
        <p:nvSpPr>
          <p:cNvPr id="793" name="Google Shape;793;p66"/>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794" name="Google Shape;794;p66"/>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795" name="Google Shape;795;p66"/>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796" name="Google Shape;79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797" name="Google Shape;797;p66"/>
          <p:cNvSpPr/>
          <p:nvPr/>
        </p:nvSpPr>
        <p:spPr>
          <a:xfrm>
            <a:off x="857250"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798" name="Google Shape;798;p66"/>
          <p:cNvSpPr/>
          <p:nvPr/>
        </p:nvSpPr>
        <p:spPr>
          <a:xfrm>
            <a:off x="4249875"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799" name="Google Shape;799;p66"/>
          <p:cNvSpPr/>
          <p:nvPr/>
        </p:nvSpPr>
        <p:spPr>
          <a:xfrm>
            <a:off x="7642500"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0" name="Google Shape;800;p66"/>
          <p:cNvSpPr/>
          <p:nvPr/>
        </p:nvSpPr>
        <p:spPr>
          <a:xfrm>
            <a:off x="11035126"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1" name="Google Shape;801;p66"/>
          <p:cNvSpPr/>
          <p:nvPr/>
        </p:nvSpPr>
        <p:spPr>
          <a:xfrm>
            <a:off x="14427751"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2" name="Google Shape;802;p66"/>
          <p:cNvSpPr/>
          <p:nvPr/>
        </p:nvSpPr>
        <p:spPr>
          <a:xfrm>
            <a:off x="1014076"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3" name="Google Shape;803;p66"/>
          <p:cNvSpPr txBox="1"/>
          <p:nvPr/>
        </p:nvSpPr>
        <p:spPr>
          <a:xfrm>
            <a:off x="1207467"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804" name="Google Shape;804;p66"/>
          <p:cNvSpPr/>
          <p:nvPr/>
        </p:nvSpPr>
        <p:spPr>
          <a:xfrm>
            <a:off x="4406794"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5" name="Google Shape;805;p66"/>
          <p:cNvSpPr txBox="1"/>
          <p:nvPr/>
        </p:nvSpPr>
        <p:spPr>
          <a:xfrm>
            <a:off x="4600185"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806" name="Google Shape;806;p66"/>
          <p:cNvSpPr/>
          <p:nvPr/>
        </p:nvSpPr>
        <p:spPr>
          <a:xfrm>
            <a:off x="7799422"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7" name="Google Shape;807;p66"/>
          <p:cNvSpPr txBox="1"/>
          <p:nvPr/>
        </p:nvSpPr>
        <p:spPr>
          <a:xfrm>
            <a:off x="7992813"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808" name="Google Shape;808;p66"/>
          <p:cNvSpPr/>
          <p:nvPr/>
        </p:nvSpPr>
        <p:spPr>
          <a:xfrm>
            <a:off x="11192050"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09" name="Google Shape;809;p66"/>
          <p:cNvSpPr txBox="1"/>
          <p:nvPr/>
        </p:nvSpPr>
        <p:spPr>
          <a:xfrm>
            <a:off x="11385441"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810" name="Google Shape;810;p66"/>
          <p:cNvSpPr/>
          <p:nvPr/>
        </p:nvSpPr>
        <p:spPr>
          <a:xfrm>
            <a:off x="14584677"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811" name="Google Shape;811;p66"/>
          <p:cNvSpPr txBox="1"/>
          <p:nvPr/>
        </p:nvSpPr>
        <p:spPr>
          <a:xfrm>
            <a:off x="14778069"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812" name="Google Shape;812;p66"/>
          <p:cNvSpPr txBox="1">
            <a:spLocks noGrp="1"/>
          </p:cNvSpPr>
          <p:nvPr>
            <p:ph type="title" idx="3"/>
          </p:nvPr>
        </p:nvSpPr>
        <p:spPr>
          <a:xfrm>
            <a:off x="120765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813" name="Google Shape;813;p66"/>
          <p:cNvSpPr txBox="1">
            <a:spLocks noGrp="1"/>
          </p:cNvSpPr>
          <p:nvPr>
            <p:ph type="title" idx="4"/>
          </p:nvPr>
        </p:nvSpPr>
        <p:spPr>
          <a:xfrm>
            <a:off x="4600275"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814" name="Google Shape;814;p66"/>
          <p:cNvSpPr txBox="1">
            <a:spLocks noGrp="1"/>
          </p:cNvSpPr>
          <p:nvPr>
            <p:ph type="title" idx="5"/>
          </p:nvPr>
        </p:nvSpPr>
        <p:spPr>
          <a:xfrm>
            <a:off x="799290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815" name="Google Shape;815;p66"/>
          <p:cNvSpPr txBox="1">
            <a:spLocks noGrp="1"/>
          </p:cNvSpPr>
          <p:nvPr>
            <p:ph type="title" idx="6"/>
          </p:nvPr>
        </p:nvSpPr>
        <p:spPr>
          <a:xfrm>
            <a:off x="11385525"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816" name="Google Shape;816;p66"/>
          <p:cNvSpPr txBox="1">
            <a:spLocks noGrp="1"/>
          </p:cNvSpPr>
          <p:nvPr>
            <p:ph type="title" idx="7"/>
          </p:nvPr>
        </p:nvSpPr>
        <p:spPr>
          <a:xfrm>
            <a:off x="1477815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pic>
        <p:nvPicPr>
          <p:cNvPr id="817" name="Google Shape;817;p66" descr="Yellow_single_sparkle.png"/>
          <p:cNvPicPr preferRelativeResize="0"/>
          <p:nvPr/>
        </p:nvPicPr>
        <p:blipFill rotWithShape="1">
          <a:blip r:embed="rId3">
            <a:alphaModFix/>
          </a:blip>
          <a:srcRect/>
          <a:stretch/>
        </p:blipFill>
        <p:spPr>
          <a:xfrm rot="618519">
            <a:off x="17716618" y="8037292"/>
            <a:ext cx="336404" cy="340708"/>
          </a:xfrm>
          <a:prstGeom prst="rect">
            <a:avLst/>
          </a:prstGeom>
          <a:noFill/>
          <a:ln>
            <a:noFill/>
          </a:ln>
        </p:spPr>
      </p:pic>
      <p:pic>
        <p:nvPicPr>
          <p:cNvPr id="818" name="Google Shape;818;p66" descr="Yellow_single_sparkle.png"/>
          <p:cNvPicPr preferRelativeResize="0"/>
          <p:nvPr/>
        </p:nvPicPr>
        <p:blipFill rotWithShape="1">
          <a:blip r:embed="rId3">
            <a:alphaModFix/>
          </a:blip>
          <a:srcRect/>
          <a:stretch/>
        </p:blipFill>
        <p:spPr>
          <a:xfrm rot="-669029">
            <a:off x="16923044" y="8209249"/>
            <a:ext cx="768236" cy="778064"/>
          </a:xfrm>
          <a:prstGeom prst="rect">
            <a:avLst/>
          </a:prstGeom>
          <a:noFill/>
          <a:ln>
            <a:noFill/>
          </a:ln>
        </p:spPr>
      </p:pic>
      <p:pic>
        <p:nvPicPr>
          <p:cNvPr id="819" name="Google Shape;819;p66" descr="alt=&quot;&quot;"/>
          <p:cNvPicPr preferRelativeResize="0"/>
          <p:nvPr/>
        </p:nvPicPr>
        <p:blipFill rotWithShape="1">
          <a:blip r:embed="rId3">
            <a:alphaModFix/>
          </a:blip>
          <a:srcRect/>
          <a:stretch/>
        </p:blipFill>
        <p:spPr>
          <a:xfrm rot="-1107206">
            <a:off x="292166" y="2423508"/>
            <a:ext cx="485211" cy="491419"/>
          </a:xfrm>
          <a:prstGeom prst="rect">
            <a:avLst/>
          </a:prstGeom>
          <a:noFill/>
          <a:ln>
            <a:noFill/>
          </a:ln>
        </p:spPr>
      </p:pic>
      <p:pic>
        <p:nvPicPr>
          <p:cNvPr id="820" name="Google Shape;820;p66" descr="alt=&quot;&quot;"/>
          <p:cNvPicPr preferRelativeResize="0"/>
          <p:nvPr/>
        </p:nvPicPr>
        <p:blipFill rotWithShape="1">
          <a:blip r:embed="rId3">
            <a:alphaModFix/>
          </a:blip>
          <a:srcRect/>
          <a:stretch/>
        </p:blipFill>
        <p:spPr>
          <a:xfrm rot="450588">
            <a:off x="390984" y="3078575"/>
            <a:ext cx="189095" cy="19153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51 NoC">
  <p:cSld name="TITLE_1_1_1_1_1_1_1_1_1_1_1_1_1_1_1_1_1_1_1_1_1_1_1_1_1_1_1_1_1_1_1_1_1_1_1_1_1_1_1_1_1_1_1_1_1_1_1_1_1_2">
    <p:bg>
      <p:bgPr>
        <a:solidFill>
          <a:srgbClr val="CFE9FE"/>
        </a:solidFill>
        <a:effectLst/>
      </p:bgPr>
    </p:bg>
    <p:spTree>
      <p:nvGrpSpPr>
        <p:cNvPr id="1" name="Shape 821"/>
        <p:cNvGrpSpPr/>
        <p:nvPr/>
      </p:nvGrpSpPr>
      <p:grpSpPr>
        <a:xfrm>
          <a:off x="0" y="0"/>
          <a:ext cx="0" cy="0"/>
          <a:chOff x="0" y="0"/>
          <a:chExt cx="0" cy="0"/>
        </a:xfrm>
      </p:grpSpPr>
      <p:sp>
        <p:nvSpPr>
          <p:cNvPr id="822" name="Google Shape;822;p67"/>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823" name="Google Shape;823;p67"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pic>
        <p:nvPicPr>
          <p:cNvPr id="824" name="Google Shape;824;p67"/>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25" name="Google Shape;825;p67"/>
          <p:cNvPicPr preferRelativeResize="0"/>
          <p:nvPr/>
        </p:nvPicPr>
        <p:blipFill rotWithShape="1">
          <a:blip r:embed="rId3">
            <a:alphaModFix/>
          </a:blip>
          <a:srcRect l="3941" t="17734" r="72741" b="20754"/>
          <a:stretch/>
        </p:blipFill>
        <p:spPr>
          <a:xfrm>
            <a:off x="1486825" y="3902925"/>
            <a:ext cx="3656673" cy="3786776"/>
          </a:xfrm>
          <a:prstGeom prst="rect">
            <a:avLst/>
          </a:prstGeom>
          <a:noFill/>
          <a:ln>
            <a:noFill/>
          </a:ln>
        </p:spPr>
      </p:pic>
      <p:sp>
        <p:nvSpPr>
          <p:cNvPr id="826" name="Google Shape;826;p67"/>
          <p:cNvSpPr txBox="1"/>
          <p:nvPr/>
        </p:nvSpPr>
        <p:spPr>
          <a:xfrm>
            <a:off x="6118768" y="4068438"/>
            <a:ext cx="9777000" cy="344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lang="en" sz="4263" b="1">
                <a:solidFill>
                  <a:srgbClr val="003366"/>
                </a:solidFill>
                <a:latin typeface="Salesforce Sans"/>
                <a:ea typeface="Salesforce Sans"/>
                <a:cs typeface="Salesforce Sans"/>
                <a:sym typeface="Salesforce Sans"/>
              </a:rPr>
              <a:t>The contents </a:t>
            </a:r>
            <a:br>
              <a:rPr lang="en" sz="4263" b="1">
                <a:solidFill>
                  <a:srgbClr val="003366"/>
                </a:solidFill>
                <a:latin typeface="Salesforce Sans"/>
                <a:ea typeface="Salesforce Sans"/>
                <a:cs typeface="Salesforce Sans"/>
                <a:sym typeface="Salesforce Sans"/>
              </a:rPr>
            </a:br>
            <a:r>
              <a:rPr lang="en" sz="4263" b="1">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 Blank Gradient Reverse">
  <p:cSld name="CUSTOM_4">
    <p:bg>
      <p:bgPr>
        <a:gradFill>
          <a:gsLst>
            <a:gs pos="0">
              <a:srgbClr val="90D0FE"/>
            </a:gs>
            <a:gs pos="100000">
              <a:srgbClr val="EAF5FE"/>
            </a:gs>
          </a:gsLst>
          <a:lin ang="5400012" scaled="0"/>
        </a:gradFill>
        <a:effectLst/>
      </p:bgPr>
    </p:bg>
    <p:spTree>
      <p:nvGrpSpPr>
        <p:cNvPr id="1" name="Shape 827"/>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Blank">
  <p:cSld name="TITLE_1_4">
    <p:bg>
      <p:bgPr>
        <a:solidFill>
          <a:srgbClr val="CFE9FE"/>
        </a:solidFill>
        <a:effectLst/>
      </p:bgPr>
    </p:bg>
    <p:spTree>
      <p:nvGrpSpPr>
        <p:cNvPr id="1" name="Shape 828"/>
        <p:cNvGrpSpPr/>
        <p:nvPr/>
      </p:nvGrpSpPr>
      <p:grpSpPr>
        <a:xfrm>
          <a:off x="0" y="0"/>
          <a:ext cx="0" cy="0"/>
          <a:chOff x="0" y="0"/>
          <a:chExt cx="0" cy="0"/>
        </a:xfrm>
      </p:grpSpPr>
      <p:sp>
        <p:nvSpPr>
          <p:cNvPr id="829" name="Google Shape;829;p69"/>
          <p:cNvSpPr txBox="1">
            <a:spLocks noGrp="1"/>
          </p:cNvSpPr>
          <p:nvPr>
            <p:ph type="sldNum" idx="12"/>
          </p:nvPr>
        </p:nvSpPr>
        <p:spPr>
          <a:xfrm>
            <a:off x="24383999" y="9204037"/>
            <a:ext cx="4267200" cy="660900"/>
          </a:xfrm>
          <a:prstGeom prst="rect">
            <a:avLst/>
          </a:prstGeom>
          <a:noFill/>
          <a:ln>
            <a:noFill/>
          </a:ln>
        </p:spPr>
        <p:txBody>
          <a:bodyPr spcFirstLastPara="1" wrap="square" lIns="182825" tIns="182825" rIns="182825" bIns="182825" anchor="ctr" anchorCtr="0">
            <a:normAutofit/>
          </a:bodyPr>
          <a:lstStyle>
            <a:lvl1pPr marL="0" lvl="0"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marL="0" lvl="1"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marL="0" lvl="2"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marL="0" lvl="3"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marL="0" lvl="4"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marL="0" lvl="5"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marL="0" lvl="6"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marL="0" lvl="7"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marL="0" lvl="8"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b="0" i="0" u="none" strike="noStrike" cap="non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2 Logo with Light Stage">
  <p:cSld name="CUSTOM_1_1">
    <p:bg>
      <p:bgPr>
        <a:solidFill>
          <a:srgbClr val="CFE9FE"/>
        </a:solidFill>
        <a:effectLst/>
      </p:bgPr>
    </p:bg>
    <p:spTree>
      <p:nvGrpSpPr>
        <p:cNvPr id="1" name="Shape 830"/>
        <p:cNvGrpSpPr/>
        <p:nvPr/>
      </p:nvGrpSpPr>
      <p:grpSpPr>
        <a:xfrm>
          <a:off x="0" y="0"/>
          <a:ext cx="0" cy="0"/>
          <a:chOff x="0" y="0"/>
          <a:chExt cx="0" cy="0"/>
        </a:xfrm>
      </p:grpSpPr>
      <p:pic>
        <p:nvPicPr>
          <p:cNvPr id="831" name="Google Shape;831;p70"/>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32" name="Google Shape;832;p70"/>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33 Aubergine product">
  <p:cSld name="TITLE_1_1_1_1_1_1_1_1_1_1_1_1_1_1_1_1_1_1_1_1_1_1_1_1_1_1_1_1_2_1_1_1_1_1_1_1_1_1">
    <p:bg>
      <p:bgPr>
        <a:solidFill>
          <a:srgbClr val="CFE9FE"/>
        </a:solidFill>
        <a:effectLst/>
      </p:bgPr>
    </p:bg>
    <p:spTree>
      <p:nvGrpSpPr>
        <p:cNvPr id="1" name="Shape 833"/>
        <p:cNvGrpSpPr/>
        <p:nvPr/>
      </p:nvGrpSpPr>
      <p:grpSpPr>
        <a:xfrm>
          <a:off x="0" y="0"/>
          <a:ext cx="0" cy="0"/>
          <a:chOff x="0" y="0"/>
          <a:chExt cx="0" cy="0"/>
        </a:xfrm>
      </p:grpSpPr>
      <p:pic>
        <p:nvPicPr>
          <p:cNvPr id="834" name="Google Shape;834;p71" title="DF Slides for conversion_1920x1080.001.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3 Sales Cloud">
  <p:cSld name="TITLE_1_1_1_1_1_1_1_1_1_1_1_1_1_1_1_1_1_1_1_1_1_1_1_1_1_1_1_1_2_1_1">
    <p:bg>
      <p:bgPr>
        <a:solidFill>
          <a:srgbClr val="CFE9FE"/>
        </a:solidFill>
        <a:effectLst/>
      </p:bgPr>
    </p:bg>
    <p:spTree>
      <p:nvGrpSpPr>
        <p:cNvPr id="1" name="Shape 835"/>
        <p:cNvGrpSpPr/>
        <p:nvPr/>
      </p:nvGrpSpPr>
      <p:grpSpPr>
        <a:xfrm>
          <a:off x="0" y="0"/>
          <a:ext cx="0" cy="0"/>
          <a:chOff x="0" y="0"/>
          <a:chExt cx="0" cy="0"/>
        </a:xfrm>
      </p:grpSpPr>
      <p:pic>
        <p:nvPicPr>
          <p:cNvPr id="836" name="Google Shape;836;p7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37" name="Google Shape;837;p72" title="DF Slides for conversion_1920x1080 (6).001.jpeg"/>
          <p:cNvPicPr preferRelativeResize="0"/>
          <p:nvPr/>
        </p:nvPicPr>
        <p:blipFill rotWithShape="1">
          <a:blip r:embed="rId3">
            <a:alphaModFix/>
          </a:blip>
          <a:srcRect l="110" r="110"/>
          <a:stretch/>
        </p:blipFill>
        <p:spPr>
          <a:xfrm>
            <a:off x="-45350" y="-45346"/>
            <a:ext cx="18368626" cy="1035502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33 Service">
  <p:cSld name="TITLE_1_1_1_1_1_1_1_1_1_1_1_1_1_1_1_1_1_1_1_1_1_1_1_1_1_1_1_1_2_1_1_1">
    <p:bg>
      <p:bgPr>
        <a:solidFill>
          <a:srgbClr val="CFE9FE"/>
        </a:solidFill>
        <a:effectLst/>
      </p:bgPr>
    </p:bg>
    <p:spTree>
      <p:nvGrpSpPr>
        <p:cNvPr id="1" name="Shape 838"/>
        <p:cNvGrpSpPr/>
        <p:nvPr/>
      </p:nvGrpSpPr>
      <p:grpSpPr>
        <a:xfrm>
          <a:off x="0" y="0"/>
          <a:ext cx="0" cy="0"/>
          <a:chOff x="0" y="0"/>
          <a:chExt cx="0" cy="0"/>
        </a:xfrm>
      </p:grpSpPr>
      <p:pic>
        <p:nvPicPr>
          <p:cNvPr id="839" name="Google Shape;839;p7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40" name="Google Shape;840;p73" title="DF Slides for conversion_1920x1080 (6).002.jpeg"/>
          <p:cNvPicPr preferRelativeResize="0"/>
          <p:nvPr/>
        </p:nvPicPr>
        <p:blipFill rotWithShape="1">
          <a:blip r:embed="rId3">
            <a:alphaModFix/>
          </a:blip>
          <a:srcRect l="338" r="288" b="626"/>
          <a:stretch/>
        </p:blipFill>
        <p:spPr>
          <a:xfrm>
            <a:off x="0" y="0"/>
            <a:ext cx="18288000" cy="102870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33 Electric Blue product">
  <p:cSld name="TITLE_1_1_1_1_1_1_1_1_1_1_1_1_1_1_1_1_1_1_1_1_1_1_1_1_1_1_1_1_2_1_1_1_1_1_1_1_1_2">
    <p:bg>
      <p:bgPr>
        <a:solidFill>
          <a:srgbClr val="CFE9FE"/>
        </a:solidFill>
        <a:effectLst/>
      </p:bgPr>
    </p:bg>
    <p:spTree>
      <p:nvGrpSpPr>
        <p:cNvPr id="1" name="Shape 841"/>
        <p:cNvGrpSpPr/>
        <p:nvPr/>
      </p:nvGrpSpPr>
      <p:grpSpPr>
        <a:xfrm>
          <a:off x="0" y="0"/>
          <a:ext cx="0" cy="0"/>
          <a:chOff x="0" y="0"/>
          <a:chExt cx="0" cy="0"/>
        </a:xfrm>
      </p:grpSpPr>
      <p:pic>
        <p:nvPicPr>
          <p:cNvPr id="842" name="Google Shape;842;p74" title="DF Slides for conversion_1920x1080.001.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33 Marketing">
  <p:cSld name="TITLE_1_1_1_1_1_1_1_1_1_1_1_1_1_1_1_1_1_1_1_1_1_1_1_1_1_1_1_1_2_1_1_1_1">
    <p:bg>
      <p:bgPr>
        <a:solidFill>
          <a:srgbClr val="CFE9FE"/>
        </a:solidFill>
        <a:effectLst/>
      </p:bgPr>
    </p:bg>
    <p:spTree>
      <p:nvGrpSpPr>
        <p:cNvPr id="1" name="Shape 843"/>
        <p:cNvGrpSpPr/>
        <p:nvPr/>
      </p:nvGrpSpPr>
      <p:grpSpPr>
        <a:xfrm>
          <a:off x="0" y="0"/>
          <a:ext cx="0" cy="0"/>
          <a:chOff x="0" y="0"/>
          <a:chExt cx="0" cy="0"/>
        </a:xfrm>
      </p:grpSpPr>
      <p:pic>
        <p:nvPicPr>
          <p:cNvPr id="844" name="Google Shape;844;p75" title="DF Slides for conversion_1920x1080.001.jpeg"/>
          <p:cNvPicPr preferRelativeResize="0"/>
          <p:nvPr/>
        </p:nvPicPr>
        <p:blipFill rotWithShape="1">
          <a:blip r:embed="rId2">
            <a:alphaModFix/>
          </a:blip>
          <a:srcRect l="338" r="338"/>
          <a:stretch/>
        </p:blipFill>
        <p:spPr>
          <a:xfrm>
            <a:off x="-53754" y="-68029"/>
            <a:ext cx="18470952" cy="104610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33 Commerce">
  <p:cSld name="TITLE_1_1_1_1_1_1_1_1_1_1_1_1_1_1_1_1_1_1_1_1_1_1_1_1_1_1_1_1_2_1_1_1_1_1">
    <p:bg>
      <p:bgPr>
        <a:solidFill>
          <a:srgbClr val="CFE9FE"/>
        </a:solidFill>
        <a:effectLst/>
      </p:bgPr>
    </p:bg>
    <p:spTree>
      <p:nvGrpSpPr>
        <p:cNvPr id="1" name="Shape 845"/>
        <p:cNvGrpSpPr/>
        <p:nvPr/>
      </p:nvGrpSpPr>
      <p:grpSpPr>
        <a:xfrm>
          <a:off x="0" y="0"/>
          <a:ext cx="0" cy="0"/>
          <a:chOff x="0" y="0"/>
          <a:chExt cx="0" cy="0"/>
        </a:xfrm>
      </p:grpSpPr>
      <p:pic>
        <p:nvPicPr>
          <p:cNvPr id="846" name="Google Shape;846;p76" title="DF Slides for conversion_1920x1080 (6).004.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33 Tableau">
  <p:cSld name="TITLE_1_1_1_1_1_1_1_1_1_1_1_1_1_1_1_1_1_1_1_1_1_1_1_1_1_1_1_1_2_1_1_1_1_1_1">
    <p:bg>
      <p:bgPr>
        <a:solidFill>
          <a:srgbClr val="CFE9FE"/>
        </a:solidFill>
        <a:effectLst/>
      </p:bgPr>
    </p:bg>
    <p:spTree>
      <p:nvGrpSpPr>
        <p:cNvPr id="1" name="Shape 847"/>
        <p:cNvGrpSpPr/>
        <p:nvPr/>
      </p:nvGrpSpPr>
      <p:grpSpPr>
        <a:xfrm>
          <a:off x="0" y="0"/>
          <a:ext cx="0" cy="0"/>
          <a:chOff x="0" y="0"/>
          <a:chExt cx="0" cy="0"/>
        </a:xfrm>
      </p:grpSpPr>
      <p:pic>
        <p:nvPicPr>
          <p:cNvPr id="848" name="Google Shape;848;p77" title="DF Slides for conversion_1920x1080 (6).005.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33 Purple Data">
  <p:cSld name="TITLE_1_1_1_1_1_1_1_1_1_1_1_1_1_1_1_1_1_1_1_1_1_1_1_1_1_1_1_1_2_1_1_1_1_1_1_1_1_1_1">
    <p:bg>
      <p:bgPr>
        <a:solidFill>
          <a:srgbClr val="CFE9FE"/>
        </a:solidFill>
        <a:effectLst/>
      </p:bgPr>
    </p:bg>
    <p:spTree>
      <p:nvGrpSpPr>
        <p:cNvPr id="1" name="Shape 849"/>
        <p:cNvGrpSpPr/>
        <p:nvPr/>
      </p:nvGrpSpPr>
      <p:grpSpPr>
        <a:xfrm>
          <a:off x="0" y="0"/>
          <a:ext cx="0" cy="0"/>
          <a:chOff x="0" y="0"/>
          <a:chExt cx="0" cy="0"/>
        </a:xfrm>
      </p:grpSpPr>
      <p:pic>
        <p:nvPicPr>
          <p:cNvPr id="850" name="Google Shape;850;p78"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matchingName="BLANK" type="tx">
  <p:cSld name="TITLE_AND_BODY">
    <p:spTree>
      <p:nvGrpSpPr>
        <p:cNvPr id="1" name="Shape 851"/>
        <p:cNvGrpSpPr/>
        <p:nvPr/>
      </p:nvGrpSpPr>
      <p:grpSpPr>
        <a:xfrm>
          <a:off x="0" y="0"/>
          <a:ext cx="0" cy="0"/>
          <a:chOff x="0" y="0"/>
          <a:chExt cx="0" cy="0"/>
        </a:xfrm>
      </p:grpSpPr>
      <p:sp>
        <p:nvSpPr>
          <p:cNvPr id="852" name="Google Shape;852;p79"/>
          <p:cNvSpPr txBox="1">
            <a:spLocks noGrp="1"/>
          </p:cNvSpPr>
          <p:nvPr>
            <p:ph type="sldNum" idx="12"/>
          </p:nvPr>
        </p:nvSpPr>
        <p:spPr>
          <a:xfrm>
            <a:off x="8839199" y="9258299"/>
            <a:ext cx="4267200" cy="277200"/>
          </a:xfrm>
          <a:prstGeom prst="rect">
            <a:avLst/>
          </a:prstGeom>
          <a:noFill/>
          <a:ln>
            <a:noFill/>
          </a:ln>
        </p:spPr>
        <p:txBody>
          <a:bodyPr spcFirstLastPara="1" wrap="square" lIns="45725" tIns="45725" rIns="45725" bIns="45725" anchor="ctr" anchorCtr="0">
            <a:spAutoFit/>
          </a:bodyPr>
          <a:lstStyle>
            <a:lvl1pPr marL="0" lvl="0"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marL="0" lvl="1"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marL="0" lvl="2"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marL="0" lvl="3"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marL="0" lvl="4"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marL="0" lvl="5"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marL="0" lvl="6"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marL="0" lvl="7"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marL="0" lvl="8"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28 Statement 1 1">
  <p:cSld name="TITLE_1_1_1_1_1_1_1_1_1_1_1_1_1_1_1_1_1_1_1_1_1_1_1_1_1_1_1_2">
    <p:bg>
      <p:bgPr>
        <a:solidFill>
          <a:srgbClr val="CFE9FE"/>
        </a:solidFill>
        <a:effectLst/>
      </p:bgPr>
    </p:bg>
    <p:spTree>
      <p:nvGrpSpPr>
        <p:cNvPr id="1" name="Shape 853"/>
        <p:cNvGrpSpPr/>
        <p:nvPr/>
      </p:nvGrpSpPr>
      <p:grpSpPr>
        <a:xfrm>
          <a:off x="0" y="0"/>
          <a:ext cx="0" cy="0"/>
          <a:chOff x="0" y="0"/>
          <a:chExt cx="0" cy="0"/>
        </a:xfrm>
      </p:grpSpPr>
      <p:pic>
        <p:nvPicPr>
          <p:cNvPr id="854" name="Google Shape;854;p8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5" name="Google Shape;855;p80"/>
          <p:cNvSpPr txBox="1">
            <a:spLocks noGrp="1"/>
          </p:cNvSpPr>
          <p:nvPr>
            <p:ph type="title"/>
          </p:nvPr>
        </p:nvSpPr>
        <p:spPr>
          <a:xfrm>
            <a:off x="1133475" y="3705225"/>
            <a:ext cx="16020900" cy="30909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Industry_Payer">
  <p:cSld name="TITLE_AND_BODY_5_1">
    <p:spTree>
      <p:nvGrpSpPr>
        <p:cNvPr id="1" name="Shape 856"/>
        <p:cNvGrpSpPr/>
        <p:nvPr/>
      </p:nvGrpSpPr>
      <p:grpSpPr>
        <a:xfrm>
          <a:off x="0" y="0"/>
          <a:ext cx="0" cy="0"/>
          <a:chOff x="0" y="0"/>
          <a:chExt cx="0" cy="0"/>
        </a:xfrm>
      </p:grpSpPr>
      <p:sp>
        <p:nvSpPr>
          <p:cNvPr id="857" name="Google Shape;857;p81"/>
          <p:cNvSpPr txBox="1">
            <a:spLocks noGrp="1"/>
          </p:cNvSpPr>
          <p:nvPr>
            <p:ph type="sldNum" idx="12"/>
          </p:nvPr>
        </p:nvSpPr>
        <p:spPr>
          <a:xfrm>
            <a:off x="8839199" y="9258299"/>
            <a:ext cx="4267200" cy="277200"/>
          </a:xfrm>
          <a:prstGeom prst="rect">
            <a:avLst/>
          </a:prstGeom>
          <a:noFill/>
          <a:ln>
            <a:noFill/>
          </a:ln>
        </p:spPr>
        <p:txBody>
          <a:bodyPr spcFirstLastPara="1" wrap="square" lIns="45725" tIns="45725" rIns="45725" bIns="45725" anchor="ctr" anchorCtr="0">
            <a:spAutoFit/>
          </a:bodyPr>
          <a:lstStyle>
            <a:lvl1pPr marL="0" lvl="0"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marL="0" lvl="1"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marL="0" lvl="2"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marL="0" lvl="3"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marL="0" lvl="4"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marL="0" lvl="5"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marL="0" lvl="6"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marL="0" lvl="7"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marL="0" lvl="8"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sz="1400"/>
          </a:p>
        </p:txBody>
      </p:sp>
      <p:sp>
        <p:nvSpPr>
          <p:cNvPr id="858" name="Google Shape;858;p81"/>
          <p:cNvSpPr/>
          <p:nvPr/>
        </p:nvSpPr>
        <p:spPr>
          <a:xfrm>
            <a:off x="755165"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59" name="Google Shape;859;p81"/>
          <p:cNvSpPr txBox="1"/>
          <p:nvPr/>
        </p:nvSpPr>
        <p:spPr>
          <a:xfrm>
            <a:off x="869852"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860" name="Google Shape;860;p81"/>
          <p:cNvSpPr txBox="1"/>
          <p:nvPr/>
        </p:nvSpPr>
        <p:spPr>
          <a:xfrm>
            <a:off x="2362728" y="1633538"/>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861" name="Google Shape;861;p81"/>
          <p:cNvSpPr txBox="1"/>
          <p:nvPr/>
        </p:nvSpPr>
        <p:spPr>
          <a:xfrm>
            <a:off x="888815" y="2036196"/>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62" name="Google Shape;862;p81"/>
          <p:cNvSpPr txBox="1"/>
          <p:nvPr/>
        </p:nvSpPr>
        <p:spPr>
          <a:xfrm>
            <a:off x="3726784"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863" name="Google Shape;863;p81"/>
          <p:cNvSpPr/>
          <p:nvPr/>
        </p:nvSpPr>
        <p:spPr>
          <a:xfrm>
            <a:off x="755165" y="4315542"/>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64" name="Google Shape;864;p81"/>
          <p:cNvSpPr txBox="1"/>
          <p:nvPr/>
        </p:nvSpPr>
        <p:spPr>
          <a:xfrm>
            <a:off x="888815" y="4415742"/>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865" name="Google Shape;865;p81"/>
          <p:cNvSpPr txBox="1"/>
          <p:nvPr/>
        </p:nvSpPr>
        <p:spPr>
          <a:xfrm>
            <a:off x="2362728" y="9549792"/>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Distribution Channel Management</a:t>
            </a:r>
            <a:endParaRPr sz="1600"/>
          </a:p>
        </p:txBody>
      </p:sp>
      <p:sp>
        <p:nvSpPr>
          <p:cNvPr id="866" name="Google Shape;866;p81"/>
          <p:cNvSpPr txBox="1"/>
          <p:nvPr/>
        </p:nvSpPr>
        <p:spPr>
          <a:xfrm>
            <a:off x="2362728" y="923293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Event Mgmt</a:t>
            </a:r>
            <a:endParaRPr sz="1600"/>
          </a:p>
        </p:txBody>
      </p:sp>
      <p:sp>
        <p:nvSpPr>
          <p:cNvPr id="867" name="Google Shape;867;p81"/>
          <p:cNvSpPr txBox="1"/>
          <p:nvPr/>
        </p:nvSpPr>
        <p:spPr>
          <a:xfrm>
            <a:off x="2362728" y="1936129"/>
            <a:ext cx="830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Brand Mgmt</a:t>
            </a:r>
            <a:endParaRPr sz="1600"/>
          </a:p>
        </p:txBody>
      </p:sp>
      <p:sp>
        <p:nvSpPr>
          <p:cNvPr id="868" name="Google Shape;868;p81"/>
          <p:cNvSpPr txBox="1"/>
          <p:nvPr/>
        </p:nvSpPr>
        <p:spPr>
          <a:xfrm>
            <a:off x="2362728" y="2102682"/>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Competitive</a:t>
            </a:r>
            <a:r>
              <a:rPr lang="en" sz="900" b="1" i="0" u="none" strike="noStrike" cap="none">
                <a:solidFill>
                  <a:srgbClr val="066AFE"/>
                </a:solidFill>
                <a:latin typeface="Arial"/>
                <a:ea typeface="Arial"/>
                <a:cs typeface="Arial"/>
                <a:sym typeface="Arial"/>
              </a:rPr>
              <a:t> </a:t>
            </a:r>
            <a:r>
              <a:rPr lang="en" sz="900" b="1" i="0" u="none" strike="noStrike" cap="none">
                <a:solidFill>
                  <a:srgbClr val="066AFE"/>
                </a:solidFill>
                <a:latin typeface="Salesforce Sans"/>
                <a:ea typeface="Salesforce Sans"/>
                <a:cs typeface="Salesforce Sans"/>
                <a:sym typeface="Salesforce Sans"/>
              </a:rPr>
              <a:t>Intelligence</a:t>
            </a:r>
            <a:endParaRPr sz="1600"/>
          </a:p>
        </p:txBody>
      </p:sp>
      <p:sp>
        <p:nvSpPr>
          <p:cNvPr id="869" name="Google Shape;869;p81"/>
          <p:cNvSpPr txBox="1"/>
          <p:nvPr/>
        </p:nvSpPr>
        <p:spPr>
          <a:xfrm>
            <a:off x="2362728" y="4308833"/>
            <a:ext cx="11301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Network Development (Adequacy/ Capacity Plan)</a:t>
            </a:r>
            <a:endParaRPr sz="1600"/>
          </a:p>
        </p:txBody>
      </p:sp>
      <p:sp>
        <p:nvSpPr>
          <p:cNvPr id="870" name="Google Shape;870;p81"/>
          <p:cNvSpPr txBox="1"/>
          <p:nvPr/>
        </p:nvSpPr>
        <p:spPr>
          <a:xfrm>
            <a:off x="2362728" y="522521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Application &amp; Credentialing</a:t>
            </a:r>
            <a:endParaRPr sz="1600"/>
          </a:p>
        </p:txBody>
      </p:sp>
      <p:sp>
        <p:nvSpPr>
          <p:cNvPr id="871" name="Google Shape;871;p81"/>
          <p:cNvSpPr txBox="1"/>
          <p:nvPr/>
        </p:nvSpPr>
        <p:spPr>
          <a:xfrm>
            <a:off x="2362728" y="659808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Relationship Mgmt</a:t>
            </a:r>
            <a:endParaRPr sz="1600"/>
          </a:p>
        </p:txBody>
      </p:sp>
      <p:sp>
        <p:nvSpPr>
          <p:cNvPr id="872" name="Google Shape;872;p81"/>
          <p:cNvSpPr txBox="1"/>
          <p:nvPr/>
        </p:nvSpPr>
        <p:spPr>
          <a:xfrm>
            <a:off x="2362728" y="2567787"/>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Product &amp; Benefit Development</a:t>
            </a:r>
            <a:endParaRPr sz="1600"/>
          </a:p>
        </p:txBody>
      </p:sp>
      <p:sp>
        <p:nvSpPr>
          <p:cNvPr id="873" name="Google Shape;873;p81"/>
          <p:cNvSpPr txBox="1"/>
          <p:nvPr/>
        </p:nvSpPr>
        <p:spPr>
          <a:xfrm>
            <a:off x="2362728" y="4913630"/>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Network Recruitment</a:t>
            </a:r>
            <a:endParaRPr sz="1600"/>
          </a:p>
        </p:txBody>
      </p:sp>
      <p:sp>
        <p:nvSpPr>
          <p:cNvPr id="874" name="Google Shape;874;p81"/>
          <p:cNvSpPr txBox="1"/>
          <p:nvPr/>
        </p:nvSpPr>
        <p:spPr>
          <a:xfrm>
            <a:off x="2362728" y="5854818"/>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Fee Schedule Mgmt</a:t>
            </a:r>
            <a:endParaRPr sz="1600"/>
          </a:p>
        </p:txBody>
      </p:sp>
      <p:sp>
        <p:nvSpPr>
          <p:cNvPr id="875" name="Google Shape;875;p81"/>
          <p:cNvSpPr txBox="1"/>
          <p:nvPr/>
        </p:nvSpPr>
        <p:spPr>
          <a:xfrm>
            <a:off x="2362728" y="8699450"/>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Campaign  Mgmt</a:t>
            </a:r>
            <a:endParaRPr sz="1600"/>
          </a:p>
        </p:txBody>
      </p:sp>
      <p:sp>
        <p:nvSpPr>
          <p:cNvPr id="876" name="Google Shape;876;p81"/>
          <p:cNvSpPr txBox="1"/>
          <p:nvPr/>
        </p:nvSpPr>
        <p:spPr>
          <a:xfrm>
            <a:off x="2362728" y="7795463"/>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Digital  Marketing</a:t>
            </a:r>
            <a:endParaRPr sz="1600"/>
          </a:p>
        </p:txBody>
      </p:sp>
      <p:sp>
        <p:nvSpPr>
          <p:cNvPr id="877" name="Google Shape;877;p81"/>
          <p:cNvSpPr txBox="1"/>
          <p:nvPr/>
        </p:nvSpPr>
        <p:spPr>
          <a:xfrm>
            <a:off x="2362728" y="4111897"/>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Formulary Mgmt</a:t>
            </a:r>
            <a:endParaRPr sz="1600"/>
          </a:p>
        </p:txBody>
      </p:sp>
      <p:sp>
        <p:nvSpPr>
          <p:cNvPr id="878" name="Google Shape;878;p81"/>
          <p:cNvSpPr txBox="1"/>
          <p:nvPr/>
        </p:nvSpPr>
        <p:spPr>
          <a:xfrm>
            <a:off x="2362728" y="7324122"/>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Network Maintenance &amp; Optimization</a:t>
            </a:r>
            <a:endParaRPr sz="1600"/>
          </a:p>
        </p:txBody>
      </p:sp>
      <p:sp>
        <p:nvSpPr>
          <p:cNvPr id="879" name="Google Shape;879;p81"/>
          <p:cNvSpPr txBox="1"/>
          <p:nvPr/>
        </p:nvSpPr>
        <p:spPr>
          <a:xfrm>
            <a:off x="2362728" y="9062201"/>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Lead Gen</a:t>
            </a:r>
            <a:endParaRPr sz="1600"/>
          </a:p>
        </p:txBody>
      </p:sp>
      <p:sp>
        <p:nvSpPr>
          <p:cNvPr id="880" name="Google Shape;880;p81"/>
          <p:cNvSpPr/>
          <p:nvPr/>
        </p:nvSpPr>
        <p:spPr>
          <a:xfrm>
            <a:off x="755165" y="781966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1" name="Google Shape;881;p81"/>
          <p:cNvSpPr txBox="1"/>
          <p:nvPr/>
        </p:nvSpPr>
        <p:spPr>
          <a:xfrm>
            <a:off x="888815" y="7881761"/>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82" name="Google Shape;882;p81"/>
          <p:cNvSpPr/>
          <p:nvPr/>
        </p:nvSpPr>
        <p:spPr>
          <a:xfrm>
            <a:off x="755165" y="926030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3" name="Google Shape;883;p81"/>
          <p:cNvSpPr txBox="1"/>
          <p:nvPr/>
        </p:nvSpPr>
        <p:spPr>
          <a:xfrm>
            <a:off x="888848" y="9322407"/>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884" name="Google Shape;884;p81"/>
          <p:cNvSpPr/>
          <p:nvPr/>
        </p:nvSpPr>
        <p:spPr>
          <a:xfrm>
            <a:off x="3596345" y="2280568"/>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5" name="Google Shape;885;p81"/>
          <p:cNvSpPr/>
          <p:nvPr/>
        </p:nvSpPr>
        <p:spPr>
          <a:xfrm>
            <a:off x="3596345" y="243445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6" name="Google Shape;886;p81"/>
          <p:cNvSpPr/>
          <p:nvPr/>
        </p:nvSpPr>
        <p:spPr>
          <a:xfrm>
            <a:off x="3596345" y="258833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7" name="Google Shape;887;p81"/>
          <p:cNvSpPr/>
          <p:nvPr/>
        </p:nvSpPr>
        <p:spPr>
          <a:xfrm>
            <a:off x="3596345" y="274221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8" name="Google Shape;888;p81"/>
          <p:cNvSpPr/>
          <p:nvPr/>
        </p:nvSpPr>
        <p:spPr>
          <a:xfrm>
            <a:off x="3596345" y="289610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89" name="Google Shape;889;p81"/>
          <p:cNvSpPr/>
          <p:nvPr/>
        </p:nvSpPr>
        <p:spPr>
          <a:xfrm>
            <a:off x="3596345" y="30499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0" name="Google Shape;890;p81"/>
          <p:cNvSpPr/>
          <p:nvPr/>
        </p:nvSpPr>
        <p:spPr>
          <a:xfrm>
            <a:off x="3596345" y="320386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1" name="Google Shape;891;p81"/>
          <p:cNvSpPr/>
          <p:nvPr/>
        </p:nvSpPr>
        <p:spPr>
          <a:xfrm>
            <a:off x="3596345" y="335775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2" name="Google Shape;892;p81"/>
          <p:cNvSpPr/>
          <p:nvPr/>
        </p:nvSpPr>
        <p:spPr>
          <a:xfrm>
            <a:off x="3596345" y="351163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3" name="Google Shape;893;p81"/>
          <p:cNvSpPr/>
          <p:nvPr/>
        </p:nvSpPr>
        <p:spPr>
          <a:xfrm>
            <a:off x="3596345" y="366551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4" name="Google Shape;894;p81"/>
          <p:cNvSpPr/>
          <p:nvPr/>
        </p:nvSpPr>
        <p:spPr>
          <a:xfrm>
            <a:off x="3596345" y="3819400"/>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5" name="Google Shape;895;p81"/>
          <p:cNvSpPr/>
          <p:nvPr/>
        </p:nvSpPr>
        <p:spPr>
          <a:xfrm>
            <a:off x="3596345" y="39732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6" name="Google Shape;896;p81"/>
          <p:cNvSpPr/>
          <p:nvPr/>
        </p:nvSpPr>
        <p:spPr>
          <a:xfrm>
            <a:off x="3596345" y="415693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7" name="Google Shape;897;p81"/>
          <p:cNvSpPr/>
          <p:nvPr/>
        </p:nvSpPr>
        <p:spPr>
          <a:xfrm>
            <a:off x="3596345" y="43354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8" name="Google Shape;898;p81"/>
          <p:cNvSpPr/>
          <p:nvPr/>
        </p:nvSpPr>
        <p:spPr>
          <a:xfrm>
            <a:off x="3596345" y="4478074"/>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899" name="Google Shape;899;p81"/>
          <p:cNvSpPr/>
          <p:nvPr/>
        </p:nvSpPr>
        <p:spPr>
          <a:xfrm>
            <a:off x="3596345" y="462069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0" name="Google Shape;900;p81"/>
          <p:cNvSpPr/>
          <p:nvPr/>
        </p:nvSpPr>
        <p:spPr>
          <a:xfrm>
            <a:off x="3596345" y="4763313"/>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1" name="Google Shape;901;p81"/>
          <p:cNvSpPr/>
          <p:nvPr/>
        </p:nvSpPr>
        <p:spPr>
          <a:xfrm>
            <a:off x="3596345" y="494403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2" name="Google Shape;902;p81"/>
          <p:cNvSpPr/>
          <p:nvPr/>
        </p:nvSpPr>
        <p:spPr>
          <a:xfrm>
            <a:off x="3596345" y="509617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3" name="Google Shape;903;p81"/>
          <p:cNvSpPr/>
          <p:nvPr/>
        </p:nvSpPr>
        <p:spPr>
          <a:xfrm>
            <a:off x="3596345" y="524832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4" name="Google Shape;904;p81"/>
          <p:cNvSpPr/>
          <p:nvPr/>
        </p:nvSpPr>
        <p:spPr>
          <a:xfrm>
            <a:off x="3596345" y="540046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5" name="Google Shape;905;p81"/>
          <p:cNvSpPr/>
          <p:nvPr/>
        </p:nvSpPr>
        <p:spPr>
          <a:xfrm>
            <a:off x="3596345" y="555261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6" name="Google Shape;906;p81"/>
          <p:cNvSpPr/>
          <p:nvPr/>
        </p:nvSpPr>
        <p:spPr>
          <a:xfrm>
            <a:off x="3596345" y="57047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7" name="Google Shape;907;p81"/>
          <p:cNvSpPr/>
          <p:nvPr/>
        </p:nvSpPr>
        <p:spPr>
          <a:xfrm>
            <a:off x="3596345" y="588653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8" name="Google Shape;908;p81"/>
          <p:cNvSpPr/>
          <p:nvPr/>
        </p:nvSpPr>
        <p:spPr>
          <a:xfrm>
            <a:off x="3596345" y="603259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09" name="Google Shape;909;p81"/>
          <p:cNvSpPr/>
          <p:nvPr/>
        </p:nvSpPr>
        <p:spPr>
          <a:xfrm>
            <a:off x="3596345" y="617865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0" name="Google Shape;910;p81"/>
          <p:cNvSpPr/>
          <p:nvPr/>
        </p:nvSpPr>
        <p:spPr>
          <a:xfrm>
            <a:off x="3596345" y="6324710"/>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1" name="Google Shape;911;p81"/>
          <p:cNvSpPr/>
          <p:nvPr/>
        </p:nvSpPr>
        <p:spPr>
          <a:xfrm>
            <a:off x="3596345" y="647077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2" name="Google Shape;912;p81"/>
          <p:cNvSpPr/>
          <p:nvPr/>
        </p:nvSpPr>
        <p:spPr>
          <a:xfrm>
            <a:off x="3596345" y="663768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3" name="Google Shape;913;p81"/>
          <p:cNvSpPr/>
          <p:nvPr/>
        </p:nvSpPr>
        <p:spPr>
          <a:xfrm>
            <a:off x="3596345" y="679383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4" name="Google Shape;914;p81"/>
          <p:cNvSpPr/>
          <p:nvPr/>
        </p:nvSpPr>
        <p:spPr>
          <a:xfrm>
            <a:off x="3596345" y="712788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5" name="Google Shape;915;p81"/>
          <p:cNvSpPr/>
          <p:nvPr/>
        </p:nvSpPr>
        <p:spPr>
          <a:xfrm>
            <a:off x="3596345" y="736914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6" name="Google Shape;916;p81"/>
          <p:cNvSpPr/>
          <p:nvPr/>
        </p:nvSpPr>
        <p:spPr>
          <a:xfrm>
            <a:off x="3596345" y="751311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7" name="Google Shape;917;p81"/>
          <p:cNvSpPr/>
          <p:nvPr/>
        </p:nvSpPr>
        <p:spPr>
          <a:xfrm>
            <a:off x="3596345" y="783675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8" name="Google Shape;918;p81"/>
          <p:cNvSpPr/>
          <p:nvPr/>
        </p:nvSpPr>
        <p:spPr>
          <a:xfrm>
            <a:off x="3596345" y="798318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19" name="Google Shape;919;p81"/>
          <p:cNvSpPr/>
          <p:nvPr/>
        </p:nvSpPr>
        <p:spPr>
          <a:xfrm>
            <a:off x="3596345" y="812961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0" name="Google Shape;920;p81"/>
          <p:cNvSpPr/>
          <p:nvPr/>
        </p:nvSpPr>
        <p:spPr>
          <a:xfrm>
            <a:off x="3596345" y="8276039"/>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1" name="Google Shape;921;p81"/>
          <p:cNvSpPr/>
          <p:nvPr/>
        </p:nvSpPr>
        <p:spPr>
          <a:xfrm>
            <a:off x="3596345" y="8422469"/>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2" name="Google Shape;922;p81"/>
          <p:cNvSpPr/>
          <p:nvPr/>
        </p:nvSpPr>
        <p:spPr>
          <a:xfrm>
            <a:off x="3596345" y="856889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3" name="Google Shape;923;p81"/>
          <p:cNvSpPr/>
          <p:nvPr/>
        </p:nvSpPr>
        <p:spPr>
          <a:xfrm>
            <a:off x="3596345" y="874929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4" name="Google Shape;924;p81"/>
          <p:cNvSpPr/>
          <p:nvPr/>
        </p:nvSpPr>
        <p:spPr>
          <a:xfrm>
            <a:off x="3596345" y="891113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5" name="Google Shape;925;p81"/>
          <p:cNvSpPr/>
          <p:nvPr/>
        </p:nvSpPr>
        <p:spPr>
          <a:xfrm>
            <a:off x="3596345" y="9102732"/>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6" name="Google Shape;926;p81"/>
          <p:cNvSpPr/>
          <p:nvPr/>
        </p:nvSpPr>
        <p:spPr>
          <a:xfrm>
            <a:off x="3596345" y="926456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7" name="Google Shape;927;p81"/>
          <p:cNvSpPr/>
          <p:nvPr/>
        </p:nvSpPr>
        <p:spPr>
          <a:xfrm>
            <a:off x="3596345" y="942640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8" name="Google Shape;928;p81"/>
          <p:cNvSpPr/>
          <p:nvPr/>
        </p:nvSpPr>
        <p:spPr>
          <a:xfrm>
            <a:off x="3596345" y="976411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29" name="Google Shape;929;p81"/>
          <p:cNvSpPr/>
          <p:nvPr/>
        </p:nvSpPr>
        <p:spPr>
          <a:xfrm>
            <a:off x="3596345" y="990985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30" name="Google Shape;930;p81"/>
          <p:cNvSpPr/>
          <p:nvPr/>
        </p:nvSpPr>
        <p:spPr>
          <a:xfrm>
            <a:off x="3596345" y="961837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31" name="Google Shape;931;p81"/>
          <p:cNvSpPr txBox="1"/>
          <p:nvPr/>
        </p:nvSpPr>
        <p:spPr>
          <a:xfrm>
            <a:off x="3683498" y="3965866"/>
            <a:ext cx="142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Times"/>
              <a:buNone/>
            </a:pPr>
            <a:endParaRPr sz="900" b="0" i="0" u="none" strike="noStrike" cap="none">
              <a:solidFill>
                <a:srgbClr val="000000"/>
              </a:solidFill>
              <a:latin typeface="Times"/>
              <a:ea typeface="Times"/>
              <a:cs typeface="Times"/>
              <a:sym typeface="Times"/>
            </a:endParaRPr>
          </a:p>
        </p:txBody>
      </p:sp>
      <p:sp>
        <p:nvSpPr>
          <p:cNvPr id="932" name="Google Shape;932;p81"/>
          <p:cNvSpPr txBox="1"/>
          <p:nvPr/>
        </p:nvSpPr>
        <p:spPr>
          <a:xfrm>
            <a:off x="3749002" y="973192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Territory Planning </a:t>
            </a:r>
            <a:endParaRPr sz="800"/>
          </a:p>
        </p:txBody>
      </p:sp>
      <p:sp>
        <p:nvSpPr>
          <p:cNvPr id="933" name="Google Shape;933;p81"/>
          <p:cNvSpPr txBox="1"/>
          <p:nvPr/>
        </p:nvSpPr>
        <p:spPr>
          <a:xfrm>
            <a:off x="3749002" y="988087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Outreach </a:t>
            </a:r>
            <a:endParaRPr sz="800"/>
          </a:p>
        </p:txBody>
      </p:sp>
      <p:sp>
        <p:nvSpPr>
          <p:cNvPr id="934" name="Google Shape;934;p81"/>
          <p:cNvSpPr txBox="1"/>
          <p:nvPr/>
        </p:nvSpPr>
        <p:spPr>
          <a:xfrm>
            <a:off x="3749002" y="958296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Distribution Channel Management </a:t>
            </a:r>
            <a:endParaRPr sz="800"/>
          </a:p>
        </p:txBody>
      </p:sp>
      <p:sp>
        <p:nvSpPr>
          <p:cNvPr id="935" name="Google Shape;935;p81"/>
          <p:cNvSpPr txBox="1"/>
          <p:nvPr/>
        </p:nvSpPr>
        <p:spPr>
          <a:xfrm>
            <a:off x="3749002" y="939556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Event Planner </a:t>
            </a:r>
            <a:endParaRPr sz="800"/>
          </a:p>
        </p:txBody>
      </p:sp>
      <p:sp>
        <p:nvSpPr>
          <p:cNvPr id="936" name="Google Shape;936;p81"/>
          <p:cNvSpPr txBox="1"/>
          <p:nvPr/>
        </p:nvSpPr>
        <p:spPr>
          <a:xfrm>
            <a:off x="3749002" y="923378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Event Outreach Agent </a:t>
            </a:r>
            <a:endParaRPr sz="800"/>
          </a:p>
        </p:txBody>
      </p:sp>
      <p:sp>
        <p:nvSpPr>
          <p:cNvPr id="937" name="Google Shape;937;p81"/>
          <p:cNvSpPr/>
          <p:nvPr/>
        </p:nvSpPr>
        <p:spPr>
          <a:xfrm>
            <a:off x="3596345" y="212668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800" b="0" i="0" u="none" strike="noStrike" cap="none">
              <a:solidFill>
                <a:srgbClr val="002775"/>
              </a:solidFill>
              <a:latin typeface="Arial"/>
              <a:ea typeface="Arial"/>
              <a:cs typeface="Arial"/>
              <a:sym typeface="Arial"/>
            </a:endParaRPr>
          </a:p>
        </p:txBody>
      </p:sp>
      <p:sp>
        <p:nvSpPr>
          <p:cNvPr id="938" name="Google Shape;938;p81"/>
          <p:cNvSpPr txBox="1"/>
          <p:nvPr/>
        </p:nvSpPr>
        <p:spPr>
          <a:xfrm>
            <a:off x="3749002" y="209372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Intelligence </a:t>
            </a:r>
            <a:endParaRPr sz="800"/>
          </a:p>
        </p:txBody>
      </p:sp>
      <p:sp>
        <p:nvSpPr>
          <p:cNvPr id="939" name="Google Shape;939;p81"/>
          <p:cNvSpPr txBox="1"/>
          <p:nvPr/>
        </p:nvSpPr>
        <p:spPr>
          <a:xfrm>
            <a:off x="3749002" y="224711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Trends &amp; Price Tracking </a:t>
            </a:r>
            <a:endParaRPr sz="800"/>
          </a:p>
        </p:txBody>
      </p:sp>
      <p:sp>
        <p:nvSpPr>
          <p:cNvPr id="940" name="Google Shape;940;p81"/>
          <p:cNvSpPr txBox="1"/>
          <p:nvPr/>
        </p:nvSpPr>
        <p:spPr>
          <a:xfrm>
            <a:off x="3749002" y="240050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Market Gaps </a:t>
            </a:r>
            <a:endParaRPr sz="800"/>
          </a:p>
        </p:txBody>
      </p:sp>
      <p:sp>
        <p:nvSpPr>
          <p:cNvPr id="941" name="Google Shape;941;p81"/>
          <p:cNvSpPr/>
          <p:nvPr/>
        </p:nvSpPr>
        <p:spPr>
          <a:xfrm>
            <a:off x="3596345" y="197280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800" b="0" i="0" u="none" strike="noStrike" cap="none">
              <a:solidFill>
                <a:srgbClr val="002775"/>
              </a:solidFill>
              <a:latin typeface="Arial"/>
              <a:ea typeface="Arial"/>
              <a:cs typeface="Arial"/>
              <a:sym typeface="Arial"/>
            </a:endParaRPr>
          </a:p>
        </p:txBody>
      </p:sp>
      <p:sp>
        <p:nvSpPr>
          <p:cNvPr id="942" name="Google Shape;942;p81"/>
          <p:cNvSpPr txBox="1"/>
          <p:nvPr/>
        </p:nvSpPr>
        <p:spPr>
          <a:xfrm>
            <a:off x="3749002" y="194033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Brand Builder </a:t>
            </a:r>
            <a:endParaRPr sz="800"/>
          </a:p>
        </p:txBody>
      </p:sp>
      <p:sp>
        <p:nvSpPr>
          <p:cNvPr id="943" name="Google Shape;943;p81"/>
          <p:cNvSpPr txBox="1"/>
          <p:nvPr/>
        </p:nvSpPr>
        <p:spPr>
          <a:xfrm>
            <a:off x="3749002" y="25503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Management </a:t>
            </a:r>
            <a:endParaRPr sz="800"/>
          </a:p>
        </p:txBody>
      </p:sp>
      <p:sp>
        <p:nvSpPr>
          <p:cNvPr id="944" name="Google Shape;944;p81"/>
          <p:cNvSpPr txBox="1"/>
          <p:nvPr/>
        </p:nvSpPr>
        <p:spPr>
          <a:xfrm>
            <a:off x="3749002" y="285746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Coverage Details </a:t>
            </a:r>
            <a:endParaRPr sz="800"/>
          </a:p>
        </p:txBody>
      </p:sp>
      <p:sp>
        <p:nvSpPr>
          <p:cNvPr id="945" name="Google Shape;945;p81"/>
          <p:cNvSpPr txBox="1"/>
          <p:nvPr/>
        </p:nvSpPr>
        <p:spPr>
          <a:xfrm>
            <a:off x="3749002" y="301104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Underwriting Guideline </a:t>
            </a:r>
            <a:endParaRPr sz="800"/>
          </a:p>
        </p:txBody>
      </p:sp>
      <p:sp>
        <p:nvSpPr>
          <p:cNvPr id="946" name="Google Shape;946;p81"/>
          <p:cNvSpPr txBox="1"/>
          <p:nvPr/>
        </p:nvSpPr>
        <p:spPr>
          <a:xfrm>
            <a:off x="3749002" y="270388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Benefit Designer </a:t>
            </a:r>
            <a:endParaRPr sz="800"/>
          </a:p>
        </p:txBody>
      </p:sp>
      <p:sp>
        <p:nvSpPr>
          <p:cNvPr id="947" name="Google Shape;947;p81"/>
          <p:cNvSpPr txBox="1"/>
          <p:nvPr/>
        </p:nvSpPr>
        <p:spPr>
          <a:xfrm>
            <a:off x="3749002" y="347178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Regulatory Adherence </a:t>
            </a:r>
            <a:endParaRPr sz="800"/>
          </a:p>
        </p:txBody>
      </p:sp>
      <p:sp>
        <p:nvSpPr>
          <p:cNvPr id="948" name="Google Shape;948;p81"/>
          <p:cNvSpPr txBox="1"/>
          <p:nvPr/>
        </p:nvSpPr>
        <p:spPr>
          <a:xfrm>
            <a:off x="3749002" y="393252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Lifecycle Management </a:t>
            </a:r>
            <a:endParaRPr sz="800"/>
          </a:p>
        </p:txBody>
      </p:sp>
      <p:sp>
        <p:nvSpPr>
          <p:cNvPr id="949" name="Google Shape;949;p81"/>
          <p:cNvSpPr txBox="1"/>
          <p:nvPr/>
        </p:nvSpPr>
        <p:spPr>
          <a:xfrm>
            <a:off x="3749002" y="4304834"/>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Network Demand and Adequacy </a:t>
            </a:r>
            <a:endParaRPr sz="800"/>
          </a:p>
        </p:txBody>
      </p:sp>
      <p:sp>
        <p:nvSpPr>
          <p:cNvPr id="950" name="Google Shape;950;p81"/>
          <p:cNvSpPr txBox="1"/>
          <p:nvPr/>
        </p:nvSpPr>
        <p:spPr>
          <a:xfrm>
            <a:off x="3749002" y="536819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Enrollment Status </a:t>
            </a:r>
            <a:endParaRPr sz="800"/>
          </a:p>
        </p:txBody>
      </p:sp>
      <p:sp>
        <p:nvSpPr>
          <p:cNvPr id="951" name="Google Shape;951;p81"/>
          <p:cNvSpPr txBox="1"/>
          <p:nvPr/>
        </p:nvSpPr>
        <p:spPr>
          <a:xfrm>
            <a:off x="3749002" y="552051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Status </a:t>
            </a:r>
            <a:endParaRPr sz="800"/>
          </a:p>
        </p:txBody>
      </p:sp>
      <p:sp>
        <p:nvSpPr>
          <p:cNvPr id="952" name="Google Shape;952;p81"/>
          <p:cNvSpPr txBox="1"/>
          <p:nvPr/>
        </p:nvSpPr>
        <p:spPr>
          <a:xfrm>
            <a:off x="3749002" y="614716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Dispute </a:t>
            </a:r>
            <a:endParaRPr sz="800"/>
          </a:p>
        </p:txBody>
      </p:sp>
      <p:sp>
        <p:nvSpPr>
          <p:cNvPr id="953" name="Google Shape;953;p81"/>
          <p:cNvSpPr txBox="1"/>
          <p:nvPr/>
        </p:nvSpPr>
        <p:spPr>
          <a:xfrm>
            <a:off x="3749002" y="6293012"/>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Design </a:t>
            </a:r>
            <a:endParaRPr sz="800"/>
          </a:p>
        </p:txBody>
      </p:sp>
      <p:sp>
        <p:nvSpPr>
          <p:cNvPr id="954" name="Google Shape;954;p81"/>
          <p:cNvSpPr txBox="1"/>
          <p:nvPr/>
        </p:nvSpPr>
        <p:spPr>
          <a:xfrm>
            <a:off x="3749002" y="316462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Scoring </a:t>
            </a:r>
            <a:endParaRPr sz="800"/>
          </a:p>
        </p:txBody>
      </p:sp>
      <p:sp>
        <p:nvSpPr>
          <p:cNvPr id="955" name="Google Shape;955;p81"/>
          <p:cNvSpPr txBox="1"/>
          <p:nvPr/>
        </p:nvSpPr>
        <p:spPr>
          <a:xfrm>
            <a:off x="3749002" y="331820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Cross Product Identification </a:t>
            </a:r>
            <a:endParaRPr sz="800"/>
          </a:p>
        </p:txBody>
      </p:sp>
      <p:sp>
        <p:nvSpPr>
          <p:cNvPr id="956" name="Google Shape;956;p81"/>
          <p:cNvSpPr txBox="1"/>
          <p:nvPr/>
        </p:nvSpPr>
        <p:spPr>
          <a:xfrm>
            <a:off x="3749002" y="362536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Product Training Materials </a:t>
            </a:r>
            <a:endParaRPr sz="800"/>
          </a:p>
        </p:txBody>
      </p:sp>
      <p:sp>
        <p:nvSpPr>
          <p:cNvPr id="957" name="Google Shape;957;p81"/>
          <p:cNvSpPr txBox="1"/>
          <p:nvPr/>
        </p:nvSpPr>
        <p:spPr>
          <a:xfrm>
            <a:off x="3749002" y="444595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a:t>
            </a:r>
            <a:endParaRPr sz="800"/>
          </a:p>
        </p:txBody>
      </p:sp>
      <p:sp>
        <p:nvSpPr>
          <p:cNvPr id="958" name="Google Shape;958;p81"/>
          <p:cNvSpPr txBox="1"/>
          <p:nvPr/>
        </p:nvSpPr>
        <p:spPr>
          <a:xfrm>
            <a:off x="3749002" y="458708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Management and Amendments </a:t>
            </a:r>
            <a:endParaRPr sz="800"/>
          </a:p>
        </p:txBody>
      </p:sp>
      <p:sp>
        <p:nvSpPr>
          <p:cNvPr id="959" name="Google Shape;959;p81"/>
          <p:cNvSpPr txBox="1"/>
          <p:nvPr/>
        </p:nvSpPr>
        <p:spPr>
          <a:xfrm>
            <a:off x="3749002" y="472820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Onboard </a:t>
            </a:r>
            <a:endParaRPr sz="800"/>
          </a:p>
        </p:txBody>
      </p:sp>
      <p:sp>
        <p:nvSpPr>
          <p:cNvPr id="960" name="Google Shape;960;p81"/>
          <p:cNvSpPr txBox="1"/>
          <p:nvPr/>
        </p:nvSpPr>
        <p:spPr>
          <a:xfrm>
            <a:off x="3749002" y="4915824"/>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Recruitment </a:t>
            </a:r>
            <a:endParaRPr sz="800"/>
          </a:p>
        </p:txBody>
      </p:sp>
      <p:sp>
        <p:nvSpPr>
          <p:cNvPr id="961" name="Google Shape;961;p81"/>
          <p:cNvSpPr txBox="1"/>
          <p:nvPr/>
        </p:nvSpPr>
        <p:spPr>
          <a:xfrm>
            <a:off x="3749002" y="506731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Inquiry </a:t>
            </a:r>
            <a:endParaRPr sz="800"/>
          </a:p>
        </p:txBody>
      </p:sp>
      <p:sp>
        <p:nvSpPr>
          <p:cNvPr id="962" name="Google Shape;962;p81"/>
          <p:cNvSpPr txBox="1"/>
          <p:nvPr/>
        </p:nvSpPr>
        <p:spPr>
          <a:xfrm>
            <a:off x="3749002" y="521586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Processing </a:t>
            </a:r>
            <a:endParaRPr sz="800"/>
          </a:p>
        </p:txBody>
      </p:sp>
      <p:sp>
        <p:nvSpPr>
          <p:cNvPr id="963" name="Google Shape;963;p81"/>
          <p:cNvSpPr txBox="1"/>
          <p:nvPr/>
        </p:nvSpPr>
        <p:spPr>
          <a:xfrm>
            <a:off x="3749002" y="567284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Demographic Update </a:t>
            </a:r>
            <a:endParaRPr sz="800"/>
          </a:p>
        </p:txBody>
      </p:sp>
      <p:sp>
        <p:nvSpPr>
          <p:cNvPr id="964" name="Google Shape;964;p81"/>
          <p:cNvSpPr txBox="1"/>
          <p:nvPr/>
        </p:nvSpPr>
        <p:spPr>
          <a:xfrm>
            <a:off x="3749002" y="600131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Inquiry </a:t>
            </a:r>
            <a:endParaRPr sz="800"/>
          </a:p>
        </p:txBody>
      </p:sp>
      <p:sp>
        <p:nvSpPr>
          <p:cNvPr id="965" name="Google Shape;965;p81"/>
          <p:cNvSpPr txBox="1"/>
          <p:nvPr/>
        </p:nvSpPr>
        <p:spPr>
          <a:xfrm>
            <a:off x="3749002" y="585547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Management </a:t>
            </a:r>
            <a:endParaRPr sz="800"/>
          </a:p>
        </p:txBody>
      </p:sp>
      <p:sp>
        <p:nvSpPr>
          <p:cNvPr id="966" name="Google Shape;966;p81"/>
          <p:cNvSpPr txBox="1"/>
          <p:nvPr/>
        </p:nvSpPr>
        <p:spPr>
          <a:xfrm>
            <a:off x="3749002" y="643886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Lifecycle Management </a:t>
            </a:r>
            <a:endParaRPr sz="800"/>
          </a:p>
        </p:txBody>
      </p:sp>
      <p:sp>
        <p:nvSpPr>
          <p:cNvPr id="967" name="Google Shape;967;p81"/>
          <p:cNvSpPr txBox="1"/>
          <p:nvPr/>
        </p:nvSpPr>
        <p:spPr>
          <a:xfrm>
            <a:off x="3749002" y="676161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Referral Intake &amp; Routing</a:t>
            </a:r>
            <a:endParaRPr sz="800"/>
          </a:p>
        </p:txBody>
      </p:sp>
      <p:sp>
        <p:nvSpPr>
          <p:cNvPr id="968" name="Google Shape;968;p81"/>
          <p:cNvSpPr txBox="1"/>
          <p:nvPr/>
        </p:nvSpPr>
        <p:spPr>
          <a:xfrm>
            <a:off x="3749002" y="69264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 Submission and Status </a:t>
            </a:r>
            <a:endParaRPr sz="800"/>
          </a:p>
        </p:txBody>
      </p:sp>
      <p:sp>
        <p:nvSpPr>
          <p:cNvPr id="969" name="Google Shape;969;p81"/>
          <p:cNvSpPr txBox="1"/>
          <p:nvPr/>
        </p:nvSpPr>
        <p:spPr>
          <a:xfrm>
            <a:off x="3749002" y="660752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Summary</a:t>
            </a:r>
            <a:endParaRPr sz="800"/>
          </a:p>
        </p:txBody>
      </p:sp>
      <p:sp>
        <p:nvSpPr>
          <p:cNvPr id="970" name="Google Shape;970;p81"/>
          <p:cNvSpPr txBox="1"/>
          <p:nvPr/>
        </p:nvSpPr>
        <p:spPr>
          <a:xfrm>
            <a:off x="3749002" y="377894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Actuarial &amp; Underwriting </a:t>
            </a:r>
            <a:endParaRPr sz="800"/>
          </a:p>
        </p:txBody>
      </p:sp>
      <p:sp>
        <p:nvSpPr>
          <p:cNvPr id="971" name="Google Shape;971;p81"/>
          <p:cNvSpPr txBox="1"/>
          <p:nvPr/>
        </p:nvSpPr>
        <p:spPr>
          <a:xfrm>
            <a:off x="3749002" y="412215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Formulary Management </a:t>
            </a:r>
            <a:endParaRPr sz="800"/>
          </a:p>
        </p:txBody>
      </p:sp>
      <p:sp>
        <p:nvSpPr>
          <p:cNvPr id="972" name="Google Shape;972;p81"/>
          <p:cNvSpPr txBox="1"/>
          <p:nvPr/>
        </p:nvSpPr>
        <p:spPr>
          <a:xfrm>
            <a:off x="3749002" y="709597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Contact Center </a:t>
            </a:r>
            <a:endParaRPr sz="800"/>
          </a:p>
        </p:txBody>
      </p:sp>
      <p:sp>
        <p:nvSpPr>
          <p:cNvPr id="973" name="Google Shape;973;p81"/>
          <p:cNvSpPr txBox="1"/>
          <p:nvPr/>
        </p:nvSpPr>
        <p:spPr>
          <a:xfrm>
            <a:off x="3749002" y="7339095"/>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Network Optimization </a:t>
            </a:r>
            <a:endParaRPr sz="800"/>
          </a:p>
        </p:txBody>
      </p:sp>
      <p:sp>
        <p:nvSpPr>
          <p:cNvPr id="974" name="Google Shape;974;p81"/>
          <p:cNvSpPr txBox="1"/>
          <p:nvPr/>
        </p:nvSpPr>
        <p:spPr>
          <a:xfrm>
            <a:off x="3749002" y="781048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Segmentation &amp; Audience Planner </a:t>
            </a:r>
            <a:endParaRPr sz="800"/>
          </a:p>
        </p:txBody>
      </p:sp>
      <p:sp>
        <p:nvSpPr>
          <p:cNvPr id="975" name="Google Shape;975;p81"/>
          <p:cNvSpPr txBox="1"/>
          <p:nvPr/>
        </p:nvSpPr>
        <p:spPr>
          <a:xfrm>
            <a:off x="3749002" y="795582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Personalized Marketing </a:t>
            </a:r>
            <a:endParaRPr sz="800"/>
          </a:p>
        </p:txBody>
      </p:sp>
      <p:sp>
        <p:nvSpPr>
          <p:cNvPr id="976" name="Google Shape;976;p81"/>
          <p:cNvSpPr txBox="1"/>
          <p:nvPr/>
        </p:nvSpPr>
        <p:spPr>
          <a:xfrm>
            <a:off x="3749002" y="8101175"/>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Campaign Designer  </a:t>
            </a:r>
            <a:endParaRPr sz="800"/>
          </a:p>
        </p:txBody>
      </p:sp>
      <p:sp>
        <p:nvSpPr>
          <p:cNvPr id="977" name="Google Shape;977;p81"/>
          <p:cNvSpPr txBox="1"/>
          <p:nvPr/>
        </p:nvSpPr>
        <p:spPr>
          <a:xfrm>
            <a:off x="3749002" y="824652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Promotion Agent  </a:t>
            </a:r>
            <a:endParaRPr sz="800"/>
          </a:p>
        </p:txBody>
      </p:sp>
      <p:sp>
        <p:nvSpPr>
          <p:cNvPr id="978" name="Google Shape;978;p81"/>
          <p:cNvSpPr txBox="1"/>
          <p:nvPr/>
        </p:nvSpPr>
        <p:spPr>
          <a:xfrm>
            <a:off x="3749002" y="839186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Dynamic Content Personalizer </a:t>
            </a:r>
            <a:endParaRPr sz="800"/>
          </a:p>
        </p:txBody>
      </p:sp>
      <p:sp>
        <p:nvSpPr>
          <p:cNvPr id="979" name="Google Shape;979;p81"/>
          <p:cNvSpPr txBox="1"/>
          <p:nvPr/>
        </p:nvSpPr>
        <p:spPr>
          <a:xfrm>
            <a:off x="3749002" y="853721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Omnichannel Care Gap Closure Journey</a:t>
            </a:r>
            <a:endParaRPr sz="800"/>
          </a:p>
        </p:txBody>
      </p:sp>
      <p:sp>
        <p:nvSpPr>
          <p:cNvPr id="980" name="Google Shape;980;p81"/>
          <p:cNvSpPr txBox="1"/>
          <p:nvPr/>
        </p:nvSpPr>
        <p:spPr>
          <a:xfrm>
            <a:off x="3749002" y="888048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Health Engagement</a:t>
            </a:r>
            <a:endParaRPr sz="800"/>
          </a:p>
        </p:txBody>
      </p:sp>
      <p:sp>
        <p:nvSpPr>
          <p:cNvPr id="981" name="Google Shape;981;p81"/>
          <p:cNvSpPr txBox="1"/>
          <p:nvPr/>
        </p:nvSpPr>
        <p:spPr>
          <a:xfrm>
            <a:off x="3749002" y="87187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Trigger Outreach</a:t>
            </a:r>
            <a:endParaRPr sz="800"/>
          </a:p>
        </p:txBody>
      </p:sp>
      <p:sp>
        <p:nvSpPr>
          <p:cNvPr id="982" name="Google Shape;982;p81"/>
          <p:cNvSpPr txBox="1"/>
          <p:nvPr/>
        </p:nvSpPr>
        <p:spPr>
          <a:xfrm>
            <a:off x="3749002" y="907201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Lead Generation </a:t>
            </a:r>
            <a:endParaRPr sz="800"/>
          </a:p>
        </p:txBody>
      </p:sp>
      <p:sp>
        <p:nvSpPr>
          <p:cNvPr id="983" name="Google Shape;983;p81"/>
          <p:cNvSpPr txBox="1"/>
          <p:nvPr/>
        </p:nvSpPr>
        <p:spPr>
          <a:xfrm>
            <a:off x="3738826" y="7505262"/>
            <a:ext cx="28575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Roster File Management</a:t>
            </a:r>
            <a:endParaRPr sz="800"/>
          </a:p>
        </p:txBody>
      </p:sp>
      <p:sp>
        <p:nvSpPr>
          <p:cNvPr id="984" name="Google Shape;984;p81"/>
          <p:cNvSpPr/>
          <p:nvPr/>
        </p:nvSpPr>
        <p:spPr>
          <a:xfrm>
            <a:off x="3596345" y="696282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85" name="Google Shape;985;p81"/>
          <p:cNvSpPr/>
          <p:nvPr/>
        </p:nvSpPr>
        <p:spPr>
          <a:xfrm>
            <a:off x="6503449"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86" name="Google Shape;986;p81"/>
          <p:cNvSpPr txBox="1"/>
          <p:nvPr/>
        </p:nvSpPr>
        <p:spPr>
          <a:xfrm>
            <a:off x="6618136"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987" name="Google Shape;987;p81"/>
          <p:cNvSpPr txBox="1"/>
          <p:nvPr/>
        </p:nvSpPr>
        <p:spPr>
          <a:xfrm>
            <a:off x="8111012"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988" name="Google Shape;988;p81"/>
          <p:cNvSpPr txBox="1"/>
          <p:nvPr/>
        </p:nvSpPr>
        <p:spPr>
          <a:xfrm>
            <a:off x="6637099" y="2036196"/>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989" name="Google Shape;989;p81"/>
          <p:cNvSpPr txBox="1"/>
          <p:nvPr/>
        </p:nvSpPr>
        <p:spPr>
          <a:xfrm>
            <a:off x="9803826"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990" name="Google Shape;990;p81"/>
          <p:cNvSpPr/>
          <p:nvPr/>
        </p:nvSpPr>
        <p:spPr>
          <a:xfrm>
            <a:off x="6503449" y="3831069"/>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91" name="Google Shape;991;p81"/>
          <p:cNvSpPr txBox="1"/>
          <p:nvPr/>
        </p:nvSpPr>
        <p:spPr>
          <a:xfrm>
            <a:off x="6637099" y="3931269"/>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Sales &amp; </a:t>
            </a:r>
            <a:br>
              <a:rPr lang="en" sz="900" i="0" u="none" strike="noStrike" cap="none">
                <a:solidFill>
                  <a:srgbClr val="FFFFFF"/>
                </a:solidFill>
                <a:latin typeface="Avant Garde Demi SFDC"/>
                <a:ea typeface="Avant Garde Demi SFDC"/>
                <a:cs typeface="Avant Garde Demi SFDC"/>
                <a:sym typeface="Avant Garde Demi SFDC"/>
              </a:rPr>
            </a:br>
            <a:r>
              <a:rPr lang="en" sz="900" i="0" u="none" strike="noStrike" cap="non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992" name="Google Shape;992;p81"/>
          <p:cNvSpPr txBox="1"/>
          <p:nvPr/>
        </p:nvSpPr>
        <p:spPr>
          <a:xfrm>
            <a:off x="8129601" y="1936129"/>
            <a:ext cx="830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Contract Lifecycle Mgmt</a:t>
            </a:r>
            <a:endParaRPr sz="1600"/>
          </a:p>
        </p:txBody>
      </p:sp>
      <p:sp>
        <p:nvSpPr>
          <p:cNvPr id="993" name="Google Shape;993;p81"/>
          <p:cNvSpPr txBox="1"/>
          <p:nvPr/>
        </p:nvSpPr>
        <p:spPr>
          <a:xfrm>
            <a:off x="8124663" y="464310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Census Mgmt</a:t>
            </a:r>
            <a:endParaRPr sz="1600"/>
          </a:p>
        </p:txBody>
      </p:sp>
      <p:sp>
        <p:nvSpPr>
          <p:cNvPr id="994" name="Google Shape;994;p81"/>
          <p:cNvSpPr txBox="1"/>
          <p:nvPr/>
        </p:nvSpPr>
        <p:spPr>
          <a:xfrm>
            <a:off x="8124651" y="2244433"/>
            <a:ext cx="1130100" cy="443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Registration</a:t>
            </a:r>
            <a:br>
              <a:rPr lang="en" sz="900" b="1" i="0" u="none" strike="noStrike" cap="none">
                <a:solidFill>
                  <a:srgbClr val="066AFE"/>
                </a:solidFill>
                <a:latin typeface="Salesforce Sans"/>
                <a:ea typeface="Salesforce Sans"/>
                <a:cs typeface="Salesforce Sans"/>
                <a:sym typeface="Salesforce Sans"/>
              </a:rPr>
            </a:b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Broker Onboarding</a:t>
            </a:r>
            <a:endParaRPr sz="1600"/>
          </a:p>
        </p:txBody>
      </p:sp>
      <p:sp>
        <p:nvSpPr>
          <p:cNvPr id="995" name="Google Shape;995;p81"/>
          <p:cNvSpPr txBox="1"/>
          <p:nvPr/>
        </p:nvSpPr>
        <p:spPr>
          <a:xfrm>
            <a:off x="8124651" y="3815257"/>
            <a:ext cx="7716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Frontline Sales</a:t>
            </a:r>
            <a:endParaRPr sz="1600"/>
          </a:p>
        </p:txBody>
      </p:sp>
      <p:sp>
        <p:nvSpPr>
          <p:cNvPr id="996" name="Google Shape;996;p81"/>
          <p:cNvSpPr/>
          <p:nvPr/>
        </p:nvSpPr>
        <p:spPr>
          <a:xfrm>
            <a:off x="6503449" y="603085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97" name="Google Shape;997;p81"/>
          <p:cNvSpPr txBox="1"/>
          <p:nvPr/>
        </p:nvSpPr>
        <p:spPr>
          <a:xfrm>
            <a:off x="6637099" y="6193307"/>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998" name="Google Shape;998;p81"/>
          <p:cNvSpPr/>
          <p:nvPr/>
        </p:nvSpPr>
        <p:spPr>
          <a:xfrm>
            <a:off x="6503449" y="8853568"/>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999" name="Google Shape;999;p81"/>
          <p:cNvSpPr txBox="1"/>
          <p:nvPr/>
        </p:nvSpPr>
        <p:spPr>
          <a:xfrm>
            <a:off x="6637099" y="9016018"/>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000" name="Google Shape;1000;p81"/>
          <p:cNvSpPr/>
          <p:nvPr/>
        </p:nvSpPr>
        <p:spPr>
          <a:xfrm>
            <a:off x="9649430" y="197280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1" name="Google Shape;1001;p81"/>
          <p:cNvSpPr/>
          <p:nvPr/>
        </p:nvSpPr>
        <p:spPr>
          <a:xfrm>
            <a:off x="9649430" y="210695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2" name="Google Shape;1002;p81"/>
          <p:cNvSpPr/>
          <p:nvPr/>
        </p:nvSpPr>
        <p:spPr>
          <a:xfrm>
            <a:off x="9649430" y="227920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3" name="Google Shape;1003;p81"/>
          <p:cNvSpPr/>
          <p:nvPr/>
        </p:nvSpPr>
        <p:spPr>
          <a:xfrm>
            <a:off x="9649430" y="240814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4" name="Google Shape;1004;p81"/>
          <p:cNvSpPr/>
          <p:nvPr/>
        </p:nvSpPr>
        <p:spPr>
          <a:xfrm>
            <a:off x="9649430" y="25656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5" name="Google Shape;1005;p81"/>
          <p:cNvSpPr/>
          <p:nvPr/>
        </p:nvSpPr>
        <p:spPr>
          <a:xfrm>
            <a:off x="9649430" y="2691857"/>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6" name="Google Shape;1006;p81"/>
          <p:cNvSpPr/>
          <p:nvPr/>
        </p:nvSpPr>
        <p:spPr>
          <a:xfrm>
            <a:off x="9649430" y="294425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7" name="Google Shape;1007;p81"/>
          <p:cNvSpPr/>
          <p:nvPr/>
        </p:nvSpPr>
        <p:spPr>
          <a:xfrm>
            <a:off x="9649430" y="307046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8" name="Google Shape;1008;p81"/>
          <p:cNvSpPr/>
          <p:nvPr/>
        </p:nvSpPr>
        <p:spPr>
          <a:xfrm>
            <a:off x="9649430" y="319666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09" name="Google Shape;1009;p81"/>
          <p:cNvSpPr/>
          <p:nvPr/>
        </p:nvSpPr>
        <p:spPr>
          <a:xfrm>
            <a:off x="9649430" y="344906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0" name="Google Shape;1010;p81"/>
          <p:cNvSpPr/>
          <p:nvPr/>
        </p:nvSpPr>
        <p:spPr>
          <a:xfrm>
            <a:off x="9649430" y="357526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1" name="Google Shape;1011;p81"/>
          <p:cNvSpPr/>
          <p:nvPr/>
        </p:nvSpPr>
        <p:spPr>
          <a:xfrm>
            <a:off x="9649430" y="370146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2" name="Google Shape;1012;p81"/>
          <p:cNvSpPr/>
          <p:nvPr/>
        </p:nvSpPr>
        <p:spPr>
          <a:xfrm>
            <a:off x="9649430" y="3975534"/>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3" name="Google Shape;1013;p81"/>
          <p:cNvSpPr/>
          <p:nvPr/>
        </p:nvSpPr>
        <p:spPr>
          <a:xfrm>
            <a:off x="9649430" y="4090782"/>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4" name="Google Shape;1014;p81"/>
          <p:cNvSpPr/>
          <p:nvPr/>
        </p:nvSpPr>
        <p:spPr>
          <a:xfrm>
            <a:off x="9649430" y="420602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5" name="Google Shape;1015;p81"/>
          <p:cNvSpPr/>
          <p:nvPr/>
        </p:nvSpPr>
        <p:spPr>
          <a:xfrm>
            <a:off x="9649430" y="4321275"/>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6" name="Google Shape;1016;p81"/>
          <p:cNvSpPr/>
          <p:nvPr/>
        </p:nvSpPr>
        <p:spPr>
          <a:xfrm>
            <a:off x="9649430" y="4436521"/>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7" name="Google Shape;1017;p81"/>
          <p:cNvSpPr/>
          <p:nvPr/>
        </p:nvSpPr>
        <p:spPr>
          <a:xfrm>
            <a:off x="9649430" y="455176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8" name="Google Shape;1018;p81"/>
          <p:cNvSpPr/>
          <p:nvPr/>
        </p:nvSpPr>
        <p:spPr>
          <a:xfrm>
            <a:off x="9649430" y="468296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19" name="Google Shape;1019;p81"/>
          <p:cNvSpPr/>
          <p:nvPr/>
        </p:nvSpPr>
        <p:spPr>
          <a:xfrm>
            <a:off x="9649430" y="50889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0" name="Google Shape;1020;p81"/>
          <p:cNvSpPr/>
          <p:nvPr/>
        </p:nvSpPr>
        <p:spPr>
          <a:xfrm>
            <a:off x="9649430" y="522495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1" name="Google Shape;1021;p81"/>
          <p:cNvSpPr/>
          <p:nvPr/>
        </p:nvSpPr>
        <p:spPr>
          <a:xfrm>
            <a:off x="9649430" y="542284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2" name="Google Shape;1022;p81"/>
          <p:cNvSpPr/>
          <p:nvPr/>
        </p:nvSpPr>
        <p:spPr>
          <a:xfrm>
            <a:off x="9649430" y="583076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3" name="Google Shape;1023;p81"/>
          <p:cNvSpPr/>
          <p:nvPr/>
        </p:nvSpPr>
        <p:spPr>
          <a:xfrm>
            <a:off x="9649430" y="602541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4" name="Google Shape;1024;p81"/>
          <p:cNvSpPr/>
          <p:nvPr/>
        </p:nvSpPr>
        <p:spPr>
          <a:xfrm>
            <a:off x="9649430" y="6404033"/>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5" name="Google Shape;1025;p81"/>
          <p:cNvSpPr/>
          <p:nvPr/>
        </p:nvSpPr>
        <p:spPr>
          <a:xfrm>
            <a:off x="9649430" y="653023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6" name="Google Shape;1026;p81"/>
          <p:cNvSpPr/>
          <p:nvPr/>
        </p:nvSpPr>
        <p:spPr>
          <a:xfrm>
            <a:off x="9649430" y="665644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7" name="Google Shape;1027;p81"/>
          <p:cNvSpPr/>
          <p:nvPr/>
        </p:nvSpPr>
        <p:spPr>
          <a:xfrm>
            <a:off x="9649430" y="678264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8" name="Google Shape;1028;p81"/>
          <p:cNvSpPr/>
          <p:nvPr/>
        </p:nvSpPr>
        <p:spPr>
          <a:xfrm>
            <a:off x="9649430" y="691838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29" name="Google Shape;1029;p81"/>
          <p:cNvSpPr/>
          <p:nvPr/>
        </p:nvSpPr>
        <p:spPr>
          <a:xfrm>
            <a:off x="9649430" y="704594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0" name="Google Shape;1030;p81"/>
          <p:cNvSpPr/>
          <p:nvPr/>
        </p:nvSpPr>
        <p:spPr>
          <a:xfrm>
            <a:off x="9654083" y="776730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1" name="Google Shape;1031;p81"/>
          <p:cNvSpPr/>
          <p:nvPr/>
        </p:nvSpPr>
        <p:spPr>
          <a:xfrm>
            <a:off x="9649430" y="803407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2" name="Google Shape;1032;p81"/>
          <p:cNvSpPr/>
          <p:nvPr/>
        </p:nvSpPr>
        <p:spPr>
          <a:xfrm>
            <a:off x="9649430" y="816746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3" name="Google Shape;1033;p81"/>
          <p:cNvSpPr/>
          <p:nvPr/>
        </p:nvSpPr>
        <p:spPr>
          <a:xfrm>
            <a:off x="9649430" y="830084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4" name="Google Shape;1034;p81"/>
          <p:cNvSpPr/>
          <p:nvPr/>
        </p:nvSpPr>
        <p:spPr>
          <a:xfrm>
            <a:off x="9649430" y="870101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5" name="Google Shape;1035;p81"/>
          <p:cNvSpPr/>
          <p:nvPr/>
        </p:nvSpPr>
        <p:spPr>
          <a:xfrm>
            <a:off x="9649430" y="886149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6" name="Google Shape;1036;p81"/>
          <p:cNvSpPr/>
          <p:nvPr/>
        </p:nvSpPr>
        <p:spPr>
          <a:xfrm>
            <a:off x="9649430" y="899270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7" name="Google Shape;1037;p81"/>
          <p:cNvSpPr/>
          <p:nvPr/>
        </p:nvSpPr>
        <p:spPr>
          <a:xfrm>
            <a:off x="9649430" y="912391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8" name="Google Shape;1038;p81"/>
          <p:cNvSpPr/>
          <p:nvPr/>
        </p:nvSpPr>
        <p:spPr>
          <a:xfrm>
            <a:off x="9649430" y="925511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39" name="Google Shape;1039;p81"/>
          <p:cNvSpPr/>
          <p:nvPr/>
        </p:nvSpPr>
        <p:spPr>
          <a:xfrm>
            <a:off x="9649430" y="790068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40" name="Google Shape;1040;p81"/>
          <p:cNvSpPr/>
          <p:nvPr/>
        </p:nvSpPr>
        <p:spPr>
          <a:xfrm>
            <a:off x="6503449" y="775103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41" name="Google Shape;1041;p81"/>
          <p:cNvSpPr txBox="1"/>
          <p:nvPr/>
        </p:nvSpPr>
        <p:spPr>
          <a:xfrm>
            <a:off x="6637099" y="7851236"/>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1042" name="Google Shape;1042;p81"/>
          <p:cNvSpPr txBox="1"/>
          <p:nvPr/>
        </p:nvSpPr>
        <p:spPr>
          <a:xfrm>
            <a:off x="9818761" y="193450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Pipeline </a:t>
            </a:r>
            <a:endParaRPr sz="800"/>
          </a:p>
        </p:txBody>
      </p:sp>
      <p:sp>
        <p:nvSpPr>
          <p:cNvPr id="1043" name="Google Shape;1043;p81"/>
          <p:cNvSpPr txBox="1"/>
          <p:nvPr/>
        </p:nvSpPr>
        <p:spPr>
          <a:xfrm>
            <a:off x="9818751" y="289470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Product Training Materials </a:t>
            </a:r>
            <a:endParaRPr sz="800"/>
          </a:p>
        </p:txBody>
      </p:sp>
      <p:sp>
        <p:nvSpPr>
          <p:cNvPr id="1044" name="Google Shape;1044;p81"/>
          <p:cNvSpPr txBox="1"/>
          <p:nvPr/>
        </p:nvSpPr>
        <p:spPr>
          <a:xfrm>
            <a:off x="9818751" y="353472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Performance and Compliance </a:t>
            </a:r>
            <a:endParaRPr sz="800"/>
          </a:p>
        </p:txBody>
      </p:sp>
      <p:sp>
        <p:nvSpPr>
          <p:cNvPr id="1045" name="Google Shape;1045;p81"/>
          <p:cNvSpPr txBox="1"/>
          <p:nvPr/>
        </p:nvSpPr>
        <p:spPr>
          <a:xfrm>
            <a:off x="9818751" y="366521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Adherence </a:t>
            </a:r>
            <a:endParaRPr sz="800"/>
          </a:p>
        </p:txBody>
      </p:sp>
      <p:sp>
        <p:nvSpPr>
          <p:cNvPr id="1046" name="Google Shape;1046;p81"/>
          <p:cNvSpPr txBox="1"/>
          <p:nvPr/>
        </p:nvSpPr>
        <p:spPr>
          <a:xfrm>
            <a:off x="9818751" y="238254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a:t>
            </a:r>
            <a:endParaRPr sz="800"/>
          </a:p>
        </p:txBody>
      </p:sp>
      <p:sp>
        <p:nvSpPr>
          <p:cNvPr id="1047" name="Google Shape;1047;p81"/>
          <p:cNvSpPr txBox="1"/>
          <p:nvPr/>
        </p:nvSpPr>
        <p:spPr>
          <a:xfrm>
            <a:off x="9818751" y="252667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Onboarding </a:t>
            </a:r>
            <a:endParaRPr sz="800"/>
          </a:p>
        </p:txBody>
      </p:sp>
      <p:sp>
        <p:nvSpPr>
          <p:cNvPr id="1048" name="Google Shape;1048;p81"/>
          <p:cNvSpPr txBox="1"/>
          <p:nvPr/>
        </p:nvSpPr>
        <p:spPr>
          <a:xfrm>
            <a:off x="9818751" y="277202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Training </a:t>
            </a:r>
            <a:endParaRPr sz="800"/>
          </a:p>
        </p:txBody>
      </p:sp>
      <p:sp>
        <p:nvSpPr>
          <p:cNvPr id="1049" name="Google Shape;1049;p81"/>
          <p:cNvSpPr txBox="1"/>
          <p:nvPr/>
        </p:nvSpPr>
        <p:spPr>
          <a:xfrm>
            <a:off x="9818751" y="314005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Commission Management </a:t>
            </a:r>
            <a:endParaRPr sz="800"/>
          </a:p>
        </p:txBody>
      </p:sp>
      <p:sp>
        <p:nvSpPr>
          <p:cNvPr id="1050" name="Google Shape;1050;p81"/>
          <p:cNvSpPr txBox="1"/>
          <p:nvPr/>
        </p:nvSpPr>
        <p:spPr>
          <a:xfrm>
            <a:off x="9818751" y="341497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Management </a:t>
            </a:r>
            <a:endParaRPr sz="800"/>
          </a:p>
        </p:txBody>
      </p:sp>
      <p:sp>
        <p:nvSpPr>
          <p:cNvPr id="1051" name="Google Shape;1051;p81"/>
          <p:cNvSpPr txBox="1"/>
          <p:nvPr/>
        </p:nvSpPr>
        <p:spPr>
          <a:xfrm>
            <a:off x="9818761" y="207083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Lifecycle Management </a:t>
            </a:r>
            <a:endParaRPr sz="800"/>
          </a:p>
        </p:txBody>
      </p:sp>
      <p:sp>
        <p:nvSpPr>
          <p:cNvPr id="1052" name="Google Shape;1052;p81"/>
          <p:cNvSpPr txBox="1"/>
          <p:nvPr/>
        </p:nvSpPr>
        <p:spPr>
          <a:xfrm>
            <a:off x="9818751" y="264935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Coaching </a:t>
            </a:r>
            <a:endParaRPr sz="800"/>
          </a:p>
        </p:txBody>
      </p:sp>
      <p:sp>
        <p:nvSpPr>
          <p:cNvPr id="1053" name="Google Shape;1053;p81"/>
          <p:cNvSpPr txBox="1"/>
          <p:nvPr/>
        </p:nvSpPr>
        <p:spPr>
          <a:xfrm>
            <a:off x="9818751" y="301738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Quoting &amp; Collaboration </a:t>
            </a:r>
            <a:endParaRPr sz="800"/>
          </a:p>
        </p:txBody>
      </p:sp>
      <p:sp>
        <p:nvSpPr>
          <p:cNvPr id="1054" name="Google Shape;1054;p81"/>
          <p:cNvSpPr txBox="1"/>
          <p:nvPr/>
        </p:nvSpPr>
        <p:spPr>
          <a:xfrm>
            <a:off x="9818751" y="326273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Broker Commission </a:t>
            </a:r>
            <a:endParaRPr sz="800"/>
          </a:p>
        </p:txBody>
      </p:sp>
      <p:sp>
        <p:nvSpPr>
          <p:cNvPr id="1055" name="Google Shape;1055;p81"/>
          <p:cNvSpPr txBox="1"/>
          <p:nvPr/>
        </p:nvSpPr>
        <p:spPr>
          <a:xfrm>
            <a:off x="9818751" y="224440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Registration </a:t>
            </a:r>
            <a:endParaRPr sz="800"/>
          </a:p>
        </p:txBody>
      </p:sp>
      <p:sp>
        <p:nvSpPr>
          <p:cNvPr id="1056" name="Google Shape;1056;p81"/>
          <p:cNvSpPr txBox="1"/>
          <p:nvPr/>
        </p:nvSpPr>
        <p:spPr>
          <a:xfrm>
            <a:off x="9818761" y="382002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Submission </a:t>
            </a:r>
            <a:endParaRPr sz="800"/>
          </a:p>
        </p:txBody>
      </p:sp>
      <p:sp>
        <p:nvSpPr>
          <p:cNvPr id="1057" name="Google Shape;1057;p81"/>
          <p:cNvSpPr txBox="1"/>
          <p:nvPr/>
        </p:nvSpPr>
        <p:spPr>
          <a:xfrm>
            <a:off x="9818751" y="393609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Script </a:t>
            </a:r>
            <a:endParaRPr sz="800"/>
          </a:p>
        </p:txBody>
      </p:sp>
      <p:sp>
        <p:nvSpPr>
          <p:cNvPr id="1058" name="Google Shape;1058;p81"/>
          <p:cNvSpPr txBox="1"/>
          <p:nvPr/>
        </p:nvSpPr>
        <p:spPr>
          <a:xfrm>
            <a:off x="9818751" y="405217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Training </a:t>
            </a:r>
            <a:endParaRPr sz="800"/>
          </a:p>
        </p:txBody>
      </p:sp>
      <p:sp>
        <p:nvSpPr>
          <p:cNvPr id="1059" name="Google Shape;1059;p81"/>
          <p:cNvSpPr txBox="1"/>
          <p:nvPr/>
        </p:nvSpPr>
        <p:spPr>
          <a:xfrm>
            <a:off x="9818751" y="416825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Pipeline </a:t>
            </a:r>
            <a:endParaRPr sz="800"/>
          </a:p>
        </p:txBody>
      </p:sp>
      <p:sp>
        <p:nvSpPr>
          <p:cNvPr id="1060" name="Google Shape;1060;p81"/>
          <p:cNvSpPr txBox="1"/>
          <p:nvPr/>
        </p:nvSpPr>
        <p:spPr>
          <a:xfrm>
            <a:off x="9818751" y="428432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Strategy </a:t>
            </a:r>
            <a:endParaRPr sz="800"/>
          </a:p>
        </p:txBody>
      </p:sp>
      <p:sp>
        <p:nvSpPr>
          <p:cNvPr id="1061" name="Google Shape;1061;p81"/>
          <p:cNvSpPr txBox="1"/>
          <p:nvPr/>
        </p:nvSpPr>
        <p:spPr>
          <a:xfrm>
            <a:off x="9818751" y="451647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1062" name="Google Shape;1062;p81"/>
          <p:cNvSpPr txBox="1"/>
          <p:nvPr/>
        </p:nvSpPr>
        <p:spPr>
          <a:xfrm>
            <a:off x="9818751" y="440040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Renewal </a:t>
            </a:r>
            <a:endParaRPr sz="800"/>
          </a:p>
        </p:txBody>
      </p:sp>
      <p:sp>
        <p:nvSpPr>
          <p:cNvPr id="1063" name="Google Shape;1063;p81"/>
          <p:cNvSpPr txBox="1"/>
          <p:nvPr/>
        </p:nvSpPr>
        <p:spPr>
          <a:xfrm>
            <a:off x="9818751" y="464787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Employer Group Census Management </a:t>
            </a:r>
            <a:endParaRPr sz="800"/>
          </a:p>
        </p:txBody>
      </p:sp>
      <p:sp>
        <p:nvSpPr>
          <p:cNvPr id="1064" name="Google Shape;1064;p81"/>
          <p:cNvSpPr txBox="1"/>
          <p:nvPr/>
        </p:nvSpPr>
        <p:spPr>
          <a:xfrm>
            <a:off x="9818751" y="478101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Underwriting </a:t>
            </a:r>
            <a:endParaRPr sz="800"/>
          </a:p>
        </p:txBody>
      </p:sp>
      <p:sp>
        <p:nvSpPr>
          <p:cNvPr id="1065" name="Google Shape;1065;p81"/>
          <p:cNvSpPr txBox="1"/>
          <p:nvPr/>
        </p:nvSpPr>
        <p:spPr>
          <a:xfrm>
            <a:off x="9818751" y="539450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Insurance Policy Administration </a:t>
            </a:r>
            <a:endParaRPr sz="800"/>
          </a:p>
        </p:txBody>
      </p:sp>
      <p:sp>
        <p:nvSpPr>
          <p:cNvPr id="1066" name="Google Shape;1066;p81"/>
          <p:cNvSpPr txBox="1"/>
          <p:nvPr/>
        </p:nvSpPr>
        <p:spPr>
          <a:xfrm>
            <a:off x="9818751" y="566077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Onboarding </a:t>
            </a:r>
            <a:endParaRPr sz="800"/>
          </a:p>
        </p:txBody>
      </p:sp>
      <p:sp>
        <p:nvSpPr>
          <p:cNvPr id="1067" name="Google Shape;1067;p81"/>
          <p:cNvSpPr txBox="1"/>
          <p:nvPr/>
        </p:nvSpPr>
        <p:spPr>
          <a:xfrm>
            <a:off x="9818751" y="552763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Generation </a:t>
            </a:r>
            <a:endParaRPr sz="800"/>
          </a:p>
        </p:txBody>
      </p:sp>
      <p:sp>
        <p:nvSpPr>
          <p:cNvPr id="1068" name="Google Shape;1068;p81"/>
          <p:cNvSpPr txBox="1"/>
          <p:nvPr/>
        </p:nvSpPr>
        <p:spPr>
          <a:xfrm>
            <a:off x="9818751" y="578894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AI</a:t>
            </a:r>
            <a:endParaRPr sz="800"/>
          </a:p>
        </p:txBody>
      </p:sp>
      <p:sp>
        <p:nvSpPr>
          <p:cNvPr id="1069" name="Google Shape;1069;p81"/>
          <p:cNvSpPr txBox="1"/>
          <p:nvPr/>
        </p:nvSpPr>
        <p:spPr>
          <a:xfrm>
            <a:off x="9818751" y="687544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Outreach </a:t>
            </a:r>
            <a:endParaRPr sz="800"/>
          </a:p>
        </p:txBody>
      </p:sp>
      <p:sp>
        <p:nvSpPr>
          <p:cNvPr id="1070" name="Google Shape;1070;p81"/>
          <p:cNvSpPr txBox="1"/>
          <p:nvPr/>
        </p:nvSpPr>
        <p:spPr>
          <a:xfrm>
            <a:off x="9818751" y="700253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Assessment Generation &amp; Auto-population</a:t>
            </a:r>
            <a:endParaRPr sz="800"/>
          </a:p>
        </p:txBody>
      </p:sp>
      <p:sp>
        <p:nvSpPr>
          <p:cNvPr id="1071" name="Google Shape;1071;p81"/>
          <p:cNvSpPr txBox="1"/>
          <p:nvPr/>
        </p:nvSpPr>
        <p:spPr>
          <a:xfrm>
            <a:off x="9818751" y="491414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Assessment </a:t>
            </a:r>
            <a:endParaRPr sz="800"/>
          </a:p>
        </p:txBody>
      </p:sp>
      <p:sp>
        <p:nvSpPr>
          <p:cNvPr id="1072" name="Google Shape;1072;p81"/>
          <p:cNvSpPr txBox="1"/>
          <p:nvPr/>
        </p:nvSpPr>
        <p:spPr>
          <a:xfrm>
            <a:off x="9818751" y="518041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 Implementation / Installation </a:t>
            </a:r>
            <a:endParaRPr sz="800"/>
          </a:p>
        </p:txBody>
      </p:sp>
      <p:sp>
        <p:nvSpPr>
          <p:cNvPr id="1073" name="Google Shape;1073;p81"/>
          <p:cNvSpPr txBox="1"/>
          <p:nvPr/>
        </p:nvSpPr>
        <p:spPr>
          <a:xfrm>
            <a:off x="9818751" y="636707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lang="en" sz="800" b="0" i="0" u="none" strike="noStrike" cap="none">
                <a:latin typeface="Salesforce Sans"/>
                <a:ea typeface="Salesforce Sans"/>
                <a:cs typeface="Salesforce Sans"/>
                <a:sym typeface="Salesforce Sans"/>
              </a:rPr>
              <a:t> </a:t>
            </a:r>
            <a:endParaRPr sz="800"/>
          </a:p>
        </p:txBody>
      </p:sp>
      <p:sp>
        <p:nvSpPr>
          <p:cNvPr id="1074" name="Google Shape;1074;p81"/>
          <p:cNvSpPr txBox="1"/>
          <p:nvPr/>
        </p:nvSpPr>
        <p:spPr>
          <a:xfrm>
            <a:off x="9818751" y="649416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Upselling Ancillary Services </a:t>
            </a:r>
            <a:endParaRPr sz="800"/>
          </a:p>
        </p:txBody>
      </p:sp>
      <p:sp>
        <p:nvSpPr>
          <p:cNvPr id="1075" name="Google Shape;1075;p81"/>
          <p:cNvSpPr txBox="1"/>
          <p:nvPr/>
        </p:nvSpPr>
        <p:spPr>
          <a:xfrm>
            <a:off x="9818751" y="712962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Plan Adherence </a:t>
            </a:r>
            <a:endParaRPr sz="800"/>
          </a:p>
        </p:txBody>
      </p:sp>
      <p:sp>
        <p:nvSpPr>
          <p:cNvPr id="1076" name="Google Shape;1076;p81"/>
          <p:cNvSpPr txBox="1"/>
          <p:nvPr/>
        </p:nvSpPr>
        <p:spPr>
          <a:xfrm>
            <a:off x="9818751" y="725672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Auto-matching</a:t>
            </a:r>
            <a:endParaRPr sz="800"/>
          </a:p>
        </p:txBody>
      </p:sp>
      <p:sp>
        <p:nvSpPr>
          <p:cNvPr id="1077" name="Google Shape;1077;p81"/>
          <p:cNvSpPr txBox="1"/>
          <p:nvPr/>
        </p:nvSpPr>
        <p:spPr>
          <a:xfrm>
            <a:off x="9818751" y="737793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Disease Surveillance Case Management</a:t>
            </a:r>
            <a:endParaRPr sz="800"/>
          </a:p>
        </p:txBody>
      </p:sp>
      <p:sp>
        <p:nvSpPr>
          <p:cNvPr id="1078" name="Google Shape;1078;p81"/>
          <p:cNvSpPr txBox="1"/>
          <p:nvPr/>
        </p:nvSpPr>
        <p:spPr>
          <a:xfrm>
            <a:off x="9818751" y="598579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contact center </a:t>
            </a:r>
            <a:endParaRPr sz="800"/>
          </a:p>
        </p:txBody>
      </p:sp>
      <p:sp>
        <p:nvSpPr>
          <p:cNvPr id="1079" name="Google Shape;1079;p81"/>
          <p:cNvSpPr txBox="1"/>
          <p:nvPr/>
        </p:nvSpPr>
        <p:spPr>
          <a:xfrm>
            <a:off x="9818751" y="611288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Appeals &amp; Grievances </a:t>
            </a:r>
            <a:endParaRPr sz="800"/>
          </a:p>
        </p:txBody>
      </p:sp>
      <p:sp>
        <p:nvSpPr>
          <p:cNvPr id="1080" name="Google Shape;1080;p81"/>
          <p:cNvSpPr txBox="1"/>
          <p:nvPr/>
        </p:nvSpPr>
        <p:spPr>
          <a:xfrm>
            <a:off x="9818751" y="623997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Incentive Rewards Management </a:t>
            </a:r>
            <a:endParaRPr sz="800"/>
          </a:p>
        </p:txBody>
      </p:sp>
      <p:sp>
        <p:nvSpPr>
          <p:cNvPr id="1081" name="Google Shape;1081;p81"/>
          <p:cNvSpPr txBox="1"/>
          <p:nvPr/>
        </p:nvSpPr>
        <p:spPr>
          <a:xfrm>
            <a:off x="9818751" y="662125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Coverage summary &amp; details</a:t>
            </a:r>
            <a:endParaRPr sz="800"/>
          </a:p>
        </p:txBody>
      </p:sp>
      <p:sp>
        <p:nvSpPr>
          <p:cNvPr id="1082" name="Google Shape;1082;p81"/>
          <p:cNvSpPr txBox="1"/>
          <p:nvPr/>
        </p:nvSpPr>
        <p:spPr>
          <a:xfrm>
            <a:off x="9818751" y="504727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Management </a:t>
            </a:r>
            <a:endParaRPr sz="800"/>
          </a:p>
        </p:txBody>
      </p:sp>
      <p:sp>
        <p:nvSpPr>
          <p:cNvPr id="1083" name="Google Shape;1083;p81"/>
          <p:cNvSpPr txBox="1"/>
          <p:nvPr/>
        </p:nvSpPr>
        <p:spPr>
          <a:xfrm>
            <a:off x="9818751" y="785998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Planning </a:t>
            </a:r>
            <a:endParaRPr sz="800"/>
          </a:p>
        </p:txBody>
      </p:sp>
      <p:sp>
        <p:nvSpPr>
          <p:cNvPr id="1084" name="Google Shape;1084;p81"/>
          <p:cNvSpPr txBox="1"/>
          <p:nvPr/>
        </p:nvSpPr>
        <p:spPr>
          <a:xfrm>
            <a:off x="9818751" y="799410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Engagement </a:t>
            </a:r>
            <a:endParaRPr sz="800"/>
          </a:p>
        </p:txBody>
      </p:sp>
      <p:sp>
        <p:nvSpPr>
          <p:cNvPr id="1085" name="Google Shape;1085;p81"/>
          <p:cNvSpPr txBox="1"/>
          <p:nvPr/>
        </p:nvSpPr>
        <p:spPr>
          <a:xfrm>
            <a:off x="9818751" y="812821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 Intake </a:t>
            </a:r>
            <a:endParaRPr sz="800"/>
          </a:p>
        </p:txBody>
      </p:sp>
      <p:sp>
        <p:nvSpPr>
          <p:cNvPr id="1086" name="Google Shape;1086;p81"/>
          <p:cNvSpPr txBox="1"/>
          <p:nvPr/>
        </p:nvSpPr>
        <p:spPr>
          <a:xfrm>
            <a:off x="9818751" y="826233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Auto Approval </a:t>
            </a:r>
            <a:endParaRPr sz="800"/>
          </a:p>
        </p:txBody>
      </p:sp>
      <p:sp>
        <p:nvSpPr>
          <p:cNvPr id="1087" name="Google Shape;1087;p81"/>
          <p:cNvSpPr txBox="1"/>
          <p:nvPr/>
        </p:nvSpPr>
        <p:spPr>
          <a:xfrm>
            <a:off x="9818751" y="853056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Guidelines </a:t>
            </a:r>
            <a:endParaRPr sz="800"/>
          </a:p>
        </p:txBody>
      </p:sp>
      <p:sp>
        <p:nvSpPr>
          <p:cNvPr id="1088" name="Google Shape;1088;p81"/>
          <p:cNvSpPr txBox="1"/>
          <p:nvPr/>
        </p:nvSpPr>
        <p:spPr>
          <a:xfrm>
            <a:off x="9818751" y="866467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Patient Summary </a:t>
            </a:r>
            <a:endParaRPr sz="800"/>
          </a:p>
        </p:txBody>
      </p:sp>
      <p:sp>
        <p:nvSpPr>
          <p:cNvPr id="1089" name="Google Shape;1089;p81"/>
          <p:cNvSpPr txBox="1"/>
          <p:nvPr/>
        </p:nvSpPr>
        <p:spPr>
          <a:xfrm>
            <a:off x="9818751" y="839644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Clinical Documentation </a:t>
            </a:r>
            <a:endParaRPr sz="800"/>
          </a:p>
        </p:txBody>
      </p:sp>
      <p:sp>
        <p:nvSpPr>
          <p:cNvPr id="1090" name="Google Shape;1090;p81"/>
          <p:cNvSpPr txBox="1"/>
          <p:nvPr/>
        </p:nvSpPr>
        <p:spPr>
          <a:xfrm>
            <a:off x="9818751" y="908421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Engagement </a:t>
            </a:r>
            <a:endParaRPr sz="800"/>
          </a:p>
        </p:txBody>
      </p:sp>
      <p:sp>
        <p:nvSpPr>
          <p:cNvPr id="1091" name="Google Shape;1091;p81"/>
          <p:cNvSpPr txBox="1"/>
          <p:nvPr/>
        </p:nvSpPr>
        <p:spPr>
          <a:xfrm>
            <a:off x="9818751" y="882063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Acquisition Agent </a:t>
            </a:r>
            <a:endParaRPr sz="800"/>
          </a:p>
        </p:txBody>
      </p:sp>
      <p:sp>
        <p:nvSpPr>
          <p:cNvPr id="1092" name="Google Shape;1092;p81"/>
          <p:cNvSpPr txBox="1"/>
          <p:nvPr/>
        </p:nvSpPr>
        <p:spPr>
          <a:xfrm>
            <a:off x="9818751" y="895242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Operations Agent </a:t>
            </a:r>
            <a:endParaRPr sz="800"/>
          </a:p>
        </p:txBody>
      </p:sp>
      <p:sp>
        <p:nvSpPr>
          <p:cNvPr id="1093" name="Google Shape;1093;p81"/>
          <p:cNvSpPr txBox="1"/>
          <p:nvPr/>
        </p:nvSpPr>
        <p:spPr>
          <a:xfrm>
            <a:off x="9818751" y="921601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Staff Scheduling </a:t>
            </a:r>
            <a:endParaRPr sz="800"/>
          </a:p>
        </p:txBody>
      </p:sp>
      <p:sp>
        <p:nvSpPr>
          <p:cNvPr id="1094" name="Google Shape;1094;p81"/>
          <p:cNvSpPr txBox="1"/>
          <p:nvPr/>
        </p:nvSpPr>
        <p:spPr>
          <a:xfrm>
            <a:off x="9818751" y="772587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Transitions of Care</a:t>
            </a:r>
            <a:endParaRPr sz="800"/>
          </a:p>
        </p:txBody>
      </p:sp>
      <p:sp>
        <p:nvSpPr>
          <p:cNvPr id="1095" name="Google Shape;1095;p81"/>
          <p:cNvSpPr txBox="1"/>
          <p:nvPr/>
        </p:nvSpPr>
        <p:spPr>
          <a:xfrm>
            <a:off x="9820090" y="674835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AI</a:t>
            </a:r>
            <a:endParaRPr sz="800"/>
          </a:p>
        </p:txBody>
      </p:sp>
      <p:sp>
        <p:nvSpPr>
          <p:cNvPr id="1096" name="Google Shape;1096;p81"/>
          <p:cNvSpPr txBox="1"/>
          <p:nvPr/>
        </p:nvSpPr>
        <p:spPr>
          <a:xfrm>
            <a:off x="8124651" y="3009452"/>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Quoting</a:t>
            </a:r>
            <a:endParaRPr sz="1600"/>
          </a:p>
        </p:txBody>
      </p:sp>
      <p:sp>
        <p:nvSpPr>
          <p:cNvPr id="1097" name="Google Shape;1097;p81"/>
          <p:cNvSpPr/>
          <p:nvPr/>
        </p:nvSpPr>
        <p:spPr>
          <a:xfrm>
            <a:off x="9649430" y="281805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98" name="Google Shape;1098;p81"/>
          <p:cNvSpPr/>
          <p:nvPr/>
        </p:nvSpPr>
        <p:spPr>
          <a:xfrm>
            <a:off x="9649430" y="332286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099" name="Google Shape;1099;p81"/>
          <p:cNvSpPr txBox="1"/>
          <p:nvPr/>
        </p:nvSpPr>
        <p:spPr>
          <a:xfrm>
            <a:off x="8124651" y="3133845"/>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Commissions</a:t>
            </a:r>
            <a:endParaRPr sz="1600"/>
          </a:p>
        </p:txBody>
      </p:sp>
      <p:sp>
        <p:nvSpPr>
          <p:cNvPr id="1100" name="Google Shape;1100;p81"/>
          <p:cNvSpPr txBox="1"/>
          <p:nvPr/>
        </p:nvSpPr>
        <p:spPr>
          <a:xfrm>
            <a:off x="8124651" y="3400789"/>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Relationship Mgmt</a:t>
            </a:r>
            <a:endParaRPr sz="1600"/>
          </a:p>
        </p:txBody>
      </p:sp>
      <p:sp>
        <p:nvSpPr>
          <p:cNvPr id="1101" name="Google Shape;1101;p81"/>
          <p:cNvSpPr txBox="1"/>
          <p:nvPr/>
        </p:nvSpPr>
        <p:spPr>
          <a:xfrm>
            <a:off x="8124663" y="4776243"/>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Underwriting</a:t>
            </a:r>
            <a:endParaRPr sz="1600"/>
          </a:p>
        </p:txBody>
      </p:sp>
      <p:sp>
        <p:nvSpPr>
          <p:cNvPr id="1102" name="Google Shape;1102;p81"/>
          <p:cNvSpPr txBox="1"/>
          <p:nvPr/>
        </p:nvSpPr>
        <p:spPr>
          <a:xfrm>
            <a:off x="8124679" y="5039825"/>
            <a:ext cx="1349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Policy Contracting</a:t>
            </a:r>
            <a:endParaRPr sz="1600"/>
          </a:p>
        </p:txBody>
      </p:sp>
      <p:sp>
        <p:nvSpPr>
          <p:cNvPr id="1103" name="Google Shape;1103;p81"/>
          <p:cNvSpPr txBox="1"/>
          <p:nvPr/>
        </p:nvSpPr>
        <p:spPr>
          <a:xfrm>
            <a:off x="8124677" y="5175225"/>
            <a:ext cx="1494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Account/Case Installation</a:t>
            </a:r>
            <a:endParaRPr sz="1600"/>
          </a:p>
        </p:txBody>
      </p:sp>
      <p:sp>
        <p:nvSpPr>
          <p:cNvPr id="1104" name="Google Shape;1104;p81"/>
          <p:cNvSpPr txBox="1"/>
          <p:nvPr/>
        </p:nvSpPr>
        <p:spPr>
          <a:xfrm>
            <a:off x="8124679" y="5394763"/>
            <a:ext cx="1305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Policy Administration</a:t>
            </a:r>
            <a:endParaRPr sz="1600"/>
          </a:p>
        </p:txBody>
      </p:sp>
      <p:sp>
        <p:nvSpPr>
          <p:cNvPr id="1105" name="Google Shape;1105;p81"/>
          <p:cNvSpPr txBox="1"/>
          <p:nvPr/>
        </p:nvSpPr>
        <p:spPr>
          <a:xfrm>
            <a:off x="8124663" y="5656004"/>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Member Onboarding</a:t>
            </a:r>
            <a:endParaRPr sz="1600"/>
          </a:p>
        </p:txBody>
      </p:sp>
      <p:sp>
        <p:nvSpPr>
          <p:cNvPr id="1106" name="Google Shape;1106;p81"/>
          <p:cNvSpPr txBox="1"/>
          <p:nvPr/>
        </p:nvSpPr>
        <p:spPr>
          <a:xfrm>
            <a:off x="8124663" y="5994757"/>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Inquiry Mgmt &amp; Resolution</a:t>
            </a:r>
            <a:endParaRPr sz="1600"/>
          </a:p>
        </p:txBody>
      </p:sp>
      <p:sp>
        <p:nvSpPr>
          <p:cNvPr id="1107" name="Google Shape;1107;p81"/>
          <p:cNvSpPr txBox="1"/>
          <p:nvPr/>
        </p:nvSpPr>
        <p:spPr>
          <a:xfrm>
            <a:off x="8124663" y="635710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Engagement &amp; Education</a:t>
            </a:r>
            <a:endParaRPr sz="1600"/>
          </a:p>
        </p:txBody>
      </p:sp>
      <p:sp>
        <p:nvSpPr>
          <p:cNvPr id="1108" name="Google Shape;1108;p81"/>
          <p:cNvSpPr txBox="1"/>
          <p:nvPr/>
        </p:nvSpPr>
        <p:spPr>
          <a:xfrm>
            <a:off x="8124663" y="659462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Care Mgmt</a:t>
            </a:r>
            <a:endParaRPr sz="1600"/>
          </a:p>
        </p:txBody>
      </p:sp>
      <p:sp>
        <p:nvSpPr>
          <p:cNvPr id="1109" name="Google Shape;1109;p81"/>
          <p:cNvSpPr txBox="1"/>
          <p:nvPr/>
        </p:nvSpPr>
        <p:spPr>
          <a:xfrm>
            <a:off x="8124663" y="773358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Care Planning</a:t>
            </a:r>
            <a:endParaRPr sz="1600"/>
          </a:p>
        </p:txBody>
      </p:sp>
      <p:sp>
        <p:nvSpPr>
          <p:cNvPr id="1110" name="Google Shape;1110;p81"/>
          <p:cNvSpPr txBox="1"/>
          <p:nvPr/>
        </p:nvSpPr>
        <p:spPr>
          <a:xfrm>
            <a:off x="8124663" y="8183693"/>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Utilization Management</a:t>
            </a:r>
            <a:endParaRPr sz="1600"/>
          </a:p>
        </p:txBody>
      </p:sp>
      <p:sp>
        <p:nvSpPr>
          <p:cNvPr id="1111" name="Google Shape;1111;p81"/>
          <p:cNvSpPr txBox="1"/>
          <p:nvPr/>
        </p:nvSpPr>
        <p:spPr>
          <a:xfrm>
            <a:off x="8124663" y="8817854"/>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Workforce Management</a:t>
            </a:r>
            <a:endParaRPr sz="1600"/>
          </a:p>
        </p:txBody>
      </p:sp>
      <p:sp>
        <p:nvSpPr>
          <p:cNvPr id="1112" name="Google Shape;1112;p81"/>
          <p:cNvSpPr/>
          <p:nvPr/>
        </p:nvSpPr>
        <p:spPr>
          <a:xfrm>
            <a:off x="9649430" y="481513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3" name="Google Shape;1113;p81"/>
          <p:cNvSpPr/>
          <p:nvPr/>
        </p:nvSpPr>
        <p:spPr>
          <a:xfrm>
            <a:off x="9649430" y="495682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4" name="Google Shape;1114;p81"/>
          <p:cNvSpPr/>
          <p:nvPr/>
        </p:nvSpPr>
        <p:spPr>
          <a:xfrm>
            <a:off x="9649430" y="555881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5" name="Google Shape;1115;p81"/>
          <p:cNvSpPr/>
          <p:nvPr/>
        </p:nvSpPr>
        <p:spPr>
          <a:xfrm>
            <a:off x="9649430" y="569479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6" name="Google Shape;1116;p81"/>
          <p:cNvSpPr/>
          <p:nvPr/>
        </p:nvSpPr>
        <p:spPr>
          <a:xfrm>
            <a:off x="9649430" y="615162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7" name="Google Shape;1117;p81"/>
          <p:cNvSpPr/>
          <p:nvPr/>
        </p:nvSpPr>
        <p:spPr>
          <a:xfrm>
            <a:off x="9649430" y="6277828"/>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8" name="Google Shape;1118;p81"/>
          <p:cNvSpPr/>
          <p:nvPr/>
        </p:nvSpPr>
        <p:spPr>
          <a:xfrm>
            <a:off x="9649430" y="716398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19" name="Google Shape;1119;p81"/>
          <p:cNvSpPr/>
          <p:nvPr/>
        </p:nvSpPr>
        <p:spPr>
          <a:xfrm>
            <a:off x="9649430" y="7291552"/>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20" name="Google Shape;1120;p81"/>
          <p:cNvSpPr txBox="1"/>
          <p:nvPr/>
        </p:nvSpPr>
        <p:spPr>
          <a:xfrm>
            <a:off x="8129328" y="7377813"/>
            <a:ext cx="14940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Population Health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&amp; Analytics</a:t>
            </a:r>
            <a:endParaRPr sz="1600"/>
          </a:p>
        </p:txBody>
      </p:sp>
      <p:sp>
        <p:nvSpPr>
          <p:cNvPr id="1121" name="Google Shape;1121;p81"/>
          <p:cNvSpPr/>
          <p:nvPr/>
        </p:nvSpPr>
        <p:spPr>
          <a:xfrm>
            <a:off x="9649430" y="741448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22" name="Google Shape;1122;p81"/>
          <p:cNvSpPr/>
          <p:nvPr/>
        </p:nvSpPr>
        <p:spPr>
          <a:xfrm>
            <a:off x="9649430" y="843423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23" name="Google Shape;1123;p81"/>
          <p:cNvSpPr/>
          <p:nvPr/>
        </p:nvSpPr>
        <p:spPr>
          <a:xfrm>
            <a:off x="9649430" y="856762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24" name="Google Shape;1124;p81"/>
          <p:cNvSpPr/>
          <p:nvPr/>
        </p:nvSpPr>
        <p:spPr>
          <a:xfrm>
            <a:off x="12287257"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25" name="Google Shape;1125;p81"/>
          <p:cNvSpPr txBox="1"/>
          <p:nvPr/>
        </p:nvSpPr>
        <p:spPr>
          <a:xfrm>
            <a:off x="12401944"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126" name="Google Shape;1126;p81"/>
          <p:cNvSpPr txBox="1"/>
          <p:nvPr/>
        </p:nvSpPr>
        <p:spPr>
          <a:xfrm>
            <a:off x="13894820" y="1633538"/>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127" name="Google Shape;1127;p81"/>
          <p:cNvSpPr txBox="1"/>
          <p:nvPr/>
        </p:nvSpPr>
        <p:spPr>
          <a:xfrm>
            <a:off x="12420907" y="2098446"/>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128" name="Google Shape;1128;p81"/>
          <p:cNvSpPr txBox="1"/>
          <p:nvPr/>
        </p:nvSpPr>
        <p:spPr>
          <a:xfrm>
            <a:off x="15578108"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129" name="Google Shape;1129;p81"/>
          <p:cNvSpPr txBox="1"/>
          <p:nvPr/>
        </p:nvSpPr>
        <p:spPr>
          <a:xfrm>
            <a:off x="13913408" y="1936129"/>
            <a:ext cx="830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Digital Enablement</a:t>
            </a:r>
            <a:endParaRPr sz="1600"/>
          </a:p>
        </p:txBody>
      </p:sp>
      <p:sp>
        <p:nvSpPr>
          <p:cNvPr id="1130" name="Google Shape;1130;p81"/>
          <p:cNvSpPr txBox="1"/>
          <p:nvPr/>
        </p:nvSpPr>
        <p:spPr>
          <a:xfrm>
            <a:off x="13908470" y="4352006"/>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Cyber</a:t>
            </a:r>
            <a:endParaRPr sz="1600"/>
          </a:p>
        </p:txBody>
      </p:sp>
      <p:sp>
        <p:nvSpPr>
          <p:cNvPr id="1131" name="Google Shape;1131;p81"/>
          <p:cNvSpPr txBox="1"/>
          <p:nvPr/>
        </p:nvSpPr>
        <p:spPr>
          <a:xfrm>
            <a:off x="13908459" y="2215858"/>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1600"/>
          </a:p>
        </p:txBody>
      </p:sp>
      <p:sp>
        <p:nvSpPr>
          <p:cNvPr id="1132" name="Google Shape;1132;p81"/>
          <p:cNvSpPr txBox="1"/>
          <p:nvPr/>
        </p:nvSpPr>
        <p:spPr>
          <a:xfrm>
            <a:off x="13908459" y="3958132"/>
            <a:ext cx="7716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IT Helpdesk</a:t>
            </a:r>
            <a:endParaRPr sz="1600"/>
          </a:p>
        </p:txBody>
      </p:sp>
      <p:sp>
        <p:nvSpPr>
          <p:cNvPr id="1133" name="Google Shape;1133;p81"/>
          <p:cNvSpPr/>
          <p:nvPr/>
        </p:nvSpPr>
        <p:spPr>
          <a:xfrm>
            <a:off x="15280837" y="1982326"/>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4" name="Google Shape;1134;p81"/>
          <p:cNvSpPr/>
          <p:nvPr/>
        </p:nvSpPr>
        <p:spPr>
          <a:xfrm>
            <a:off x="15280837" y="211647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5" name="Google Shape;1135;p81"/>
          <p:cNvSpPr/>
          <p:nvPr/>
        </p:nvSpPr>
        <p:spPr>
          <a:xfrm>
            <a:off x="15280837" y="2370886"/>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6" name="Google Shape;1136;p81"/>
          <p:cNvSpPr/>
          <p:nvPr/>
        </p:nvSpPr>
        <p:spPr>
          <a:xfrm>
            <a:off x="15280837" y="249631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7" name="Google Shape;1137;p81"/>
          <p:cNvSpPr/>
          <p:nvPr/>
        </p:nvSpPr>
        <p:spPr>
          <a:xfrm>
            <a:off x="15280837" y="263127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8" name="Google Shape;1138;p81"/>
          <p:cNvSpPr/>
          <p:nvPr/>
        </p:nvSpPr>
        <p:spPr>
          <a:xfrm>
            <a:off x="15280837" y="287577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39" name="Google Shape;1139;p81"/>
          <p:cNvSpPr/>
          <p:nvPr/>
        </p:nvSpPr>
        <p:spPr>
          <a:xfrm>
            <a:off x="15280837" y="299803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0" name="Google Shape;1140;p81"/>
          <p:cNvSpPr/>
          <p:nvPr/>
        </p:nvSpPr>
        <p:spPr>
          <a:xfrm>
            <a:off x="15280837" y="3246718"/>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1" name="Google Shape;1141;p81"/>
          <p:cNvSpPr/>
          <p:nvPr/>
        </p:nvSpPr>
        <p:spPr>
          <a:xfrm>
            <a:off x="15280837" y="3507431"/>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2" name="Google Shape;1142;p81"/>
          <p:cNvSpPr/>
          <p:nvPr/>
        </p:nvSpPr>
        <p:spPr>
          <a:xfrm>
            <a:off x="15280837" y="362826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3" name="Google Shape;1143;p81"/>
          <p:cNvSpPr/>
          <p:nvPr/>
        </p:nvSpPr>
        <p:spPr>
          <a:xfrm>
            <a:off x="15280837" y="374909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4" name="Google Shape;1144;p81"/>
          <p:cNvSpPr/>
          <p:nvPr/>
        </p:nvSpPr>
        <p:spPr>
          <a:xfrm>
            <a:off x="15280837" y="399648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5" name="Google Shape;1145;p81"/>
          <p:cNvSpPr/>
          <p:nvPr/>
        </p:nvSpPr>
        <p:spPr>
          <a:xfrm>
            <a:off x="15280837" y="411601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6" name="Google Shape;1146;p81"/>
          <p:cNvSpPr/>
          <p:nvPr/>
        </p:nvSpPr>
        <p:spPr>
          <a:xfrm>
            <a:off x="15280837" y="423657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7" name="Google Shape;1147;p81"/>
          <p:cNvSpPr/>
          <p:nvPr/>
        </p:nvSpPr>
        <p:spPr>
          <a:xfrm>
            <a:off x="15280837" y="47736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8" name="Google Shape;1148;p81"/>
          <p:cNvSpPr/>
          <p:nvPr/>
        </p:nvSpPr>
        <p:spPr>
          <a:xfrm>
            <a:off x="15280837" y="514562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49" name="Google Shape;1149;p81"/>
          <p:cNvSpPr/>
          <p:nvPr/>
        </p:nvSpPr>
        <p:spPr>
          <a:xfrm>
            <a:off x="15280837" y="526988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0" name="Google Shape;1150;p81"/>
          <p:cNvSpPr/>
          <p:nvPr/>
        </p:nvSpPr>
        <p:spPr>
          <a:xfrm>
            <a:off x="15280837" y="539415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1" name="Google Shape;1151;p81"/>
          <p:cNvSpPr/>
          <p:nvPr/>
        </p:nvSpPr>
        <p:spPr>
          <a:xfrm>
            <a:off x="15280837" y="651732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2" name="Google Shape;1152;p81"/>
          <p:cNvSpPr/>
          <p:nvPr/>
        </p:nvSpPr>
        <p:spPr>
          <a:xfrm>
            <a:off x="15280837" y="66436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3" name="Google Shape;1153;p81"/>
          <p:cNvSpPr/>
          <p:nvPr/>
        </p:nvSpPr>
        <p:spPr>
          <a:xfrm>
            <a:off x="15280837" y="676988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4" name="Google Shape;1154;p81"/>
          <p:cNvSpPr/>
          <p:nvPr/>
        </p:nvSpPr>
        <p:spPr>
          <a:xfrm>
            <a:off x="15280837" y="6896173"/>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5" name="Google Shape;1155;p81"/>
          <p:cNvSpPr/>
          <p:nvPr/>
        </p:nvSpPr>
        <p:spPr>
          <a:xfrm>
            <a:off x="15280837" y="702245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6" name="Google Shape;1156;p81"/>
          <p:cNvSpPr/>
          <p:nvPr/>
        </p:nvSpPr>
        <p:spPr>
          <a:xfrm>
            <a:off x="15280837" y="715816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7" name="Google Shape;1157;p81"/>
          <p:cNvSpPr/>
          <p:nvPr/>
        </p:nvSpPr>
        <p:spPr>
          <a:xfrm>
            <a:off x="15285490" y="76634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58" name="Google Shape;1158;p81"/>
          <p:cNvSpPr txBox="1"/>
          <p:nvPr/>
        </p:nvSpPr>
        <p:spPr>
          <a:xfrm>
            <a:off x="13908459" y="2582340"/>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Attraction</a:t>
            </a:r>
            <a:endParaRPr sz="1600"/>
          </a:p>
        </p:txBody>
      </p:sp>
      <p:sp>
        <p:nvSpPr>
          <p:cNvPr id="1159" name="Google Shape;1159;p81"/>
          <p:cNvSpPr/>
          <p:nvPr/>
        </p:nvSpPr>
        <p:spPr>
          <a:xfrm>
            <a:off x="15280837" y="275352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60" name="Google Shape;1160;p81"/>
          <p:cNvSpPr/>
          <p:nvPr/>
        </p:nvSpPr>
        <p:spPr>
          <a:xfrm>
            <a:off x="15280837" y="336278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61" name="Google Shape;1161;p81"/>
          <p:cNvSpPr txBox="1"/>
          <p:nvPr/>
        </p:nvSpPr>
        <p:spPr>
          <a:xfrm>
            <a:off x="13908459" y="3076695"/>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a:t>
            </a:r>
            <a:r>
              <a:rPr lang="en" sz="900" b="1">
                <a:solidFill>
                  <a:srgbClr val="066AFE"/>
                </a:solidFill>
                <a:latin typeface="Salesforce Sans"/>
                <a:ea typeface="Salesforce Sans"/>
                <a:cs typeface="Salesforce Sans"/>
                <a:sym typeface="Salesforce Sans"/>
              </a:rPr>
              <a:t>Mgmt</a:t>
            </a:r>
            <a:r>
              <a:rPr lang="en" sz="900" b="1" i="0" u="none" strike="noStrike" cap="none">
                <a:solidFill>
                  <a:srgbClr val="066AFE"/>
                </a:solidFill>
                <a:latin typeface="Salesforce Sans"/>
                <a:ea typeface="Salesforce Sans"/>
                <a:cs typeface="Salesforce Sans"/>
                <a:sym typeface="Salesforce Sans"/>
              </a:rPr>
              <a:t> &amp; Development</a:t>
            </a:r>
            <a:endParaRPr sz="1600"/>
          </a:p>
        </p:txBody>
      </p:sp>
      <p:sp>
        <p:nvSpPr>
          <p:cNvPr id="1162" name="Google Shape;1162;p81"/>
          <p:cNvSpPr txBox="1"/>
          <p:nvPr/>
        </p:nvSpPr>
        <p:spPr>
          <a:xfrm>
            <a:off x="13908459" y="3483864"/>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Operations</a:t>
            </a:r>
            <a:endParaRPr sz="1600"/>
          </a:p>
        </p:txBody>
      </p:sp>
      <p:sp>
        <p:nvSpPr>
          <p:cNvPr id="1163" name="Google Shape;1163;p81"/>
          <p:cNvSpPr txBox="1"/>
          <p:nvPr/>
        </p:nvSpPr>
        <p:spPr>
          <a:xfrm>
            <a:off x="13908470" y="4726206"/>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Infra &amp; Application Management</a:t>
            </a:r>
            <a:endParaRPr sz="1600"/>
          </a:p>
        </p:txBody>
      </p:sp>
      <p:sp>
        <p:nvSpPr>
          <p:cNvPr id="1164" name="Google Shape;1164;p81"/>
          <p:cNvSpPr txBox="1"/>
          <p:nvPr/>
        </p:nvSpPr>
        <p:spPr>
          <a:xfrm>
            <a:off x="13908470" y="5104964"/>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Hospital Operations</a:t>
            </a:r>
            <a:endParaRPr sz="1600"/>
          </a:p>
        </p:txBody>
      </p:sp>
      <p:sp>
        <p:nvSpPr>
          <p:cNvPr id="1165" name="Google Shape;1165;p81"/>
          <p:cNvSpPr txBox="1"/>
          <p:nvPr/>
        </p:nvSpPr>
        <p:spPr>
          <a:xfrm>
            <a:off x="13908470" y="5486618"/>
            <a:ext cx="1199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Clinical Strategy &amp; Planning</a:t>
            </a:r>
            <a:endParaRPr sz="1600"/>
          </a:p>
        </p:txBody>
      </p:sp>
      <p:sp>
        <p:nvSpPr>
          <p:cNvPr id="1166" name="Google Shape;1166;p81"/>
          <p:cNvSpPr txBox="1"/>
          <p:nvPr/>
        </p:nvSpPr>
        <p:spPr>
          <a:xfrm>
            <a:off x="13908470" y="586921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Claims Mgmt</a:t>
            </a:r>
            <a:endParaRPr sz="1600"/>
          </a:p>
        </p:txBody>
      </p:sp>
      <p:sp>
        <p:nvSpPr>
          <p:cNvPr id="1167" name="Google Shape;1167;p81"/>
          <p:cNvSpPr txBox="1"/>
          <p:nvPr/>
        </p:nvSpPr>
        <p:spPr>
          <a:xfrm>
            <a:off x="13908470" y="6488286"/>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Billing &amp; Revenue Reconciliation</a:t>
            </a:r>
            <a:endParaRPr sz="1600"/>
          </a:p>
        </p:txBody>
      </p:sp>
      <p:sp>
        <p:nvSpPr>
          <p:cNvPr id="1168" name="Google Shape;1168;p81"/>
          <p:cNvSpPr txBox="1"/>
          <p:nvPr/>
        </p:nvSpPr>
        <p:spPr>
          <a:xfrm>
            <a:off x="13908470" y="7113722"/>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1600"/>
          </a:p>
        </p:txBody>
      </p:sp>
      <p:sp>
        <p:nvSpPr>
          <p:cNvPr id="1169" name="Google Shape;1169;p81"/>
          <p:cNvSpPr txBox="1"/>
          <p:nvPr/>
        </p:nvSpPr>
        <p:spPr>
          <a:xfrm>
            <a:off x="13908470" y="7496140"/>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Finance Operations</a:t>
            </a:r>
            <a:endParaRPr sz="1600"/>
          </a:p>
        </p:txBody>
      </p:sp>
      <p:sp>
        <p:nvSpPr>
          <p:cNvPr id="1170" name="Google Shape;1170;p81"/>
          <p:cNvSpPr txBox="1"/>
          <p:nvPr/>
        </p:nvSpPr>
        <p:spPr>
          <a:xfrm>
            <a:off x="13908470" y="7989077"/>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Treasury</a:t>
            </a:r>
            <a:endParaRPr sz="1600"/>
          </a:p>
        </p:txBody>
      </p:sp>
      <p:sp>
        <p:nvSpPr>
          <p:cNvPr id="1171" name="Google Shape;1171;p81"/>
          <p:cNvSpPr txBox="1"/>
          <p:nvPr/>
        </p:nvSpPr>
        <p:spPr>
          <a:xfrm>
            <a:off x="13908470" y="8517473"/>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Management and Board Reporting Generation</a:t>
            </a:r>
            <a:endParaRPr sz="1600"/>
          </a:p>
        </p:txBody>
      </p:sp>
      <p:sp>
        <p:nvSpPr>
          <p:cNvPr id="1172" name="Google Shape;1172;p81"/>
          <p:cNvSpPr txBox="1"/>
          <p:nvPr/>
        </p:nvSpPr>
        <p:spPr>
          <a:xfrm>
            <a:off x="13908470" y="9025125"/>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Litigation &amp; I</a:t>
            </a:r>
            <a:r>
              <a:rPr lang="en" sz="900" b="1">
                <a:solidFill>
                  <a:srgbClr val="066AFE"/>
                </a:solidFill>
                <a:latin typeface="Salesforce Sans"/>
                <a:ea typeface="Salesforce Sans"/>
                <a:cs typeface="Salesforce Sans"/>
                <a:sym typeface="Salesforce Sans"/>
              </a:rPr>
              <a:t>P</a:t>
            </a:r>
            <a:r>
              <a:rPr lang="en" sz="900" b="1" i="0" u="none" strike="noStrike" cap="none">
                <a:solidFill>
                  <a:srgbClr val="066AFE"/>
                </a:solidFill>
                <a:latin typeface="Salesforce Sans"/>
                <a:ea typeface="Salesforce Sans"/>
                <a:cs typeface="Salesforce Sans"/>
                <a:sym typeface="Salesforce Sans"/>
              </a:rPr>
              <a:t> Protection </a:t>
            </a:r>
            <a:endParaRPr sz="1600"/>
          </a:p>
        </p:txBody>
      </p:sp>
      <p:sp>
        <p:nvSpPr>
          <p:cNvPr id="1173" name="Google Shape;1173;p81"/>
          <p:cNvSpPr/>
          <p:nvPr/>
        </p:nvSpPr>
        <p:spPr>
          <a:xfrm>
            <a:off x="15280837" y="553428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74" name="Google Shape;1174;p81"/>
          <p:cNvSpPr/>
          <p:nvPr/>
        </p:nvSpPr>
        <p:spPr>
          <a:xfrm>
            <a:off x="15280837" y="577101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75" name="Google Shape;1175;p81"/>
          <p:cNvSpPr/>
          <p:nvPr/>
        </p:nvSpPr>
        <p:spPr>
          <a:xfrm>
            <a:off x="15280837" y="727620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76" name="Google Shape;1176;p81"/>
          <p:cNvSpPr/>
          <p:nvPr/>
        </p:nvSpPr>
        <p:spPr>
          <a:xfrm>
            <a:off x="15280837" y="739424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77" name="Google Shape;1177;p81"/>
          <p:cNvSpPr txBox="1"/>
          <p:nvPr/>
        </p:nvSpPr>
        <p:spPr>
          <a:xfrm>
            <a:off x="13913125" y="8250368"/>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Tax And Compliance</a:t>
            </a:r>
            <a:endParaRPr sz="1600"/>
          </a:p>
        </p:txBody>
      </p:sp>
      <p:sp>
        <p:nvSpPr>
          <p:cNvPr id="1178" name="Google Shape;1178;p81"/>
          <p:cNvSpPr/>
          <p:nvPr/>
        </p:nvSpPr>
        <p:spPr>
          <a:xfrm>
            <a:off x="15280837" y="856454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179" name="Google Shape;1179;p81"/>
          <p:cNvSpPr txBox="1"/>
          <p:nvPr/>
        </p:nvSpPr>
        <p:spPr>
          <a:xfrm>
            <a:off x="15455001" y="194870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Workflow Digitization </a:t>
            </a:r>
            <a:endParaRPr sz="800"/>
          </a:p>
        </p:txBody>
      </p:sp>
      <p:sp>
        <p:nvSpPr>
          <p:cNvPr id="1180" name="Google Shape;1180;p81"/>
          <p:cNvSpPr txBox="1"/>
          <p:nvPr/>
        </p:nvSpPr>
        <p:spPr>
          <a:xfrm>
            <a:off x="15455001" y="221841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Workforce Of Future And Skills Assessment </a:t>
            </a:r>
            <a:endParaRPr sz="800"/>
          </a:p>
        </p:txBody>
      </p:sp>
      <p:sp>
        <p:nvSpPr>
          <p:cNvPr id="1181" name="Google Shape;1181;p81"/>
          <p:cNvSpPr txBox="1"/>
          <p:nvPr/>
        </p:nvSpPr>
        <p:spPr>
          <a:xfrm>
            <a:off x="15455001" y="207879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SOP And Record Management  </a:t>
            </a:r>
            <a:endParaRPr sz="800"/>
          </a:p>
        </p:txBody>
      </p:sp>
      <p:sp>
        <p:nvSpPr>
          <p:cNvPr id="1182" name="Google Shape;1182;p81"/>
          <p:cNvSpPr txBox="1"/>
          <p:nvPr/>
        </p:nvSpPr>
        <p:spPr>
          <a:xfrm>
            <a:off x="15455001" y="233898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Workforce Planning  </a:t>
            </a:r>
            <a:endParaRPr sz="800"/>
          </a:p>
        </p:txBody>
      </p:sp>
      <p:sp>
        <p:nvSpPr>
          <p:cNvPr id="1183" name="Google Shape;1183;p81"/>
          <p:cNvSpPr txBox="1"/>
          <p:nvPr/>
        </p:nvSpPr>
        <p:spPr>
          <a:xfrm>
            <a:off x="15455001" y="321154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Content Design &amp; Delivery </a:t>
            </a:r>
            <a:endParaRPr sz="800"/>
          </a:p>
        </p:txBody>
      </p:sp>
      <p:sp>
        <p:nvSpPr>
          <p:cNvPr id="1184" name="Google Shape;1184;p81"/>
          <p:cNvSpPr txBox="1"/>
          <p:nvPr/>
        </p:nvSpPr>
        <p:spPr>
          <a:xfrm>
            <a:off x="15455001" y="333211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Performance Management </a:t>
            </a:r>
            <a:endParaRPr sz="800"/>
          </a:p>
        </p:txBody>
      </p:sp>
      <p:sp>
        <p:nvSpPr>
          <p:cNvPr id="1185" name="Google Shape;1185;p81"/>
          <p:cNvSpPr txBox="1"/>
          <p:nvPr/>
        </p:nvSpPr>
        <p:spPr>
          <a:xfrm>
            <a:off x="15455001" y="245955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People Measurement &amp; Reporting </a:t>
            </a:r>
            <a:endParaRPr sz="800"/>
          </a:p>
        </p:txBody>
      </p:sp>
      <p:sp>
        <p:nvSpPr>
          <p:cNvPr id="1186" name="Google Shape;1186;p81"/>
          <p:cNvSpPr txBox="1"/>
          <p:nvPr/>
        </p:nvSpPr>
        <p:spPr>
          <a:xfrm>
            <a:off x="15455001" y="259917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Sourcing Strategy Development </a:t>
            </a:r>
            <a:endParaRPr sz="800"/>
          </a:p>
        </p:txBody>
      </p:sp>
      <p:sp>
        <p:nvSpPr>
          <p:cNvPr id="1187" name="Google Shape;1187;p81"/>
          <p:cNvSpPr txBox="1"/>
          <p:nvPr/>
        </p:nvSpPr>
        <p:spPr>
          <a:xfrm>
            <a:off x="15455001" y="271974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Outreach </a:t>
            </a:r>
            <a:endParaRPr sz="800"/>
          </a:p>
        </p:txBody>
      </p:sp>
      <p:sp>
        <p:nvSpPr>
          <p:cNvPr id="1188" name="Google Shape;1188;p81"/>
          <p:cNvSpPr txBox="1"/>
          <p:nvPr/>
        </p:nvSpPr>
        <p:spPr>
          <a:xfrm>
            <a:off x="15455001" y="284031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Coaching</a:t>
            </a:r>
            <a:endParaRPr sz="800"/>
          </a:p>
        </p:txBody>
      </p:sp>
      <p:sp>
        <p:nvSpPr>
          <p:cNvPr id="1189" name="Google Shape;1189;p81"/>
          <p:cNvSpPr txBox="1"/>
          <p:nvPr/>
        </p:nvSpPr>
        <p:spPr>
          <a:xfrm>
            <a:off x="15455001" y="296088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Onboarding </a:t>
            </a:r>
            <a:endParaRPr sz="800"/>
          </a:p>
        </p:txBody>
      </p:sp>
      <p:sp>
        <p:nvSpPr>
          <p:cNvPr id="1190" name="Google Shape;1190;p81"/>
          <p:cNvSpPr txBox="1"/>
          <p:nvPr/>
        </p:nvSpPr>
        <p:spPr>
          <a:xfrm>
            <a:off x="15455001" y="347173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Compensation &amp; Benefit Creation &amp; Delivery </a:t>
            </a:r>
            <a:endParaRPr sz="800"/>
          </a:p>
        </p:txBody>
      </p:sp>
      <p:sp>
        <p:nvSpPr>
          <p:cNvPr id="1191" name="Google Shape;1191;p81"/>
          <p:cNvSpPr txBox="1"/>
          <p:nvPr/>
        </p:nvSpPr>
        <p:spPr>
          <a:xfrm>
            <a:off x="15455001" y="371287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Payroll &amp; Vacation Monitoring </a:t>
            </a:r>
            <a:endParaRPr sz="800"/>
          </a:p>
        </p:txBody>
      </p:sp>
      <p:sp>
        <p:nvSpPr>
          <p:cNvPr id="1192" name="Google Shape;1192;p81"/>
          <p:cNvSpPr txBox="1"/>
          <p:nvPr/>
        </p:nvSpPr>
        <p:spPr>
          <a:xfrm>
            <a:off x="15455001" y="359230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Experience &amp; Health Monitoring </a:t>
            </a:r>
            <a:endParaRPr sz="800"/>
          </a:p>
        </p:txBody>
      </p:sp>
      <p:sp>
        <p:nvSpPr>
          <p:cNvPr id="1193" name="Google Shape;1193;p81"/>
          <p:cNvSpPr txBox="1"/>
          <p:nvPr/>
        </p:nvSpPr>
        <p:spPr>
          <a:xfrm>
            <a:off x="15455001" y="383344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Compliance &amp; Labour Relations Monitoring </a:t>
            </a:r>
            <a:endParaRPr sz="800"/>
          </a:p>
        </p:txBody>
      </p:sp>
      <p:sp>
        <p:nvSpPr>
          <p:cNvPr id="1194" name="Google Shape;1194;p81"/>
          <p:cNvSpPr txBox="1"/>
          <p:nvPr/>
        </p:nvSpPr>
        <p:spPr>
          <a:xfrm>
            <a:off x="15455001" y="309097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Career Path Design </a:t>
            </a:r>
            <a:endParaRPr sz="800"/>
          </a:p>
        </p:txBody>
      </p:sp>
      <p:sp>
        <p:nvSpPr>
          <p:cNvPr id="1195" name="Google Shape;1195;p81"/>
          <p:cNvSpPr txBox="1"/>
          <p:nvPr/>
        </p:nvSpPr>
        <p:spPr>
          <a:xfrm>
            <a:off x="15455001" y="409363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Resolution &amp; Troubleshooting </a:t>
            </a:r>
            <a:endParaRPr sz="800"/>
          </a:p>
        </p:txBody>
      </p:sp>
      <p:sp>
        <p:nvSpPr>
          <p:cNvPr id="1196" name="Google Shape;1196;p81"/>
          <p:cNvSpPr txBox="1"/>
          <p:nvPr/>
        </p:nvSpPr>
        <p:spPr>
          <a:xfrm>
            <a:off x="15455001" y="421420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Knowledge Base Updates &amp; Content Creation </a:t>
            </a:r>
            <a:endParaRPr sz="800"/>
          </a:p>
        </p:txBody>
      </p:sp>
      <p:sp>
        <p:nvSpPr>
          <p:cNvPr id="1197" name="Google Shape;1197;p81"/>
          <p:cNvSpPr txBox="1"/>
          <p:nvPr/>
        </p:nvSpPr>
        <p:spPr>
          <a:xfrm>
            <a:off x="15455001" y="447439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Incident Response </a:t>
            </a:r>
            <a:endParaRPr sz="800"/>
          </a:p>
        </p:txBody>
      </p:sp>
      <p:sp>
        <p:nvSpPr>
          <p:cNvPr id="1198" name="Google Shape;1198;p81"/>
          <p:cNvSpPr txBox="1"/>
          <p:nvPr/>
        </p:nvSpPr>
        <p:spPr>
          <a:xfrm>
            <a:off x="15455001" y="473458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Asset &amp; Infra Lifecycle Management </a:t>
            </a:r>
            <a:endParaRPr sz="800"/>
          </a:p>
        </p:txBody>
      </p:sp>
      <p:sp>
        <p:nvSpPr>
          <p:cNvPr id="1199" name="Google Shape;1199;p81"/>
          <p:cNvSpPr txBox="1"/>
          <p:nvPr/>
        </p:nvSpPr>
        <p:spPr>
          <a:xfrm>
            <a:off x="15455001" y="485514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Development </a:t>
            </a:r>
            <a:endParaRPr sz="800"/>
          </a:p>
        </p:txBody>
      </p:sp>
      <p:sp>
        <p:nvSpPr>
          <p:cNvPr id="1200" name="Google Shape;1200;p81"/>
          <p:cNvSpPr txBox="1"/>
          <p:nvPr/>
        </p:nvSpPr>
        <p:spPr>
          <a:xfrm>
            <a:off x="15455001" y="459496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Access &amp; Security Policy Creation </a:t>
            </a:r>
            <a:endParaRPr sz="800"/>
          </a:p>
        </p:txBody>
      </p:sp>
      <p:sp>
        <p:nvSpPr>
          <p:cNvPr id="1201" name="Google Shape;1201;p81"/>
          <p:cNvSpPr txBox="1"/>
          <p:nvPr/>
        </p:nvSpPr>
        <p:spPr>
          <a:xfrm>
            <a:off x="15455001" y="549609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Demand Forecasting </a:t>
            </a:r>
            <a:endParaRPr sz="800"/>
          </a:p>
        </p:txBody>
      </p:sp>
      <p:sp>
        <p:nvSpPr>
          <p:cNvPr id="1202" name="Google Shape;1202;p81"/>
          <p:cNvSpPr txBox="1"/>
          <p:nvPr/>
        </p:nvSpPr>
        <p:spPr>
          <a:xfrm>
            <a:off x="15455001" y="523590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Patient Flow </a:t>
            </a:r>
            <a:endParaRPr sz="800"/>
          </a:p>
        </p:txBody>
      </p:sp>
      <p:sp>
        <p:nvSpPr>
          <p:cNvPr id="1203" name="Google Shape;1203;p81"/>
          <p:cNvSpPr txBox="1"/>
          <p:nvPr/>
        </p:nvSpPr>
        <p:spPr>
          <a:xfrm>
            <a:off x="15455001" y="573723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VBC Outcome Tracking </a:t>
            </a:r>
            <a:endParaRPr sz="800"/>
          </a:p>
        </p:txBody>
      </p:sp>
      <p:sp>
        <p:nvSpPr>
          <p:cNvPr id="1204" name="Google Shape;1204;p81"/>
          <p:cNvSpPr txBox="1"/>
          <p:nvPr/>
        </p:nvSpPr>
        <p:spPr>
          <a:xfrm>
            <a:off x="15455001" y="561666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OR Optimization </a:t>
            </a:r>
            <a:endParaRPr sz="800"/>
          </a:p>
        </p:txBody>
      </p:sp>
      <p:sp>
        <p:nvSpPr>
          <p:cNvPr id="1205" name="Google Shape;1205;p81"/>
          <p:cNvSpPr txBox="1"/>
          <p:nvPr/>
        </p:nvSpPr>
        <p:spPr>
          <a:xfrm>
            <a:off x="15455001" y="673989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Payment Processing </a:t>
            </a:r>
            <a:endParaRPr sz="800"/>
          </a:p>
        </p:txBody>
      </p:sp>
      <p:sp>
        <p:nvSpPr>
          <p:cNvPr id="1206" name="Google Shape;1206;p81"/>
          <p:cNvSpPr txBox="1"/>
          <p:nvPr/>
        </p:nvSpPr>
        <p:spPr>
          <a:xfrm>
            <a:off x="15455001" y="686046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 Analysis &amp; Reporting </a:t>
            </a:r>
            <a:endParaRPr sz="800"/>
          </a:p>
        </p:txBody>
      </p:sp>
      <p:sp>
        <p:nvSpPr>
          <p:cNvPr id="1207" name="Google Shape;1207;p81"/>
          <p:cNvSpPr txBox="1"/>
          <p:nvPr/>
        </p:nvSpPr>
        <p:spPr>
          <a:xfrm>
            <a:off x="15455001" y="497571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Testing </a:t>
            </a:r>
            <a:endParaRPr sz="800"/>
          </a:p>
        </p:txBody>
      </p:sp>
      <p:sp>
        <p:nvSpPr>
          <p:cNvPr id="1208" name="Google Shape;1208;p81"/>
          <p:cNvSpPr txBox="1"/>
          <p:nvPr/>
        </p:nvSpPr>
        <p:spPr>
          <a:xfrm>
            <a:off x="15455001" y="535647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Asset Lifecycle </a:t>
            </a:r>
            <a:endParaRPr sz="800"/>
          </a:p>
        </p:txBody>
      </p:sp>
      <p:sp>
        <p:nvSpPr>
          <p:cNvPr id="1209" name="Google Shape;1209;p81"/>
          <p:cNvSpPr txBox="1"/>
          <p:nvPr/>
        </p:nvSpPr>
        <p:spPr>
          <a:xfrm>
            <a:off x="15455001" y="599742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 Adjudication </a:t>
            </a:r>
            <a:endParaRPr sz="800"/>
          </a:p>
        </p:txBody>
      </p:sp>
      <p:sp>
        <p:nvSpPr>
          <p:cNvPr id="1210" name="Google Shape;1210;p81"/>
          <p:cNvSpPr txBox="1"/>
          <p:nvPr/>
        </p:nvSpPr>
        <p:spPr>
          <a:xfrm>
            <a:off x="15455001" y="611799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 Distribution </a:t>
            </a:r>
            <a:endParaRPr sz="800"/>
          </a:p>
        </p:txBody>
      </p:sp>
      <p:sp>
        <p:nvSpPr>
          <p:cNvPr id="1211" name="Google Shape;1211;p81"/>
          <p:cNvSpPr txBox="1"/>
          <p:nvPr/>
        </p:nvSpPr>
        <p:spPr>
          <a:xfrm>
            <a:off x="15455001" y="623856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Submission Processing </a:t>
            </a:r>
            <a:endParaRPr sz="800"/>
          </a:p>
        </p:txBody>
      </p:sp>
      <p:sp>
        <p:nvSpPr>
          <p:cNvPr id="1212" name="Google Shape;1212;p81"/>
          <p:cNvSpPr txBox="1"/>
          <p:nvPr/>
        </p:nvSpPr>
        <p:spPr>
          <a:xfrm>
            <a:off x="15455001" y="635913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Summary</a:t>
            </a:r>
            <a:endParaRPr sz="800"/>
          </a:p>
        </p:txBody>
      </p:sp>
      <p:sp>
        <p:nvSpPr>
          <p:cNvPr id="1213" name="Google Shape;1213;p81"/>
          <p:cNvSpPr txBox="1"/>
          <p:nvPr/>
        </p:nvSpPr>
        <p:spPr>
          <a:xfrm>
            <a:off x="15455001" y="649875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Billing Management </a:t>
            </a:r>
            <a:endParaRPr sz="800"/>
          </a:p>
        </p:txBody>
      </p:sp>
      <p:sp>
        <p:nvSpPr>
          <p:cNvPr id="1214" name="Google Shape;1214;p81"/>
          <p:cNvSpPr txBox="1"/>
          <p:nvPr/>
        </p:nvSpPr>
        <p:spPr>
          <a:xfrm>
            <a:off x="15455001" y="698103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Accounts Receivable </a:t>
            </a:r>
            <a:endParaRPr sz="800"/>
          </a:p>
        </p:txBody>
      </p:sp>
      <p:sp>
        <p:nvSpPr>
          <p:cNvPr id="1215" name="Google Shape;1215;p81"/>
          <p:cNvSpPr txBox="1"/>
          <p:nvPr/>
        </p:nvSpPr>
        <p:spPr>
          <a:xfrm>
            <a:off x="15455001" y="661932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Billing &amp; Invoicing </a:t>
            </a:r>
            <a:endParaRPr sz="800"/>
          </a:p>
        </p:txBody>
      </p:sp>
      <p:sp>
        <p:nvSpPr>
          <p:cNvPr id="1216" name="Google Shape;1216;p81"/>
          <p:cNvSpPr txBox="1"/>
          <p:nvPr/>
        </p:nvSpPr>
        <p:spPr>
          <a:xfrm>
            <a:off x="15455001" y="735637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Performance Management &amp; KPI Monitoring </a:t>
            </a:r>
            <a:endParaRPr sz="800"/>
          </a:p>
        </p:txBody>
      </p:sp>
      <p:sp>
        <p:nvSpPr>
          <p:cNvPr id="1217" name="Google Shape;1217;p81"/>
          <p:cNvSpPr txBox="1"/>
          <p:nvPr/>
        </p:nvSpPr>
        <p:spPr>
          <a:xfrm>
            <a:off x="15455001" y="712065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Long-Term &amp; Annual Budgeting </a:t>
            </a:r>
            <a:endParaRPr sz="800"/>
          </a:p>
        </p:txBody>
      </p:sp>
      <p:sp>
        <p:nvSpPr>
          <p:cNvPr id="1218" name="Google Shape;1218;p81"/>
          <p:cNvSpPr txBox="1"/>
          <p:nvPr/>
        </p:nvSpPr>
        <p:spPr>
          <a:xfrm>
            <a:off x="15455001" y="724122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Financial Forecasting &amp; Scenario Modeling </a:t>
            </a:r>
            <a:endParaRPr sz="800"/>
          </a:p>
        </p:txBody>
      </p:sp>
      <p:sp>
        <p:nvSpPr>
          <p:cNvPr id="1219" name="Google Shape;1219;p81"/>
          <p:cNvSpPr txBox="1"/>
          <p:nvPr/>
        </p:nvSpPr>
        <p:spPr>
          <a:xfrm>
            <a:off x="15455001" y="762197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Quote-To-Cash Management</a:t>
            </a:r>
            <a:endParaRPr sz="800"/>
          </a:p>
        </p:txBody>
      </p:sp>
      <p:sp>
        <p:nvSpPr>
          <p:cNvPr id="1220" name="Google Shape;1220;p81"/>
          <p:cNvSpPr txBox="1"/>
          <p:nvPr/>
        </p:nvSpPr>
        <p:spPr>
          <a:xfrm>
            <a:off x="15455001" y="774254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Procurement &amp; Vendor Management </a:t>
            </a:r>
            <a:endParaRPr sz="800"/>
          </a:p>
        </p:txBody>
      </p:sp>
      <p:sp>
        <p:nvSpPr>
          <p:cNvPr id="1221" name="Google Shape;1221;p81"/>
          <p:cNvSpPr txBox="1"/>
          <p:nvPr/>
        </p:nvSpPr>
        <p:spPr>
          <a:xfrm>
            <a:off x="15455001" y="786311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Accounting Reconciliation</a:t>
            </a:r>
            <a:endParaRPr sz="800"/>
          </a:p>
        </p:txBody>
      </p:sp>
      <p:sp>
        <p:nvSpPr>
          <p:cNvPr id="1222" name="Google Shape;1222;p81"/>
          <p:cNvSpPr txBox="1"/>
          <p:nvPr/>
        </p:nvSpPr>
        <p:spPr>
          <a:xfrm>
            <a:off x="15455001" y="826292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Tax Filing</a:t>
            </a:r>
            <a:endParaRPr sz="800"/>
          </a:p>
        </p:txBody>
      </p:sp>
      <p:sp>
        <p:nvSpPr>
          <p:cNvPr id="1223" name="Google Shape;1223;p81"/>
          <p:cNvSpPr txBox="1"/>
          <p:nvPr/>
        </p:nvSpPr>
        <p:spPr>
          <a:xfrm>
            <a:off x="15455001" y="852311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Analytics</a:t>
            </a:r>
            <a:endParaRPr sz="800"/>
          </a:p>
        </p:txBody>
      </p:sp>
      <p:sp>
        <p:nvSpPr>
          <p:cNvPr id="1224" name="Google Shape;1224;p81"/>
          <p:cNvSpPr txBox="1"/>
          <p:nvPr/>
        </p:nvSpPr>
        <p:spPr>
          <a:xfrm>
            <a:off x="15455001" y="864368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Presentation Creation</a:t>
            </a:r>
            <a:endParaRPr sz="800"/>
          </a:p>
        </p:txBody>
      </p:sp>
      <p:sp>
        <p:nvSpPr>
          <p:cNvPr id="1225" name="Google Shape;1225;p81"/>
          <p:cNvSpPr txBox="1"/>
          <p:nvPr/>
        </p:nvSpPr>
        <p:spPr>
          <a:xfrm>
            <a:off x="15455001" y="812330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Management</a:t>
            </a:r>
            <a:endParaRPr sz="800"/>
          </a:p>
        </p:txBody>
      </p:sp>
      <p:sp>
        <p:nvSpPr>
          <p:cNvPr id="1226" name="Google Shape;1226;p81"/>
          <p:cNvSpPr txBox="1"/>
          <p:nvPr/>
        </p:nvSpPr>
        <p:spPr>
          <a:xfrm>
            <a:off x="15455001" y="838349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Regulatory Reporting </a:t>
            </a:r>
            <a:endParaRPr sz="800"/>
          </a:p>
        </p:txBody>
      </p:sp>
      <p:sp>
        <p:nvSpPr>
          <p:cNvPr id="1227" name="Google Shape;1227;p81"/>
          <p:cNvSpPr txBox="1"/>
          <p:nvPr/>
        </p:nvSpPr>
        <p:spPr>
          <a:xfrm>
            <a:off x="15455001" y="750140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Transaction Monitoring</a:t>
            </a:r>
            <a:endParaRPr sz="800"/>
          </a:p>
        </p:txBody>
      </p:sp>
      <p:sp>
        <p:nvSpPr>
          <p:cNvPr id="1228" name="Google Shape;1228;p81"/>
          <p:cNvSpPr txBox="1"/>
          <p:nvPr/>
        </p:nvSpPr>
        <p:spPr>
          <a:xfrm>
            <a:off x="15455001" y="800273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Cash &amp; Liquidity Management</a:t>
            </a:r>
            <a:endParaRPr sz="800"/>
          </a:p>
        </p:txBody>
      </p:sp>
      <p:sp>
        <p:nvSpPr>
          <p:cNvPr id="1229" name="Google Shape;1229;p81"/>
          <p:cNvSpPr txBox="1"/>
          <p:nvPr/>
        </p:nvSpPr>
        <p:spPr>
          <a:xfrm>
            <a:off x="15455001" y="915152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IP Enforcement</a:t>
            </a:r>
            <a:endParaRPr sz="800"/>
          </a:p>
        </p:txBody>
      </p:sp>
      <p:sp>
        <p:nvSpPr>
          <p:cNvPr id="1230" name="Google Shape;1230;p81"/>
          <p:cNvSpPr txBox="1"/>
          <p:nvPr/>
        </p:nvSpPr>
        <p:spPr>
          <a:xfrm>
            <a:off x="15455001" y="903095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IP Registration </a:t>
            </a:r>
            <a:endParaRPr sz="800"/>
          </a:p>
        </p:txBody>
      </p:sp>
      <p:sp>
        <p:nvSpPr>
          <p:cNvPr id="1231" name="Google Shape;1231;p81"/>
          <p:cNvSpPr txBox="1"/>
          <p:nvPr/>
        </p:nvSpPr>
        <p:spPr>
          <a:xfrm>
            <a:off x="15455001" y="397306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Ticket Intake </a:t>
            </a:r>
            <a:endParaRPr sz="800"/>
          </a:p>
        </p:txBody>
      </p:sp>
      <p:sp>
        <p:nvSpPr>
          <p:cNvPr id="1232" name="Google Shape;1232;p81"/>
          <p:cNvSpPr txBox="1"/>
          <p:nvPr/>
        </p:nvSpPr>
        <p:spPr>
          <a:xfrm>
            <a:off x="15455001" y="435382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Threat Detection </a:t>
            </a:r>
            <a:endParaRPr sz="800"/>
          </a:p>
        </p:txBody>
      </p:sp>
      <p:sp>
        <p:nvSpPr>
          <p:cNvPr id="1233" name="Google Shape;1233;p81"/>
          <p:cNvSpPr txBox="1"/>
          <p:nvPr/>
        </p:nvSpPr>
        <p:spPr>
          <a:xfrm>
            <a:off x="15455001" y="511533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Capacity Management</a:t>
            </a:r>
            <a:endParaRPr sz="800"/>
          </a:p>
        </p:txBody>
      </p:sp>
      <p:sp>
        <p:nvSpPr>
          <p:cNvPr id="1234" name="Google Shape;1234;p81"/>
          <p:cNvSpPr txBox="1"/>
          <p:nvPr/>
        </p:nvSpPr>
        <p:spPr>
          <a:xfrm>
            <a:off x="15455001" y="587685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Pre-Processing </a:t>
            </a:r>
            <a:endParaRPr sz="800"/>
          </a:p>
        </p:txBody>
      </p:sp>
      <p:sp>
        <p:nvSpPr>
          <p:cNvPr id="1235" name="Google Shape;1235;p81"/>
          <p:cNvSpPr/>
          <p:nvPr/>
        </p:nvSpPr>
        <p:spPr>
          <a:xfrm>
            <a:off x="15280837" y="639103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236" name="Google Shape;1236;p81"/>
          <p:cNvSpPr/>
          <p:nvPr/>
        </p:nvSpPr>
        <p:spPr>
          <a:xfrm>
            <a:off x="15285490" y="778397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237" name="Google Shape;1237;p81"/>
          <p:cNvSpPr/>
          <p:nvPr/>
        </p:nvSpPr>
        <p:spPr>
          <a:xfrm>
            <a:off x="15285490" y="790126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238" name="Google Shape;1238;p81"/>
          <p:cNvSpPr txBox="1"/>
          <p:nvPr/>
        </p:nvSpPr>
        <p:spPr>
          <a:xfrm>
            <a:off x="12578375" y="9692475"/>
            <a:ext cx="50805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xmlns:ahyp="http://schemas.microsoft.com/office/drawing/2018/hyperlinkcolo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sp>
        <p:nvSpPr>
          <p:cNvPr id="1239" name="Google Shape;1239;p81"/>
          <p:cNvSpPr txBox="1"/>
          <p:nvPr/>
        </p:nvSpPr>
        <p:spPr>
          <a:xfrm>
            <a:off x="346500" y="381000"/>
            <a:ext cx="17595000" cy="90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1240" name="Google Shape;1240;p81"/>
          <p:cNvGrpSpPr/>
          <p:nvPr/>
        </p:nvGrpSpPr>
        <p:grpSpPr>
          <a:xfrm>
            <a:off x="5987400" y="1143000"/>
            <a:ext cx="6313200" cy="312153"/>
            <a:chOff x="18111450" y="1344920"/>
            <a:chExt cx="6313200" cy="312153"/>
          </a:xfrm>
        </p:grpSpPr>
        <p:sp>
          <p:nvSpPr>
            <p:cNvPr id="1241" name="Google Shape;1241;p81"/>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1242" name="Google Shape;1242;p81"/>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243" name="Google Shape;1243;p81"/>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244" name="Google Shape;1244;p81"/>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245" name="Google Shape;1245;p81"/>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246" name="Google Shape;1246;p81"/>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247" name="Google Shape;1247;p81"/>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248" name="Google Shape;1248;p81"/>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249" name="Google Shape;1249;p81"/>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matchingName="Industry_Provider">
  <p:cSld name="TITLE_AND_BODY_5_1_1">
    <p:spTree>
      <p:nvGrpSpPr>
        <p:cNvPr id="1" name="Shape 1250"/>
        <p:cNvGrpSpPr/>
        <p:nvPr/>
      </p:nvGrpSpPr>
      <p:grpSpPr>
        <a:xfrm>
          <a:off x="0" y="0"/>
          <a:ext cx="0" cy="0"/>
          <a:chOff x="0" y="0"/>
          <a:chExt cx="0" cy="0"/>
        </a:xfrm>
      </p:grpSpPr>
      <p:sp>
        <p:nvSpPr>
          <p:cNvPr id="1251" name="Google Shape;1251;p82"/>
          <p:cNvSpPr txBox="1"/>
          <p:nvPr/>
        </p:nvSpPr>
        <p:spPr>
          <a:xfrm>
            <a:off x="849750" y="381000"/>
            <a:ext cx="16588500" cy="90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1252" name="Google Shape;1252;p82"/>
          <p:cNvSpPr txBox="1"/>
          <p:nvPr/>
        </p:nvSpPr>
        <p:spPr>
          <a:xfrm>
            <a:off x="12643350" y="9693275"/>
            <a:ext cx="5445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xmlns:ahyp="http://schemas.microsoft.com/office/drawing/2018/hyperlinkcolo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a:latin typeface="Salesforce Sans"/>
              <a:ea typeface="Salesforce Sans"/>
              <a:cs typeface="Salesforce Sans"/>
              <a:sym typeface="Salesforce Sans"/>
            </a:endParaRPr>
          </a:p>
        </p:txBody>
      </p:sp>
      <p:sp>
        <p:nvSpPr>
          <p:cNvPr id="1253" name="Google Shape;1253;p82"/>
          <p:cNvSpPr txBox="1"/>
          <p:nvPr/>
        </p:nvSpPr>
        <p:spPr>
          <a:xfrm>
            <a:off x="3820748" y="340553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Lead Identification </a:t>
            </a:r>
            <a:endParaRPr sz="800" i="0" u="none" strike="noStrike" cap="none">
              <a:latin typeface="Salesforce Sans"/>
              <a:ea typeface="Salesforce Sans"/>
              <a:cs typeface="Salesforce Sans"/>
              <a:sym typeface="Salesforce Sans"/>
            </a:endParaRPr>
          </a:p>
        </p:txBody>
      </p:sp>
      <p:sp>
        <p:nvSpPr>
          <p:cNvPr id="1254" name="Google Shape;1254;p82"/>
          <p:cNvSpPr/>
          <p:nvPr/>
        </p:nvSpPr>
        <p:spPr>
          <a:xfrm>
            <a:off x="3663735" y="608618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55" name="Google Shape;1255;p82"/>
          <p:cNvSpPr txBox="1"/>
          <p:nvPr/>
        </p:nvSpPr>
        <p:spPr>
          <a:xfrm>
            <a:off x="3820748" y="606428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sz="800" i="0" u="none" strike="noStrike" cap="none">
              <a:latin typeface="Salesforce Sans"/>
              <a:ea typeface="Salesforce Sans"/>
              <a:cs typeface="Salesforce Sans"/>
              <a:sym typeface="Salesforce Sans"/>
            </a:endParaRPr>
          </a:p>
        </p:txBody>
      </p:sp>
      <p:sp>
        <p:nvSpPr>
          <p:cNvPr id="1256" name="Google Shape;1256;p82"/>
          <p:cNvSpPr/>
          <p:nvPr/>
        </p:nvSpPr>
        <p:spPr>
          <a:xfrm>
            <a:off x="3663735" y="6637444"/>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57" name="Google Shape;1257;p82"/>
          <p:cNvSpPr txBox="1"/>
          <p:nvPr/>
        </p:nvSpPr>
        <p:spPr>
          <a:xfrm>
            <a:off x="3820748" y="661554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sz="800" i="0" u="none" strike="noStrike" cap="none">
              <a:latin typeface="Salesforce Sans"/>
              <a:ea typeface="Salesforce Sans"/>
              <a:cs typeface="Salesforce Sans"/>
              <a:sym typeface="Salesforce Sans"/>
            </a:endParaRPr>
          </a:p>
        </p:txBody>
      </p:sp>
      <p:sp>
        <p:nvSpPr>
          <p:cNvPr id="1258" name="Google Shape;1258;p82"/>
          <p:cNvSpPr/>
          <p:nvPr/>
        </p:nvSpPr>
        <p:spPr>
          <a:xfrm>
            <a:off x="3663735" y="718508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59" name="Google Shape;1259;p82"/>
          <p:cNvSpPr txBox="1"/>
          <p:nvPr/>
        </p:nvSpPr>
        <p:spPr>
          <a:xfrm>
            <a:off x="3820748" y="716318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sz="800" i="0" u="none" strike="noStrike" cap="none">
              <a:latin typeface="Salesforce Sans"/>
              <a:ea typeface="Salesforce Sans"/>
              <a:cs typeface="Salesforce Sans"/>
              <a:sym typeface="Salesforce Sans"/>
            </a:endParaRPr>
          </a:p>
        </p:txBody>
      </p:sp>
      <p:sp>
        <p:nvSpPr>
          <p:cNvPr id="1260" name="Google Shape;1260;p82"/>
          <p:cNvSpPr/>
          <p:nvPr/>
        </p:nvSpPr>
        <p:spPr>
          <a:xfrm>
            <a:off x="3663735" y="734242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61" name="Google Shape;1261;p82"/>
          <p:cNvSpPr txBox="1"/>
          <p:nvPr/>
        </p:nvSpPr>
        <p:spPr>
          <a:xfrm>
            <a:off x="3820748" y="732052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sz="800" i="0" u="none" strike="noStrike" cap="none">
              <a:latin typeface="Salesforce Sans"/>
              <a:ea typeface="Salesforce Sans"/>
              <a:cs typeface="Salesforce Sans"/>
              <a:sym typeface="Salesforce Sans"/>
            </a:endParaRPr>
          </a:p>
        </p:txBody>
      </p:sp>
      <p:sp>
        <p:nvSpPr>
          <p:cNvPr id="1262" name="Google Shape;1262;p82"/>
          <p:cNvSpPr/>
          <p:nvPr/>
        </p:nvSpPr>
        <p:spPr>
          <a:xfrm>
            <a:off x="3663735" y="7494869"/>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63" name="Google Shape;1263;p82"/>
          <p:cNvSpPr txBox="1"/>
          <p:nvPr/>
        </p:nvSpPr>
        <p:spPr>
          <a:xfrm>
            <a:off x="3820748" y="747296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sz="800" i="0" u="none" strike="noStrike" cap="none">
              <a:latin typeface="Salesforce Sans"/>
              <a:ea typeface="Salesforce Sans"/>
              <a:cs typeface="Salesforce Sans"/>
              <a:sym typeface="Salesforce Sans"/>
            </a:endParaRPr>
          </a:p>
        </p:txBody>
      </p:sp>
      <p:sp>
        <p:nvSpPr>
          <p:cNvPr id="1264" name="Google Shape;1264;p82"/>
          <p:cNvSpPr txBox="1"/>
          <p:nvPr/>
        </p:nvSpPr>
        <p:spPr>
          <a:xfrm>
            <a:off x="3820748" y="76352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Registry Curation (Disease, Donor) </a:t>
            </a:r>
            <a:endParaRPr sz="800" i="0" u="none" strike="noStrike" cap="none">
              <a:latin typeface="Salesforce Sans"/>
              <a:ea typeface="Salesforce Sans"/>
              <a:cs typeface="Salesforce Sans"/>
              <a:sym typeface="Salesforce Sans"/>
            </a:endParaRPr>
          </a:p>
        </p:txBody>
      </p:sp>
      <p:sp>
        <p:nvSpPr>
          <p:cNvPr id="1265" name="Google Shape;1265;p82"/>
          <p:cNvSpPr txBox="1"/>
          <p:nvPr/>
        </p:nvSpPr>
        <p:spPr>
          <a:xfrm>
            <a:off x="3820748" y="779254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Risk Management </a:t>
            </a:r>
            <a:endParaRPr sz="800" i="0" u="none" strike="noStrike" cap="none">
              <a:latin typeface="Salesforce Sans"/>
              <a:ea typeface="Salesforce Sans"/>
              <a:cs typeface="Salesforce Sans"/>
              <a:sym typeface="Salesforce Sans"/>
            </a:endParaRPr>
          </a:p>
        </p:txBody>
      </p:sp>
      <p:sp>
        <p:nvSpPr>
          <p:cNvPr id="1266" name="Google Shape;1266;p82"/>
          <p:cNvSpPr txBox="1"/>
          <p:nvPr/>
        </p:nvSpPr>
        <p:spPr>
          <a:xfrm>
            <a:off x="3820748" y="79498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lang="en" sz="800" i="0" u="none" strike="noStrike" cap="none">
                <a:latin typeface="Salesforce Sans"/>
                <a:ea typeface="Salesforce Sans"/>
                <a:cs typeface="Salesforce Sans"/>
                <a:sym typeface="Salesforce Sans"/>
              </a:rPr>
              <a:t> Surveillance </a:t>
            </a:r>
            <a:endParaRPr sz="800" i="0" u="none" strike="noStrike" cap="none">
              <a:latin typeface="Salesforce Sans"/>
              <a:ea typeface="Salesforce Sans"/>
              <a:cs typeface="Salesforce Sans"/>
              <a:sym typeface="Salesforce Sans"/>
            </a:endParaRPr>
          </a:p>
        </p:txBody>
      </p:sp>
      <p:sp>
        <p:nvSpPr>
          <p:cNvPr id="1267" name="Google Shape;1267;p82"/>
          <p:cNvSpPr txBox="1"/>
          <p:nvPr/>
        </p:nvSpPr>
        <p:spPr>
          <a:xfrm>
            <a:off x="3820748" y="810722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Attribution Modeling &amp; Management </a:t>
            </a:r>
            <a:endParaRPr sz="800" i="0" u="none" strike="noStrike" cap="none">
              <a:latin typeface="Salesforce Sans"/>
              <a:ea typeface="Salesforce Sans"/>
              <a:cs typeface="Salesforce Sans"/>
              <a:sym typeface="Salesforce Sans"/>
            </a:endParaRPr>
          </a:p>
        </p:txBody>
      </p:sp>
      <p:sp>
        <p:nvSpPr>
          <p:cNvPr id="1268" name="Google Shape;1268;p82"/>
          <p:cNvSpPr txBox="1"/>
          <p:nvPr/>
        </p:nvSpPr>
        <p:spPr>
          <a:xfrm>
            <a:off x="3820748" y="826456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Health Analytics </a:t>
            </a:r>
            <a:endParaRPr sz="800" i="0" u="none" strike="noStrike" cap="none">
              <a:latin typeface="Salesforce Sans"/>
              <a:ea typeface="Salesforce Sans"/>
              <a:cs typeface="Salesforce Sans"/>
              <a:sym typeface="Salesforce Sans"/>
            </a:endParaRPr>
          </a:p>
        </p:txBody>
      </p:sp>
      <p:sp>
        <p:nvSpPr>
          <p:cNvPr id="1269" name="Google Shape;1269;p82"/>
          <p:cNvSpPr txBox="1"/>
          <p:nvPr/>
        </p:nvSpPr>
        <p:spPr>
          <a:xfrm>
            <a:off x="3820748" y="842190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Health Program Management </a:t>
            </a:r>
            <a:endParaRPr sz="800" i="0" u="none" strike="noStrike" cap="none">
              <a:latin typeface="Salesforce Sans"/>
              <a:ea typeface="Salesforce Sans"/>
              <a:cs typeface="Salesforce Sans"/>
              <a:sym typeface="Salesforce Sans"/>
            </a:endParaRPr>
          </a:p>
        </p:txBody>
      </p:sp>
      <p:sp>
        <p:nvSpPr>
          <p:cNvPr id="1270" name="Google Shape;1270;p82"/>
          <p:cNvSpPr/>
          <p:nvPr/>
        </p:nvSpPr>
        <p:spPr>
          <a:xfrm>
            <a:off x="2362728" y="2998465"/>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Event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1271" name="Google Shape;1271;p82"/>
          <p:cNvSpPr/>
          <p:nvPr/>
        </p:nvSpPr>
        <p:spPr>
          <a:xfrm>
            <a:off x="2362728" y="3424867"/>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Customer Lifecycle and Conversion</a:t>
            </a:r>
            <a:endParaRPr sz="900" b="1" i="0" u="none" strike="noStrike" cap="none">
              <a:solidFill>
                <a:srgbClr val="066AFE"/>
              </a:solidFill>
              <a:latin typeface="Salesforce Sans"/>
              <a:ea typeface="Salesforce Sans"/>
              <a:cs typeface="Salesforce Sans"/>
              <a:sym typeface="Salesforce Sans"/>
            </a:endParaRPr>
          </a:p>
        </p:txBody>
      </p:sp>
      <p:sp>
        <p:nvSpPr>
          <p:cNvPr id="1272" name="Google Shape;1272;p82"/>
          <p:cNvSpPr/>
          <p:nvPr/>
        </p:nvSpPr>
        <p:spPr>
          <a:xfrm>
            <a:off x="2362728" y="3822065"/>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External Stakeholder Engagement</a:t>
            </a:r>
            <a:endParaRPr sz="900" b="1" i="0" u="none" strike="noStrike" cap="none">
              <a:solidFill>
                <a:srgbClr val="066AFE"/>
              </a:solidFill>
              <a:latin typeface="Salesforce Sans"/>
              <a:ea typeface="Salesforce Sans"/>
              <a:cs typeface="Salesforce Sans"/>
              <a:sym typeface="Salesforce Sans"/>
            </a:endParaRPr>
          </a:p>
        </p:txBody>
      </p:sp>
      <p:sp>
        <p:nvSpPr>
          <p:cNvPr id="1273" name="Google Shape;1273;p82"/>
          <p:cNvSpPr/>
          <p:nvPr/>
        </p:nvSpPr>
        <p:spPr>
          <a:xfrm>
            <a:off x="2362728" y="4492537"/>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Contact &amp;</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Inquiry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1274" name="Google Shape;1274;p82"/>
          <p:cNvSpPr/>
          <p:nvPr/>
        </p:nvSpPr>
        <p:spPr>
          <a:xfrm>
            <a:off x="2362728" y="4809685"/>
            <a:ext cx="1099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Patient Registration &amp; Appointment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1275" name="Google Shape;1275;p82"/>
          <p:cNvSpPr/>
          <p:nvPr/>
        </p:nvSpPr>
        <p:spPr>
          <a:xfrm>
            <a:off x="2362728" y="5665978"/>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Assessments</a:t>
            </a:r>
            <a:endParaRPr sz="900" b="1" i="0" u="none" strike="noStrike" cap="none">
              <a:solidFill>
                <a:srgbClr val="066AFE"/>
              </a:solidFill>
              <a:latin typeface="Salesforce Sans"/>
              <a:ea typeface="Salesforce Sans"/>
              <a:cs typeface="Salesforce Sans"/>
              <a:sym typeface="Salesforce Sans"/>
            </a:endParaRPr>
          </a:p>
        </p:txBody>
      </p:sp>
      <p:sp>
        <p:nvSpPr>
          <p:cNvPr id="1276" name="Google Shape;1276;p82"/>
          <p:cNvSpPr/>
          <p:nvPr/>
        </p:nvSpPr>
        <p:spPr>
          <a:xfrm>
            <a:off x="2362728" y="6065754"/>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Action and Planning</a:t>
            </a:r>
            <a:endParaRPr sz="900" b="1" i="0" u="none" strike="noStrike" cap="none">
              <a:solidFill>
                <a:srgbClr val="066AFE"/>
              </a:solidFill>
              <a:latin typeface="Salesforce Sans"/>
              <a:ea typeface="Salesforce Sans"/>
              <a:cs typeface="Salesforce Sans"/>
              <a:sym typeface="Salesforce Sans"/>
            </a:endParaRPr>
          </a:p>
        </p:txBody>
      </p:sp>
      <p:sp>
        <p:nvSpPr>
          <p:cNvPr id="1277" name="Google Shape;1277;p82"/>
          <p:cNvSpPr/>
          <p:nvPr/>
        </p:nvSpPr>
        <p:spPr>
          <a:xfrm>
            <a:off x="2362728" y="6624603"/>
            <a:ext cx="1099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Data &amp; Documentation Management</a:t>
            </a:r>
            <a:endParaRPr sz="900" b="1" i="0" u="none" strike="noStrike" cap="none">
              <a:solidFill>
                <a:srgbClr val="066AFE"/>
              </a:solidFill>
              <a:latin typeface="Salesforce Sans"/>
              <a:ea typeface="Salesforce Sans"/>
              <a:cs typeface="Salesforce Sans"/>
              <a:sym typeface="Salesforce Sans"/>
            </a:endParaRPr>
          </a:p>
        </p:txBody>
      </p:sp>
      <p:sp>
        <p:nvSpPr>
          <p:cNvPr id="1278" name="Google Shape;1278;p82"/>
          <p:cNvSpPr/>
          <p:nvPr/>
        </p:nvSpPr>
        <p:spPr>
          <a:xfrm>
            <a:off x="2362728" y="7159822"/>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Population Health Management</a:t>
            </a:r>
            <a:endParaRPr sz="900" b="1" i="0" u="none" strike="noStrike" cap="none">
              <a:solidFill>
                <a:srgbClr val="066AFE"/>
              </a:solidFill>
              <a:latin typeface="Salesforce Sans"/>
              <a:ea typeface="Salesforce Sans"/>
              <a:cs typeface="Salesforce Sans"/>
              <a:sym typeface="Salesforce Sans"/>
            </a:endParaRPr>
          </a:p>
        </p:txBody>
      </p:sp>
      <p:sp>
        <p:nvSpPr>
          <p:cNvPr id="1279" name="Google Shape;1279;p82"/>
          <p:cNvSpPr/>
          <p:nvPr/>
        </p:nvSpPr>
        <p:spPr>
          <a:xfrm>
            <a:off x="2362728" y="8658131"/>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Care Orchestration</a:t>
            </a:r>
            <a:endParaRPr sz="900" b="1" i="0" u="none" strike="noStrike" cap="none">
              <a:solidFill>
                <a:srgbClr val="066AFE"/>
              </a:solidFill>
              <a:latin typeface="Salesforce Sans"/>
              <a:ea typeface="Salesforce Sans"/>
              <a:cs typeface="Salesforce Sans"/>
              <a:sym typeface="Salesforce Sans"/>
            </a:endParaRPr>
          </a:p>
        </p:txBody>
      </p:sp>
      <p:sp>
        <p:nvSpPr>
          <p:cNvPr id="1280" name="Google Shape;1280;p82"/>
          <p:cNvSpPr/>
          <p:nvPr/>
        </p:nvSpPr>
        <p:spPr>
          <a:xfrm>
            <a:off x="2362728" y="9525416"/>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Patient Relationship &amp; Activation</a:t>
            </a:r>
            <a:endParaRPr sz="900" b="1" i="0" u="none" strike="noStrike" cap="none">
              <a:solidFill>
                <a:srgbClr val="066AFE"/>
              </a:solidFill>
              <a:latin typeface="Salesforce Sans"/>
              <a:ea typeface="Salesforce Sans"/>
              <a:cs typeface="Salesforce Sans"/>
              <a:sym typeface="Salesforce Sans"/>
            </a:endParaRPr>
          </a:p>
        </p:txBody>
      </p:sp>
      <p:sp>
        <p:nvSpPr>
          <p:cNvPr id="1281" name="Google Shape;1281;p82"/>
          <p:cNvSpPr/>
          <p:nvPr/>
        </p:nvSpPr>
        <p:spPr>
          <a:xfrm>
            <a:off x="2362728" y="2298197"/>
            <a:ext cx="1099800" cy="357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Campaign Execution</a:t>
            </a:r>
            <a:endParaRPr sz="900" b="1" i="0" u="none" strike="noStrike" cap="none">
              <a:solidFill>
                <a:srgbClr val="066AFE"/>
              </a:solidFill>
              <a:latin typeface="Salesforce Sans"/>
              <a:ea typeface="Salesforce Sans"/>
              <a:cs typeface="Salesforce Sans"/>
              <a:sym typeface="Salesforce Sans"/>
            </a:endParaRPr>
          </a:p>
        </p:txBody>
      </p:sp>
      <p:sp>
        <p:nvSpPr>
          <p:cNvPr id="1282" name="Google Shape;1282;p82"/>
          <p:cNvSpPr txBox="1"/>
          <p:nvPr/>
        </p:nvSpPr>
        <p:spPr>
          <a:xfrm>
            <a:off x="3820748" y="229401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Campaign Design &amp; Delivery </a:t>
            </a:r>
            <a:endParaRPr sz="800" i="0" u="none" strike="noStrike" cap="none">
              <a:latin typeface="Salesforce Sans"/>
              <a:ea typeface="Salesforce Sans"/>
              <a:cs typeface="Salesforce Sans"/>
              <a:sym typeface="Salesforce Sans"/>
            </a:endParaRPr>
          </a:p>
        </p:txBody>
      </p:sp>
      <p:sp>
        <p:nvSpPr>
          <p:cNvPr id="1283" name="Google Shape;1283;p82"/>
          <p:cNvSpPr/>
          <p:nvPr/>
        </p:nvSpPr>
        <p:spPr>
          <a:xfrm>
            <a:off x="3663735" y="231591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84" name="Google Shape;1284;p82"/>
          <p:cNvSpPr txBox="1"/>
          <p:nvPr/>
        </p:nvSpPr>
        <p:spPr>
          <a:xfrm>
            <a:off x="3820748" y="245135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1285" name="Google Shape;1285;p82"/>
          <p:cNvSpPr/>
          <p:nvPr/>
        </p:nvSpPr>
        <p:spPr>
          <a:xfrm>
            <a:off x="3663735" y="2473255"/>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86" name="Google Shape;1286;p82"/>
          <p:cNvSpPr txBox="1"/>
          <p:nvPr/>
        </p:nvSpPr>
        <p:spPr>
          <a:xfrm>
            <a:off x="3820748" y="260869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1287" name="Google Shape;1287;p82"/>
          <p:cNvSpPr/>
          <p:nvPr/>
        </p:nvSpPr>
        <p:spPr>
          <a:xfrm>
            <a:off x="3663735" y="263059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88" name="Google Shape;1288;p82"/>
          <p:cNvSpPr txBox="1"/>
          <p:nvPr/>
        </p:nvSpPr>
        <p:spPr>
          <a:xfrm>
            <a:off x="3820748" y="276603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sz="800" i="0" u="none" strike="noStrike" cap="none">
              <a:latin typeface="Salesforce Sans"/>
              <a:ea typeface="Salesforce Sans"/>
              <a:cs typeface="Salesforce Sans"/>
              <a:sym typeface="Salesforce Sans"/>
            </a:endParaRPr>
          </a:p>
        </p:txBody>
      </p:sp>
      <p:sp>
        <p:nvSpPr>
          <p:cNvPr id="1289" name="Google Shape;1289;p82"/>
          <p:cNvSpPr/>
          <p:nvPr/>
        </p:nvSpPr>
        <p:spPr>
          <a:xfrm>
            <a:off x="3663735" y="2787933"/>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0" name="Google Shape;1290;p82"/>
          <p:cNvSpPr txBox="1"/>
          <p:nvPr/>
        </p:nvSpPr>
        <p:spPr>
          <a:xfrm>
            <a:off x="3820748" y="300274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Event Outreach </a:t>
            </a:r>
            <a:endParaRPr sz="800" i="0" u="none" strike="noStrike" cap="none">
              <a:latin typeface="Salesforce Sans"/>
              <a:ea typeface="Salesforce Sans"/>
              <a:cs typeface="Salesforce Sans"/>
              <a:sym typeface="Salesforce Sans"/>
            </a:endParaRPr>
          </a:p>
        </p:txBody>
      </p:sp>
      <p:sp>
        <p:nvSpPr>
          <p:cNvPr id="1291" name="Google Shape;1291;p82"/>
          <p:cNvSpPr/>
          <p:nvPr/>
        </p:nvSpPr>
        <p:spPr>
          <a:xfrm>
            <a:off x="3663735" y="30246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2" name="Google Shape;1292;p82"/>
          <p:cNvSpPr txBox="1"/>
          <p:nvPr/>
        </p:nvSpPr>
        <p:spPr>
          <a:xfrm>
            <a:off x="3820748" y="31600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Event Planner </a:t>
            </a:r>
            <a:endParaRPr sz="800" i="0" u="none" strike="noStrike" cap="none">
              <a:latin typeface="Salesforce Sans"/>
              <a:ea typeface="Salesforce Sans"/>
              <a:cs typeface="Salesforce Sans"/>
              <a:sym typeface="Salesforce Sans"/>
            </a:endParaRPr>
          </a:p>
        </p:txBody>
      </p:sp>
      <p:sp>
        <p:nvSpPr>
          <p:cNvPr id="1293" name="Google Shape;1293;p82"/>
          <p:cNvSpPr/>
          <p:nvPr/>
        </p:nvSpPr>
        <p:spPr>
          <a:xfrm>
            <a:off x="3663735" y="3181987"/>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4" name="Google Shape;1294;p82"/>
          <p:cNvSpPr/>
          <p:nvPr/>
        </p:nvSpPr>
        <p:spPr>
          <a:xfrm>
            <a:off x="3663735" y="3415901"/>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5" name="Google Shape;1295;p82"/>
          <p:cNvSpPr txBox="1"/>
          <p:nvPr/>
        </p:nvSpPr>
        <p:spPr>
          <a:xfrm>
            <a:off x="3820748" y="355334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Customer Journey </a:t>
            </a:r>
            <a:endParaRPr sz="800" i="0" u="none" strike="noStrike" cap="none">
              <a:latin typeface="Salesforce Sans"/>
              <a:ea typeface="Salesforce Sans"/>
              <a:cs typeface="Salesforce Sans"/>
              <a:sym typeface="Salesforce Sans"/>
            </a:endParaRPr>
          </a:p>
        </p:txBody>
      </p:sp>
      <p:sp>
        <p:nvSpPr>
          <p:cNvPr id="1296" name="Google Shape;1296;p82"/>
          <p:cNvSpPr/>
          <p:nvPr/>
        </p:nvSpPr>
        <p:spPr>
          <a:xfrm>
            <a:off x="3663735" y="35752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7" name="Google Shape;1297;p82"/>
          <p:cNvSpPr txBox="1"/>
          <p:nvPr/>
        </p:nvSpPr>
        <p:spPr>
          <a:xfrm>
            <a:off x="3820748" y="378926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sz="800" i="0" u="none" strike="noStrike" cap="none">
              <a:latin typeface="Salesforce Sans"/>
              <a:ea typeface="Salesforce Sans"/>
              <a:cs typeface="Salesforce Sans"/>
              <a:sym typeface="Salesforce Sans"/>
            </a:endParaRPr>
          </a:p>
        </p:txBody>
      </p:sp>
      <p:sp>
        <p:nvSpPr>
          <p:cNvPr id="1298" name="Google Shape;1298;p82"/>
          <p:cNvSpPr/>
          <p:nvPr/>
        </p:nvSpPr>
        <p:spPr>
          <a:xfrm>
            <a:off x="3663735" y="3811168"/>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299" name="Google Shape;1299;p82"/>
          <p:cNvSpPr txBox="1"/>
          <p:nvPr/>
        </p:nvSpPr>
        <p:spPr>
          <a:xfrm>
            <a:off x="3820748" y="39466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Donor Management </a:t>
            </a:r>
            <a:endParaRPr sz="800" i="0" u="none" strike="noStrike" cap="none">
              <a:latin typeface="Salesforce Sans"/>
              <a:ea typeface="Salesforce Sans"/>
              <a:cs typeface="Salesforce Sans"/>
              <a:sym typeface="Salesforce Sans"/>
            </a:endParaRPr>
          </a:p>
        </p:txBody>
      </p:sp>
      <p:sp>
        <p:nvSpPr>
          <p:cNvPr id="1300" name="Google Shape;1300;p82"/>
          <p:cNvSpPr/>
          <p:nvPr/>
        </p:nvSpPr>
        <p:spPr>
          <a:xfrm>
            <a:off x="3663735" y="396850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01" name="Google Shape;1301;p82"/>
          <p:cNvSpPr txBox="1"/>
          <p:nvPr/>
        </p:nvSpPr>
        <p:spPr>
          <a:xfrm>
            <a:off x="3820748" y="410394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Community Relations </a:t>
            </a:r>
            <a:endParaRPr sz="800" i="0" u="none" strike="noStrike" cap="none">
              <a:latin typeface="Salesforce Sans"/>
              <a:ea typeface="Salesforce Sans"/>
              <a:cs typeface="Salesforce Sans"/>
              <a:sym typeface="Salesforce Sans"/>
            </a:endParaRPr>
          </a:p>
        </p:txBody>
      </p:sp>
      <p:sp>
        <p:nvSpPr>
          <p:cNvPr id="1302" name="Google Shape;1302;p82"/>
          <p:cNvSpPr/>
          <p:nvPr/>
        </p:nvSpPr>
        <p:spPr>
          <a:xfrm>
            <a:off x="3663735" y="4125847"/>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03" name="Google Shape;1303;p82"/>
          <p:cNvSpPr txBox="1"/>
          <p:nvPr/>
        </p:nvSpPr>
        <p:spPr>
          <a:xfrm>
            <a:off x="3820748" y="42612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Policy     </a:t>
            </a:r>
            <a:endParaRPr sz="800" i="0" u="none" strike="noStrike" cap="none">
              <a:latin typeface="Salesforce Sans"/>
              <a:ea typeface="Salesforce Sans"/>
              <a:cs typeface="Salesforce Sans"/>
              <a:sym typeface="Salesforce Sans"/>
            </a:endParaRPr>
          </a:p>
        </p:txBody>
      </p:sp>
      <p:sp>
        <p:nvSpPr>
          <p:cNvPr id="1304" name="Google Shape;1304;p82"/>
          <p:cNvSpPr/>
          <p:nvPr/>
        </p:nvSpPr>
        <p:spPr>
          <a:xfrm>
            <a:off x="3663735" y="428318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05" name="Google Shape;1305;p82"/>
          <p:cNvSpPr txBox="1"/>
          <p:nvPr/>
        </p:nvSpPr>
        <p:spPr>
          <a:xfrm>
            <a:off x="3820748" y="449626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Support </a:t>
            </a:r>
            <a:endParaRPr sz="800" i="0" u="none" strike="noStrike" cap="none">
              <a:latin typeface="Salesforce Sans"/>
              <a:ea typeface="Salesforce Sans"/>
              <a:cs typeface="Salesforce Sans"/>
              <a:sym typeface="Salesforce Sans"/>
            </a:endParaRPr>
          </a:p>
        </p:txBody>
      </p:sp>
      <p:sp>
        <p:nvSpPr>
          <p:cNvPr id="1306" name="Google Shape;1306;p82"/>
          <p:cNvSpPr/>
          <p:nvPr/>
        </p:nvSpPr>
        <p:spPr>
          <a:xfrm>
            <a:off x="3663735" y="451816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07" name="Google Shape;1307;p82"/>
          <p:cNvSpPr txBox="1"/>
          <p:nvPr/>
        </p:nvSpPr>
        <p:spPr>
          <a:xfrm>
            <a:off x="3820748" y="480698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Intake </a:t>
            </a:r>
            <a:endParaRPr sz="800" i="0" u="none" strike="noStrike" cap="none">
              <a:latin typeface="Salesforce Sans"/>
              <a:ea typeface="Salesforce Sans"/>
              <a:cs typeface="Salesforce Sans"/>
              <a:sym typeface="Salesforce Sans"/>
            </a:endParaRPr>
          </a:p>
        </p:txBody>
      </p:sp>
      <p:sp>
        <p:nvSpPr>
          <p:cNvPr id="1308" name="Google Shape;1308;p82"/>
          <p:cNvSpPr/>
          <p:nvPr/>
        </p:nvSpPr>
        <p:spPr>
          <a:xfrm>
            <a:off x="3663735" y="4828882"/>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09" name="Google Shape;1309;p82"/>
          <p:cNvSpPr txBox="1"/>
          <p:nvPr/>
        </p:nvSpPr>
        <p:spPr>
          <a:xfrm>
            <a:off x="3820748" y="496403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1310" name="Google Shape;1310;p82"/>
          <p:cNvSpPr/>
          <p:nvPr/>
        </p:nvSpPr>
        <p:spPr>
          <a:xfrm>
            <a:off x="3663735" y="4985934"/>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11" name="Google Shape;1311;p82"/>
          <p:cNvSpPr txBox="1"/>
          <p:nvPr/>
        </p:nvSpPr>
        <p:spPr>
          <a:xfrm>
            <a:off x="3820748" y="512108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sz="800" i="0" u="none" strike="noStrike" cap="none">
              <a:latin typeface="Salesforce Sans"/>
              <a:ea typeface="Salesforce Sans"/>
              <a:cs typeface="Salesforce Sans"/>
              <a:sym typeface="Salesforce Sans"/>
            </a:endParaRPr>
          </a:p>
        </p:txBody>
      </p:sp>
      <p:sp>
        <p:nvSpPr>
          <p:cNvPr id="1312" name="Google Shape;1312;p82"/>
          <p:cNvSpPr/>
          <p:nvPr/>
        </p:nvSpPr>
        <p:spPr>
          <a:xfrm>
            <a:off x="3663735" y="5142986"/>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13" name="Google Shape;1313;p82"/>
          <p:cNvSpPr txBox="1"/>
          <p:nvPr/>
        </p:nvSpPr>
        <p:spPr>
          <a:xfrm>
            <a:off x="3820748" y="527813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Scheduling </a:t>
            </a:r>
            <a:endParaRPr sz="800" i="0" u="none" strike="noStrike" cap="none">
              <a:latin typeface="Salesforce Sans"/>
              <a:ea typeface="Salesforce Sans"/>
              <a:cs typeface="Salesforce Sans"/>
              <a:sym typeface="Salesforce Sans"/>
            </a:endParaRPr>
          </a:p>
        </p:txBody>
      </p:sp>
      <p:sp>
        <p:nvSpPr>
          <p:cNvPr id="1314" name="Google Shape;1314;p82"/>
          <p:cNvSpPr/>
          <p:nvPr/>
        </p:nvSpPr>
        <p:spPr>
          <a:xfrm>
            <a:off x="3663735" y="5300038"/>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15" name="Google Shape;1315;p82"/>
          <p:cNvSpPr txBox="1"/>
          <p:nvPr/>
        </p:nvSpPr>
        <p:spPr>
          <a:xfrm>
            <a:off x="3820748" y="543519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1316" name="Google Shape;1316;p82"/>
          <p:cNvSpPr/>
          <p:nvPr/>
        </p:nvSpPr>
        <p:spPr>
          <a:xfrm>
            <a:off x="3663735" y="545709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17" name="Google Shape;1317;p82"/>
          <p:cNvSpPr txBox="1"/>
          <p:nvPr/>
        </p:nvSpPr>
        <p:spPr>
          <a:xfrm>
            <a:off x="3820748" y="566902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sz="800" i="0" u="none" strike="noStrike" cap="none">
              <a:latin typeface="Salesforce Sans"/>
              <a:ea typeface="Salesforce Sans"/>
              <a:cs typeface="Salesforce Sans"/>
              <a:sym typeface="Salesforce Sans"/>
            </a:endParaRPr>
          </a:p>
        </p:txBody>
      </p:sp>
      <p:sp>
        <p:nvSpPr>
          <p:cNvPr id="1318" name="Google Shape;1318;p82"/>
          <p:cNvSpPr/>
          <p:nvPr/>
        </p:nvSpPr>
        <p:spPr>
          <a:xfrm>
            <a:off x="3663735" y="569092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19" name="Google Shape;1319;p82"/>
          <p:cNvSpPr txBox="1"/>
          <p:nvPr/>
        </p:nvSpPr>
        <p:spPr>
          <a:xfrm>
            <a:off x="3820748" y="622451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Behavioral Health </a:t>
            </a:r>
            <a:endParaRPr sz="800" i="0" u="none" strike="noStrike" cap="none">
              <a:latin typeface="Salesforce Sans"/>
              <a:ea typeface="Salesforce Sans"/>
              <a:cs typeface="Salesforce Sans"/>
              <a:sym typeface="Salesforce Sans"/>
            </a:endParaRPr>
          </a:p>
        </p:txBody>
      </p:sp>
      <p:sp>
        <p:nvSpPr>
          <p:cNvPr id="1320" name="Google Shape;1320;p82"/>
          <p:cNvSpPr/>
          <p:nvPr/>
        </p:nvSpPr>
        <p:spPr>
          <a:xfrm>
            <a:off x="3663735" y="624641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21" name="Google Shape;1321;p82"/>
          <p:cNvSpPr txBox="1"/>
          <p:nvPr/>
        </p:nvSpPr>
        <p:spPr>
          <a:xfrm>
            <a:off x="3820748" y="677288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Medical Document Review </a:t>
            </a:r>
            <a:endParaRPr sz="800" i="0" u="none" strike="noStrike" cap="none">
              <a:latin typeface="Salesforce Sans"/>
              <a:ea typeface="Salesforce Sans"/>
              <a:cs typeface="Salesforce Sans"/>
              <a:sym typeface="Salesforce Sans"/>
            </a:endParaRPr>
          </a:p>
        </p:txBody>
      </p:sp>
      <p:sp>
        <p:nvSpPr>
          <p:cNvPr id="1322" name="Google Shape;1322;p82"/>
          <p:cNvSpPr/>
          <p:nvPr/>
        </p:nvSpPr>
        <p:spPr>
          <a:xfrm>
            <a:off x="3663735" y="679478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23" name="Google Shape;1323;p82"/>
          <p:cNvSpPr txBox="1"/>
          <p:nvPr/>
        </p:nvSpPr>
        <p:spPr>
          <a:xfrm>
            <a:off x="3820748" y="866212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Coordination </a:t>
            </a:r>
            <a:endParaRPr sz="800" i="0" u="none" strike="noStrike" cap="none">
              <a:latin typeface="Salesforce Sans"/>
              <a:ea typeface="Salesforce Sans"/>
              <a:cs typeface="Salesforce Sans"/>
              <a:sym typeface="Salesforce Sans"/>
            </a:endParaRPr>
          </a:p>
        </p:txBody>
      </p:sp>
      <p:sp>
        <p:nvSpPr>
          <p:cNvPr id="1324" name="Google Shape;1324;p82"/>
          <p:cNvSpPr/>
          <p:nvPr/>
        </p:nvSpPr>
        <p:spPr>
          <a:xfrm>
            <a:off x="3663735" y="8684024"/>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25" name="Google Shape;1325;p82"/>
          <p:cNvSpPr txBox="1"/>
          <p:nvPr/>
        </p:nvSpPr>
        <p:spPr>
          <a:xfrm>
            <a:off x="3820748" y="881946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Utilization Management </a:t>
            </a:r>
            <a:endParaRPr sz="800" i="0" u="none" strike="noStrike" cap="none">
              <a:latin typeface="Salesforce Sans"/>
              <a:ea typeface="Salesforce Sans"/>
              <a:cs typeface="Salesforce Sans"/>
              <a:sym typeface="Salesforce Sans"/>
            </a:endParaRPr>
          </a:p>
        </p:txBody>
      </p:sp>
      <p:sp>
        <p:nvSpPr>
          <p:cNvPr id="1326" name="Google Shape;1326;p82"/>
          <p:cNvSpPr/>
          <p:nvPr/>
        </p:nvSpPr>
        <p:spPr>
          <a:xfrm>
            <a:off x="3663735" y="884136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27" name="Google Shape;1327;p82"/>
          <p:cNvSpPr txBox="1"/>
          <p:nvPr/>
        </p:nvSpPr>
        <p:spPr>
          <a:xfrm>
            <a:off x="3820748" y="897680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Clinical Support </a:t>
            </a:r>
            <a:endParaRPr sz="800" i="0" u="none" strike="noStrike" cap="none">
              <a:latin typeface="Salesforce Sans"/>
              <a:ea typeface="Salesforce Sans"/>
              <a:cs typeface="Salesforce Sans"/>
              <a:sym typeface="Salesforce Sans"/>
            </a:endParaRPr>
          </a:p>
        </p:txBody>
      </p:sp>
      <p:sp>
        <p:nvSpPr>
          <p:cNvPr id="1328" name="Google Shape;1328;p82"/>
          <p:cNvSpPr/>
          <p:nvPr/>
        </p:nvSpPr>
        <p:spPr>
          <a:xfrm>
            <a:off x="3663735" y="899870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29" name="Google Shape;1329;p82"/>
          <p:cNvSpPr txBox="1"/>
          <p:nvPr/>
        </p:nvSpPr>
        <p:spPr>
          <a:xfrm>
            <a:off x="3820748" y="913414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1330" name="Google Shape;1330;p82"/>
          <p:cNvSpPr/>
          <p:nvPr/>
        </p:nvSpPr>
        <p:spPr>
          <a:xfrm>
            <a:off x="3663735" y="9156042"/>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31" name="Google Shape;1331;p82"/>
          <p:cNvSpPr txBox="1"/>
          <p:nvPr/>
        </p:nvSpPr>
        <p:spPr>
          <a:xfrm>
            <a:off x="3820748" y="929148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sz="800" i="0" u="none" strike="noStrike" cap="none">
              <a:latin typeface="Salesforce Sans"/>
              <a:ea typeface="Salesforce Sans"/>
              <a:cs typeface="Salesforce Sans"/>
              <a:sym typeface="Salesforce Sans"/>
            </a:endParaRPr>
          </a:p>
        </p:txBody>
      </p:sp>
      <p:sp>
        <p:nvSpPr>
          <p:cNvPr id="1332" name="Google Shape;1332;p82"/>
          <p:cNvSpPr/>
          <p:nvPr/>
        </p:nvSpPr>
        <p:spPr>
          <a:xfrm>
            <a:off x="3663735" y="9313382"/>
            <a:ext cx="79200" cy="79200"/>
          </a:xfrm>
          <a:prstGeom prst="ellipse">
            <a:avLst/>
          </a:prstGeom>
          <a:solidFill>
            <a:srgbClr val="1360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33" name="Google Shape;1333;p82"/>
          <p:cNvSpPr txBox="1"/>
          <p:nvPr/>
        </p:nvSpPr>
        <p:spPr>
          <a:xfrm>
            <a:off x="3820748" y="952966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Engagement </a:t>
            </a:r>
            <a:endParaRPr sz="800" i="0" u="none" strike="noStrike" cap="none">
              <a:latin typeface="Salesforce Sans"/>
              <a:ea typeface="Salesforce Sans"/>
              <a:cs typeface="Salesforce Sans"/>
              <a:sym typeface="Salesforce Sans"/>
            </a:endParaRPr>
          </a:p>
        </p:txBody>
      </p:sp>
      <p:sp>
        <p:nvSpPr>
          <p:cNvPr id="1334" name="Google Shape;1334;p82"/>
          <p:cNvSpPr/>
          <p:nvPr/>
        </p:nvSpPr>
        <p:spPr>
          <a:xfrm>
            <a:off x="3663735" y="9551567"/>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35" name="Google Shape;1335;p82"/>
          <p:cNvSpPr txBox="1"/>
          <p:nvPr/>
        </p:nvSpPr>
        <p:spPr>
          <a:xfrm>
            <a:off x="3820748" y="968700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sz="800" i="0" u="none" strike="noStrike" cap="none">
              <a:latin typeface="Salesforce Sans"/>
              <a:ea typeface="Salesforce Sans"/>
              <a:cs typeface="Salesforce Sans"/>
              <a:sym typeface="Salesforce Sans"/>
            </a:endParaRPr>
          </a:p>
        </p:txBody>
      </p:sp>
      <p:sp>
        <p:nvSpPr>
          <p:cNvPr id="1336" name="Google Shape;1336;p82"/>
          <p:cNvSpPr/>
          <p:nvPr/>
        </p:nvSpPr>
        <p:spPr>
          <a:xfrm>
            <a:off x="3663735" y="970890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37" name="Google Shape;1337;p82"/>
          <p:cNvSpPr txBox="1"/>
          <p:nvPr/>
        </p:nvSpPr>
        <p:spPr>
          <a:xfrm>
            <a:off x="3820748" y="984435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Program Enrollment </a:t>
            </a:r>
            <a:endParaRPr sz="800" i="0" u="none" strike="noStrike" cap="none">
              <a:latin typeface="Salesforce Sans"/>
              <a:ea typeface="Salesforce Sans"/>
              <a:cs typeface="Salesforce Sans"/>
              <a:sym typeface="Salesforce Sans"/>
            </a:endParaRPr>
          </a:p>
        </p:txBody>
      </p:sp>
      <p:sp>
        <p:nvSpPr>
          <p:cNvPr id="1338" name="Google Shape;1338;p82"/>
          <p:cNvSpPr/>
          <p:nvPr/>
        </p:nvSpPr>
        <p:spPr>
          <a:xfrm>
            <a:off x="3663735" y="986625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39" name="Google Shape;1339;p82"/>
          <p:cNvSpPr txBox="1"/>
          <p:nvPr/>
        </p:nvSpPr>
        <p:spPr>
          <a:xfrm>
            <a:off x="3820748" y="5829601"/>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sz="800" i="0" u="none" strike="noStrike" cap="none">
              <a:latin typeface="Salesforce Sans"/>
              <a:ea typeface="Salesforce Sans"/>
              <a:cs typeface="Salesforce Sans"/>
              <a:sym typeface="Salesforce Sans"/>
            </a:endParaRPr>
          </a:p>
        </p:txBody>
      </p:sp>
      <p:sp>
        <p:nvSpPr>
          <p:cNvPr id="1340" name="Google Shape;1340;p82"/>
          <p:cNvSpPr/>
          <p:nvPr/>
        </p:nvSpPr>
        <p:spPr>
          <a:xfrm>
            <a:off x="3663735" y="5851501"/>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41" name="Google Shape;1341;p82"/>
          <p:cNvSpPr txBox="1"/>
          <p:nvPr/>
        </p:nvSpPr>
        <p:spPr>
          <a:xfrm>
            <a:off x="3820748" y="693022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Scribe </a:t>
            </a:r>
            <a:endParaRPr sz="800" i="0" u="none" strike="noStrike" cap="none">
              <a:latin typeface="Salesforce Sans"/>
              <a:ea typeface="Salesforce Sans"/>
              <a:cs typeface="Salesforce Sans"/>
              <a:sym typeface="Salesforce Sans"/>
            </a:endParaRPr>
          </a:p>
        </p:txBody>
      </p:sp>
      <p:sp>
        <p:nvSpPr>
          <p:cNvPr id="1342" name="Google Shape;1342;p82"/>
          <p:cNvSpPr/>
          <p:nvPr/>
        </p:nvSpPr>
        <p:spPr>
          <a:xfrm>
            <a:off x="3663735" y="695212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43" name="Google Shape;1343;p82"/>
          <p:cNvSpPr txBox="1"/>
          <p:nvPr/>
        </p:nvSpPr>
        <p:spPr>
          <a:xfrm>
            <a:off x="3820748" y="63812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Virtual Care </a:t>
            </a:r>
            <a:endParaRPr sz="800" i="0" u="none" strike="noStrike" cap="none">
              <a:latin typeface="Salesforce Sans"/>
              <a:ea typeface="Salesforce Sans"/>
              <a:cs typeface="Salesforce Sans"/>
              <a:sym typeface="Salesforce Sans"/>
            </a:endParaRPr>
          </a:p>
        </p:txBody>
      </p:sp>
      <p:sp>
        <p:nvSpPr>
          <p:cNvPr id="1344" name="Google Shape;1344;p82"/>
          <p:cNvSpPr/>
          <p:nvPr/>
        </p:nvSpPr>
        <p:spPr>
          <a:xfrm>
            <a:off x="3663735" y="640310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45" name="Google Shape;1345;p82"/>
          <p:cNvSpPr txBox="1"/>
          <p:nvPr/>
        </p:nvSpPr>
        <p:spPr>
          <a:xfrm>
            <a:off x="869852"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346" name="Google Shape;1346;p82"/>
          <p:cNvSpPr txBox="1"/>
          <p:nvPr/>
        </p:nvSpPr>
        <p:spPr>
          <a:xfrm>
            <a:off x="2362728"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347" name="Google Shape;1347;p82"/>
          <p:cNvGrpSpPr/>
          <p:nvPr/>
        </p:nvGrpSpPr>
        <p:grpSpPr>
          <a:xfrm>
            <a:off x="755165" y="1921709"/>
            <a:ext cx="1322400" cy="449700"/>
            <a:chOff x="755165" y="1828821"/>
            <a:chExt cx="1322400" cy="449700"/>
          </a:xfrm>
        </p:grpSpPr>
        <p:sp>
          <p:nvSpPr>
            <p:cNvPr id="1348" name="Google Shape;1348;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349" name="Google Shape;1349;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1350" name="Google Shape;1350;p82"/>
          <p:cNvSpPr txBox="1"/>
          <p:nvPr/>
        </p:nvSpPr>
        <p:spPr>
          <a:xfrm>
            <a:off x="3820741"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351" name="Google Shape;1351;p82"/>
          <p:cNvSpPr txBox="1"/>
          <p:nvPr/>
        </p:nvSpPr>
        <p:spPr>
          <a:xfrm>
            <a:off x="3820748" y="190276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Customer Segmentation </a:t>
            </a:r>
            <a:endParaRPr sz="800" i="0" u="none" strike="noStrike" cap="none">
              <a:latin typeface="Salesforce Sans"/>
              <a:ea typeface="Salesforce Sans"/>
              <a:cs typeface="Salesforce Sans"/>
              <a:sym typeface="Salesforce Sans"/>
            </a:endParaRPr>
          </a:p>
        </p:txBody>
      </p:sp>
      <p:sp>
        <p:nvSpPr>
          <p:cNvPr id="1352" name="Google Shape;1352;p82"/>
          <p:cNvSpPr/>
          <p:nvPr/>
        </p:nvSpPr>
        <p:spPr>
          <a:xfrm>
            <a:off x="3663735" y="192466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53" name="Google Shape;1353;p82"/>
          <p:cNvSpPr txBox="1"/>
          <p:nvPr/>
        </p:nvSpPr>
        <p:spPr>
          <a:xfrm>
            <a:off x="3820748" y="206013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Brand Builder </a:t>
            </a:r>
            <a:endParaRPr sz="800" i="0" u="none" strike="noStrike" cap="none">
              <a:latin typeface="Salesforce Sans"/>
              <a:ea typeface="Salesforce Sans"/>
              <a:cs typeface="Salesforce Sans"/>
              <a:sym typeface="Salesforce Sans"/>
            </a:endParaRPr>
          </a:p>
        </p:txBody>
      </p:sp>
      <p:sp>
        <p:nvSpPr>
          <p:cNvPr id="1354" name="Google Shape;1354;p82"/>
          <p:cNvSpPr/>
          <p:nvPr/>
        </p:nvSpPr>
        <p:spPr>
          <a:xfrm>
            <a:off x="3663735" y="208203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55" name="Google Shape;1355;p82"/>
          <p:cNvSpPr txBox="1"/>
          <p:nvPr/>
        </p:nvSpPr>
        <p:spPr>
          <a:xfrm>
            <a:off x="2362728" y="1896441"/>
            <a:ext cx="830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Strategic Planning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1356" name="Google Shape;1356;p82"/>
          <p:cNvGrpSpPr/>
          <p:nvPr/>
        </p:nvGrpSpPr>
        <p:grpSpPr>
          <a:xfrm>
            <a:off x="755165" y="4519559"/>
            <a:ext cx="1322400" cy="449700"/>
            <a:chOff x="755165" y="1828821"/>
            <a:chExt cx="1322400" cy="449700"/>
          </a:xfrm>
        </p:grpSpPr>
        <p:sp>
          <p:nvSpPr>
            <p:cNvPr id="1357" name="Google Shape;1357;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358" name="Google Shape;1358;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1359" name="Google Shape;1359;p82"/>
          <p:cNvGrpSpPr/>
          <p:nvPr/>
        </p:nvGrpSpPr>
        <p:grpSpPr>
          <a:xfrm>
            <a:off x="755165" y="8686534"/>
            <a:ext cx="1322400" cy="449700"/>
            <a:chOff x="755165" y="1828821"/>
            <a:chExt cx="1322400" cy="449700"/>
          </a:xfrm>
        </p:grpSpPr>
        <p:sp>
          <p:nvSpPr>
            <p:cNvPr id="1360" name="Google Shape;1360;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361" name="Google Shape;1361;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1362" name="Google Shape;1362;p82"/>
          <p:cNvSpPr txBox="1"/>
          <p:nvPr/>
        </p:nvSpPr>
        <p:spPr>
          <a:xfrm>
            <a:off x="9761632" y="8397204"/>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Workforce Of Future And Skills Assessment </a:t>
            </a:r>
            <a:endParaRPr sz="800" i="0" u="none" strike="noStrike" cap="none">
              <a:latin typeface="Salesforce Sans"/>
              <a:ea typeface="Salesforce Sans"/>
              <a:cs typeface="Salesforce Sans"/>
              <a:sym typeface="Salesforce Sans"/>
            </a:endParaRPr>
          </a:p>
        </p:txBody>
      </p:sp>
      <p:sp>
        <p:nvSpPr>
          <p:cNvPr id="1363" name="Google Shape;1363;p82"/>
          <p:cNvSpPr/>
          <p:nvPr/>
        </p:nvSpPr>
        <p:spPr>
          <a:xfrm>
            <a:off x="8296054" y="1896585"/>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Provider Network Development &amp; Setup</a:t>
            </a:r>
            <a:endParaRPr sz="900" b="1" i="0" u="none" strike="noStrike" cap="none">
              <a:solidFill>
                <a:srgbClr val="066AFE"/>
              </a:solidFill>
              <a:latin typeface="Salesforce Sans"/>
              <a:ea typeface="Salesforce Sans"/>
              <a:cs typeface="Salesforce Sans"/>
              <a:sym typeface="Salesforce Sans"/>
            </a:endParaRPr>
          </a:p>
        </p:txBody>
      </p:sp>
      <p:sp>
        <p:nvSpPr>
          <p:cNvPr id="1364" name="Google Shape;1364;p82"/>
          <p:cNvSpPr/>
          <p:nvPr/>
        </p:nvSpPr>
        <p:spPr>
          <a:xfrm>
            <a:off x="8296050" y="2450962"/>
            <a:ext cx="1092600" cy="4395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Provider</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Relationship &amp; Performance Mgmt</a:t>
            </a:r>
            <a:endParaRPr sz="900" b="1" i="0" u="none" strike="noStrike" cap="none">
              <a:solidFill>
                <a:srgbClr val="066AFE"/>
              </a:solidFill>
              <a:latin typeface="Salesforce Sans"/>
              <a:ea typeface="Salesforce Sans"/>
              <a:cs typeface="Salesforce Sans"/>
              <a:sym typeface="Salesforce Sans"/>
            </a:endParaRPr>
          </a:p>
        </p:txBody>
      </p:sp>
      <p:sp>
        <p:nvSpPr>
          <p:cNvPr id="1365" name="Google Shape;1365;p82"/>
          <p:cNvSpPr/>
          <p:nvPr/>
        </p:nvSpPr>
        <p:spPr>
          <a:xfrm>
            <a:off x="8296050" y="2914937"/>
            <a:ext cx="1092600" cy="2637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Study Startupz</a:t>
            </a:r>
            <a:endParaRPr sz="900" b="1" i="0" u="none" strike="noStrike" cap="none">
              <a:solidFill>
                <a:srgbClr val="066AFE"/>
              </a:solidFill>
              <a:latin typeface="Salesforce Sans"/>
              <a:ea typeface="Salesforce Sans"/>
              <a:cs typeface="Salesforce Sans"/>
              <a:sym typeface="Salesforce Sans"/>
            </a:endParaRPr>
          </a:p>
        </p:txBody>
      </p:sp>
      <p:sp>
        <p:nvSpPr>
          <p:cNvPr id="1366" name="Google Shape;1366;p82"/>
          <p:cNvSpPr/>
          <p:nvPr/>
        </p:nvSpPr>
        <p:spPr>
          <a:xfrm>
            <a:off x="8296050" y="3465387"/>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Study</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Pre-Approval</a:t>
            </a:r>
            <a:endParaRPr sz="900" b="1" i="0" u="none" strike="noStrike" cap="none">
              <a:solidFill>
                <a:srgbClr val="066AFE"/>
              </a:solidFill>
              <a:latin typeface="Salesforce Sans"/>
              <a:ea typeface="Salesforce Sans"/>
              <a:cs typeface="Salesforce Sans"/>
              <a:sym typeface="Salesforce Sans"/>
            </a:endParaRPr>
          </a:p>
        </p:txBody>
      </p:sp>
      <p:sp>
        <p:nvSpPr>
          <p:cNvPr id="1367" name="Google Shape;1367;p82"/>
          <p:cNvSpPr/>
          <p:nvPr/>
        </p:nvSpPr>
        <p:spPr>
          <a:xfrm>
            <a:off x="8296042" y="3857951"/>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Trial Execution</a:t>
            </a:r>
            <a:endParaRPr sz="900" b="1" i="0" u="none" strike="noStrike" cap="none">
              <a:solidFill>
                <a:srgbClr val="066AFE"/>
              </a:solidFill>
              <a:latin typeface="Salesforce Sans"/>
              <a:ea typeface="Salesforce Sans"/>
              <a:cs typeface="Salesforce Sans"/>
              <a:sym typeface="Salesforce Sans"/>
            </a:endParaRPr>
          </a:p>
        </p:txBody>
      </p:sp>
      <p:sp>
        <p:nvSpPr>
          <p:cNvPr id="1368" name="Google Shape;1368;p82"/>
          <p:cNvSpPr/>
          <p:nvPr/>
        </p:nvSpPr>
        <p:spPr>
          <a:xfrm>
            <a:off x="8296042" y="4407125"/>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Data Analysis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Results</a:t>
            </a:r>
            <a:endParaRPr sz="900" b="1" i="0" u="none" strike="noStrike" cap="none">
              <a:solidFill>
                <a:srgbClr val="066AFE"/>
              </a:solidFill>
              <a:latin typeface="Salesforce Sans"/>
              <a:ea typeface="Salesforce Sans"/>
              <a:cs typeface="Salesforce Sans"/>
              <a:sym typeface="Salesforce Sans"/>
            </a:endParaRPr>
          </a:p>
        </p:txBody>
      </p:sp>
      <p:sp>
        <p:nvSpPr>
          <p:cNvPr id="1369" name="Google Shape;1369;p82"/>
          <p:cNvSpPr/>
          <p:nvPr/>
        </p:nvSpPr>
        <p:spPr>
          <a:xfrm>
            <a:off x="8296042" y="4954670"/>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Supply Chain Operations &amp; Management</a:t>
            </a:r>
            <a:endParaRPr sz="900" b="1" i="0" u="none" strike="noStrike" cap="none">
              <a:solidFill>
                <a:srgbClr val="066AFE"/>
              </a:solidFill>
              <a:latin typeface="Salesforce Sans"/>
              <a:ea typeface="Salesforce Sans"/>
              <a:cs typeface="Salesforce Sans"/>
              <a:sym typeface="Salesforce Sans"/>
            </a:endParaRPr>
          </a:p>
        </p:txBody>
      </p:sp>
      <p:sp>
        <p:nvSpPr>
          <p:cNvPr id="1370" name="Google Shape;1370;p82"/>
          <p:cNvSpPr/>
          <p:nvPr/>
        </p:nvSpPr>
        <p:spPr>
          <a:xfrm>
            <a:off x="8296042" y="5678728"/>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Procurement</a:t>
            </a:r>
            <a:endParaRPr sz="900" b="1" i="0" u="none" strike="noStrike" cap="none">
              <a:solidFill>
                <a:srgbClr val="066AFE"/>
              </a:solidFill>
              <a:latin typeface="Salesforce Sans"/>
              <a:ea typeface="Salesforce Sans"/>
              <a:cs typeface="Salesforce Sans"/>
              <a:sym typeface="Salesforce Sans"/>
            </a:endParaRPr>
          </a:p>
        </p:txBody>
      </p:sp>
      <p:sp>
        <p:nvSpPr>
          <p:cNvPr id="1371" name="Google Shape;1371;p82"/>
          <p:cNvSpPr/>
          <p:nvPr/>
        </p:nvSpPr>
        <p:spPr>
          <a:xfrm>
            <a:off x="8296042" y="6220060"/>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Logistics Management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Delivery</a:t>
            </a:r>
            <a:endParaRPr sz="900" b="1" i="0" u="none" strike="noStrike" cap="none">
              <a:solidFill>
                <a:srgbClr val="066AFE"/>
              </a:solidFill>
              <a:latin typeface="Salesforce Sans"/>
              <a:ea typeface="Salesforce Sans"/>
              <a:cs typeface="Salesforce Sans"/>
              <a:sym typeface="Salesforce Sans"/>
            </a:endParaRPr>
          </a:p>
        </p:txBody>
      </p:sp>
      <p:sp>
        <p:nvSpPr>
          <p:cNvPr id="1372" name="Google Shape;1372;p82"/>
          <p:cNvSpPr/>
          <p:nvPr/>
        </p:nvSpPr>
        <p:spPr>
          <a:xfrm>
            <a:off x="8296042" y="6937036"/>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Specialized Clinical Resource Management</a:t>
            </a:r>
            <a:endParaRPr sz="900" b="1" i="0" u="none" strike="noStrike" cap="none">
              <a:solidFill>
                <a:srgbClr val="066AFE"/>
              </a:solidFill>
              <a:latin typeface="Salesforce Sans"/>
              <a:ea typeface="Salesforce Sans"/>
              <a:cs typeface="Salesforce Sans"/>
              <a:sym typeface="Salesforce Sans"/>
            </a:endParaRPr>
          </a:p>
        </p:txBody>
      </p:sp>
      <p:sp>
        <p:nvSpPr>
          <p:cNvPr id="1373" name="Google Shape;1373;p82"/>
          <p:cNvSpPr/>
          <p:nvPr/>
        </p:nvSpPr>
        <p:spPr>
          <a:xfrm>
            <a:off x="8296042" y="7609744"/>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Workforce Management</a:t>
            </a:r>
            <a:endParaRPr sz="900" b="1" i="0" u="none" strike="noStrike" cap="none">
              <a:solidFill>
                <a:srgbClr val="066AFE"/>
              </a:solidFill>
              <a:latin typeface="Salesforce Sans"/>
              <a:ea typeface="Salesforce Sans"/>
              <a:cs typeface="Salesforce Sans"/>
              <a:sym typeface="Salesforce Sans"/>
            </a:endParaRPr>
          </a:p>
        </p:txBody>
      </p:sp>
      <p:sp>
        <p:nvSpPr>
          <p:cNvPr id="1374" name="Google Shape;1374;p82"/>
          <p:cNvSpPr/>
          <p:nvPr/>
        </p:nvSpPr>
        <p:spPr>
          <a:xfrm>
            <a:off x="8296050" y="7997005"/>
            <a:ext cx="1021800" cy="357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Digital Enablement</a:t>
            </a:r>
            <a:endParaRPr sz="900" b="1" i="0" u="none" strike="noStrike" cap="none">
              <a:solidFill>
                <a:srgbClr val="066AFE"/>
              </a:solidFill>
              <a:latin typeface="Salesforce Sans"/>
              <a:ea typeface="Salesforce Sans"/>
              <a:cs typeface="Salesforce Sans"/>
              <a:sym typeface="Salesforce Sans"/>
            </a:endParaRPr>
          </a:p>
        </p:txBody>
      </p:sp>
      <p:sp>
        <p:nvSpPr>
          <p:cNvPr id="1375" name="Google Shape;1375;p82"/>
          <p:cNvSpPr/>
          <p:nvPr/>
        </p:nvSpPr>
        <p:spPr>
          <a:xfrm>
            <a:off x="8296042" y="8384069"/>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1376" name="Google Shape;1376;p82"/>
          <p:cNvSpPr/>
          <p:nvPr/>
        </p:nvSpPr>
        <p:spPr>
          <a:xfrm>
            <a:off x="8296042" y="8926420"/>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Attraction</a:t>
            </a:r>
            <a:endParaRPr sz="900" b="1" i="0" u="none" strike="noStrike" cap="none">
              <a:solidFill>
                <a:srgbClr val="066AFE"/>
              </a:solidFill>
              <a:latin typeface="Salesforce Sans"/>
              <a:ea typeface="Salesforce Sans"/>
              <a:cs typeface="Salesforce Sans"/>
              <a:sym typeface="Salesforce Sans"/>
            </a:endParaRPr>
          </a:p>
        </p:txBody>
      </p:sp>
      <p:sp>
        <p:nvSpPr>
          <p:cNvPr id="1377" name="Google Shape;1377;p82"/>
          <p:cNvSpPr txBox="1"/>
          <p:nvPr/>
        </p:nvSpPr>
        <p:spPr>
          <a:xfrm>
            <a:off x="9761633" y="189763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Acquisition </a:t>
            </a:r>
            <a:endParaRPr sz="800" i="0" u="none" strike="noStrike" cap="none">
              <a:latin typeface="Salesforce Sans"/>
              <a:ea typeface="Salesforce Sans"/>
              <a:cs typeface="Salesforce Sans"/>
              <a:sym typeface="Salesforce Sans"/>
            </a:endParaRPr>
          </a:p>
        </p:txBody>
      </p:sp>
      <p:sp>
        <p:nvSpPr>
          <p:cNvPr id="1378" name="Google Shape;1378;p82"/>
          <p:cNvSpPr/>
          <p:nvPr/>
        </p:nvSpPr>
        <p:spPr>
          <a:xfrm>
            <a:off x="9590884" y="1919543"/>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a:solidFill>
                <a:srgbClr val="002775"/>
              </a:solidFill>
              <a:latin typeface="Salesforce Sans"/>
              <a:ea typeface="Salesforce Sans"/>
              <a:cs typeface="Salesforce Sans"/>
              <a:sym typeface="Salesforce Sans"/>
            </a:endParaRPr>
          </a:p>
        </p:txBody>
      </p:sp>
      <p:sp>
        <p:nvSpPr>
          <p:cNvPr id="1379" name="Google Shape;1379;p82"/>
          <p:cNvSpPr txBox="1"/>
          <p:nvPr/>
        </p:nvSpPr>
        <p:spPr>
          <a:xfrm>
            <a:off x="9761633" y="205496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Onboarding </a:t>
            </a:r>
            <a:endParaRPr sz="800" i="0" u="none" strike="noStrike" cap="none">
              <a:latin typeface="Salesforce Sans"/>
              <a:ea typeface="Salesforce Sans"/>
              <a:cs typeface="Salesforce Sans"/>
              <a:sym typeface="Salesforce Sans"/>
            </a:endParaRPr>
          </a:p>
        </p:txBody>
      </p:sp>
      <p:sp>
        <p:nvSpPr>
          <p:cNvPr id="1380" name="Google Shape;1380;p82"/>
          <p:cNvSpPr/>
          <p:nvPr/>
        </p:nvSpPr>
        <p:spPr>
          <a:xfrm>
            <a:off x="9590884" y="2076874"/>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81" name="Google Shape;1381;p82"/>
          <p:cNvSpPr txBox="1"/>
          <p:nvPr/>
        </p:nvSpPr>
        <p:spPr>
          <a:xfrm>
            <a:off x="9761633" y="221283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Relations </a:t>
            </a:r>
            <a:endParaRPr sz="800" i="0" u="none" strike="noStrike" cap="none">
              <a:latin typeface="Salesforce Sans"/>
              <a:ea typeface="Salesforce Sans"/>
              <a:cs typeface="Salesforce Sans"/>
              <a:sym typeface="Salesforce Sans"/>
            </a:endParaRPr>
          </a:p>
        </p:txBody>
      </p:sp>
      <p:sp>
        <p:nvSpPr>
          <p:cNvPr id="1382" name="Google Shape;1382;p82"/>
          <p:cNvSpPr/>
          <p:nvPr/>
        </p:nvSpPr>
        <p:spPr>
          <a:xfrm>
            <a:off x="9590884" y="223473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83" name="Google Shape;1383;p82"/>
          <p:cNvSpPr txBox="1"/>
          <p:nvPr/>
        </p:nvSpPr>
        <p:spPr>
          <a:xfrm>
            <a:off x="9761633" y="244761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1384" name="Google Shape;1384;p82"/>
          <p:cNvSpPr/>
          <p:nvPr/>
        </p:nvSpPr>
        <p:spPr>
          <a:xfrm>
            <a:off x="9590884" y="246951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85" name="Google Shape;1385;p82"/>
          <p:cNvSpPr txBox="1"/>
          <p:nvPr/>
        </p:nvSpPr>
        <p:spPr>
          <a:xfrm>
            <a:off x="9761633" y="260529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Service </a:t>
            </a:r>
            <a:endParaRPr sz="800" i="0" u="none" strike="noStrike" cap="none">
              <a:latin typeface="Salesforce Sans"/>
              <a:ea typeface="Salesforce Sans"/>
              <a:cs typeface="Salesforce Sans"/>
              <a:sym typeface="Salesforce Sans"/>
            </a:endParaRPr>
          </a:p>
        </p:txBody>
      </p:sp>
      <p:sp>
        <p:nvSpPr>
          <p:cNvPr id="1386" name="Google Shape;1386;p82"/>
          <p:cNvSpPr/>
          <p:nvPr/>
        </p:nvSpPr>
        <p:spPr>
          <a:xfrm>
            <a:off x="9590884" y="2627193"/>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87" name="Google Shape;1387;p82"/>
          <p:cNvSpPr txBox="1"/>
          <p:nvPr/>
        </p:nvSpPr>
        <p:spPr>
          <a:xfrm>
            <a:off x="9761633" y="291655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Regional Identification </a:t>
            </a:r>
            <a:endParaRPr sz="800" i="0" u="none" strike="noStrike" cap="none">
              <a:latin typeface="Salesforce Sans"/>
              <a:ea typeface="Salesforce Sans"/>
              <a:cs typeface="Salesforce Sans"/>
              <a:sym typeface="Salesforce Sans"/>
            </a:endParaRPr>
          </a:p>
        </p:txBody>
      </p:sp>
      <p:sp>
        <p:nvSpPr>
          <p:cNvPr id="1388" name="Google Shape;1388;p82"/>
          <p:cNvSpPr/>
          <p:nvPr/>
        </p:nvSpPr>
        <p:spPr>
          <a:xfrm>
            <a:off x="9590884" y="293845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89" name="Google Shape;1389;p82"/>
          <p:cNvSpPr txBox="1"/>
          <p:nvPr/>
        </p:nvSpPr>
        <p:spPr>
          <a:xfrm>
            <a:off x="9761633" y="307442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Site Feasibility </a:t>
            </a:r>
            <a:endParaRPr sz="800" i="0" u="none" strike="noStrike" cap="none">
              <a:latin typeface="Salesforce Sans"/>
              <a:ea typeface="Salesforce Sans"/>
              <a:cs typeface="Salesforce Sans"/>
              <a:sym typeface="Salesforce Sans"/>
            </a:endParaRPr>
          </a:p>
        </p:txBody>
      </p:sp>
      <p:sp>
        <p:nvSpPr>
          <p:cNvPr id="1390" name="Google Shape;1390;p82"/>
          <p:cNvSpPr/>
          <p:nvPr/>
        </p:nvSpPr>
        <p:spPr>
          <a:xfrm>
            <a:off x="9590884" y="3096322"/>
            <a:ext cx="79200" cy="79200"/>
          </a:xfrm>
          <a:prstGeom prst="ellipse">
            <a:avLst/>
          </a:prstGeom>
          <a:solidFill>
            <a:srgbClr val="0B5CAB"/>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91" name="Google Shape;1391;p82"/>
          <p:cNvSpPr txBox="1"/>
          <p:nvPr/>
        </p:nvSpPr>
        <p:spPr>
          <a:xfrm>
            <a:off x="9761633" y="3232294"/>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Vendor Activation </a:t>
            </a:r>
            <a:endParaRPr sz="800" i="0" u="none" strike="noStrike" cap="none">
              <a:latin typeface="Salesforce Sans"/>
              <a:ea typeface="Salesforce Sans"/>
              <a:cs typeface="Salesforce Sans"/>
              <a:sym typeface="Salesforce Sans"/>
            </a:endParaRPr>
          </a:p>
        </p:txBody>
      </p:sp>
      <p:sp>
        <p:nvSpPr>
          <p:cNvPr id="1392" name="Google Shape;1392;p82"/>
          <p:cNvSpPr/>
          <p:nvPr/>
        </p:nvSpPr>
        <p:spPr>
          <a:xfrm>
            <a:off x="9590884" y="325419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93" name="Google Shape;1393;p82"/>
          <p:cNvSpPr txBox="1"/>
          <p:nvPr/>
        </p:nvSpPr>
        <p:spPr>
          <a:xfrm>
            <a:off x="9761633" y="346636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Country And Administrative Regulations </a:t>
            </a:r>
            <a:endParaRPr sz="800" i="0" u="none" strike="noStrike" cap="none">
              <a:latin typeface="Salesforce Sans"/>
              <a:ea typeface="Salesforce Sans"/>
              <a:cs typeface="Salesforce Sans"/>
              <a:sym typeface="Salesforce Sans"/>
            </a:endParaRPr>
          </a:p>
        </p:txBody>
      </p:sp>
      <p:sp>
        <p:nvSpPr>
          <p:cNvPr id="1394" name="Google Shape;1394;p82"/>
          <p:cNvSpPr/>
          <p:nvPr/>
        </p:nvSpPr>
        <p:spPr>
          <a:xfrm>
            <a:off x="9590884" y="348826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95" name="Google Shape;1395;p82"/>
          <p:cNvSpPr txBox="1"/>
          <p:nvPr/>
        </p:nvSpPr>
        <p:spPr>
          <a:xfrm>
            <a:off x="9761633" y="362424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Core Document Authoring </a:t>
            </a:r>
            <a:endParaRPr sz="800" i="0" u="none" strike="noStrike" cap="none">
              <a:latin typeface="Salesforce Sans"/>
              <a:ea typeface="Salesforce Sans"/>
              <a:cs typeface="Salesforce Sans"/>
              <a:sym typeface="Salesforce Sans"/>
            </a:endParaRPr>
          </a:p>
        </p:txBody>
      </p:sp>
      <p:sp>
        <p:nvSpPr>
          <p:cNvPr id="1396" name="Google Shape;1396;p82"/>
          <p:cNvSpPr/>
          <p:nvPr/>
        </p:nvSpPr>
        <p:spPr>
          <a:xfrm>
            <a:off x="9590884" y="3646141"/>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97" name="Google Shape;1397;p82"/>
          <p:cNvSpPr txBox="1"/>
          <p:nvPr/>
        </p:nvSpPr>
        <p:spPr>
          <a:xfrm>
            <a:off x="9761633" y="386069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CTMS </a:t>
            </a:r>
            <a:endParaRPr sz="800" i="0" u="none" strike="noStrike" cap="none">
              <a:latin typeface="Salesforce Sans"/>
              <a:ea typeface="Salesforce Sans"/>
              <a:cs typeface="Salesforce Sans"/>
              <a:sym typeface="Salesforce Sans"/>
            </a:endParaRPr>
          </a:p>
        </p:txBody>
      </p:sp>
      <p:sp>
        <p:nvSpPr>
          <p:cNvPr id="1398" name="Google Shape;1398;p82"/>
          <p:cNvSpPr/>
          <p:nvPr/>
        </p:nvSpPr>
        <p:spPr>
          <a:xfrm>
            <a:off x="9590884" y="3882593"/>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399" name="Google Shape;1399;p82"/>
          <p:cNvSpPr txBox="1"/>
          <p:nvPr/>
        </p:nvSpPr>
        <p:spPr>
          <a:xfrm>
            <a:off x="9761633" y="401641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sz="800" i="0" u="none" strike="noStrike" cap="none">
              <a:latin typeface="Salesforce Sans"/>
              <a:ea typeface="Salesforce Sans"/>
              <a:cs typeface="Salesforce Sans"/>
              <a:sym typeface="Salesforce Sans"/>
            </a:endParaRPr>
          </a:p>
        </p:txBody>
      </p:sp>
      <p:sp>
        <p:nvSpPr>
          <p:cNvPr id="1400" name="Google Shape;1400;p82"/>
          <p:cNvSpPr/>
          <p:nvPr/>
        </p:nvSpPr>
        <p:spPr>
          <a:xfrm>
            <a:off x="9590884" y="403831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01" name="Google Shape;1401;p82"/>
          <p:cNvSpPr txBox="1"/>
          <p:nvPr/>
        </p:nvSpPr>
        <p:spPr>
          <a:xfrm>
            <a:off x="9761633" y="440693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Data Cleaning </a:t>
            </a:r>
            <a:endParaRPr sz="800" i="0" u="none" strike="noStrike" cap="none">
              <a:latin typeface="Salesforce Sans"/>
              <a:ea typeface="Salesforce Sans"/>
              <a:cs typeface="Salesforce Sans"/>
              <a:sym typeface="Salesforce Sans"/>
            </a:endParaRPr>
          </a:p>
        </p:txBody>
      </p:sp>
      <p:sp>
        <p:nvSpPr>
          <p:cNvPr id="1402" name="Google Shape;1402;p82"/>
          <p:cNvSpPr/>
          <p:nvPr/>
        </p:nvSpPr>
        <p:spPr>
          <a:xfrm>
            <a:off x="9590884" y="442883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03" name="Google Shape;1403;p82"/>
          <p:cNvSpPr txBox="1"/>
          <p:nvPr/>
        </p:nvSpPr>
        <p:spPr>
          <a:xfrm>
            <a:off x="9761633" y="472208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Publication Development </a:t>
            </a:r>
            <a:endParaRPr sz="800" i="0" u="none" strike="noStrike" cap="none">
              <a:latin typeface="Salesforce Sans"/>
              <a:ea typeface="Salesforce Sans"/>
              <a:cs typeface="Salesforce Sans"/>
              <a:sym typeface="Salesforce Sans"/>
            </a:endParaRPr>
          </a:p>
        </p:txBody>
      </p:sp>
      <p:sp>
        <p:nvSpPr>
          <p:cNvPr id="1404" name="Google Shape;1404;p82"/>
          <p:cNvSpPr/>
          <p:nvPr/>
        </p:nvSpPr>
        <p:spPr>
          <a:xfrm>
            <a:off x="9590884" y="4743985"/>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05" name="Google Shape;1405;p82"/>
          <p:cNvSpPr txBox="1"/>
          <p:nvPr/>
        </p:nvSpPr>
        <p:spPr>
          <a:xfrm>
            <a:off x="9761633" y="495615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Supply Chain </a:t>
            </a:r>
            <a:endParaRPr sz="800" i="0" u="none" strike="noStrike" cap="none">
              <a:latin typeface="Salesforce Sans"/>
              <a:ea typeface="Salesforce Sans"/>
              <a:cs typeface="Salesforce Sans"/>
              <a:sym typeface="Salesforce Sans"/>
            </a:endParaRPr>
          </a:p>
        </p:txBody>
      </p:sp>
      <p:sp>
        <p:nvSpPr>
          <p:cNvPr id="1406" name="Google Shape;1406;p82"/>
          <p:cNvSpPr/>
          <p:nvPr/>
        </p:nvSpPr>
        <p:spPr>
          <a:xfrm>
            <a:off x="9590884" y="497805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07" name="Google Shape;1407;p82"/>
          <p:cNvSpPr txBox="1"/>
          <p:nvPr/>
        </p:nvSpPr>
        <p:spPr>
          <a:xfrm>
            <a:off x="9761633" y="511522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Management </a:t>
            </a:r>
            <a:endParaRPr sz="800" i="0" u="none" strike="noStrike" cap="none">
              <a:latin typeface="Salesforce Sans"/>
              <a:ea typeface="Salesforce Sans"/>
              <a:cs typeface="Salesforce Sans"/>
              <a:sym typeface="Salesforce Sans"/>
            </a:endParaRPr>
          </a:p>
        </p:txBody>
      </p:sp>
      <p:sp>
        <p:nvSpPr>
          <p:cNvPr id="1408" name="Google Shape;1408;p82"/>
          <p:cNvSpPr/>
          <p:nvPr/>
        </p:nvSpPr>
        <p:spPr>
          <a:xfrm>
            <a:off x="9590884" y="513712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09" name="Google Shape;1409;p82"/>
          <p:cNvSpPr txBox="1"/>
          <p:nvPr/>
        </p:nvSpPr>
        <p:spPr>
          <a:xfrm>
            <a:off x="9761633" y="527428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Inventory </a:t>
            </a:r>
            <a:endParaRPr sz="800" i="0" u="none" strike="noStrike" cap="none">
              <a:latin typeface="Salesforce Sans"/>
              <a:ea typeface="Salesforce Sans"/>
              <a:cs typeface="Salesforce Sans"/>
              <a:sym typeface="Salesforce Sans"/>
            </a:endParaRPr>
          </a:p>
        </p:txBody>
      </p:sp>
      <p:sp>
        <p:nvSpPr>
          <p:cNvPr id="1410" name="Google Shape;1410;p82"/>
          <p:cNvSpPr/>
          <p:nvPr/>
        </p:nvSpPr>
        <p:spPr>
          <a:xfrm>
            <a:off x="9590884" y="529618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11" name="Google Shape;1411;p82"/>
          <p:cNvSpPr txBox="1"/>
          <p:nvPr/>
        </p:nvSpPr>
        <p:spPr>
          <a:xfrm>
            <a:off x="9761633" y="543334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Logistics </a:t>
            </a:r>
            <a:endParaRPr sz="800" i="0" u="none" strike="noStrike" cap="none">
              <a:latin typeface="Salesforce Sans"/>
              <a:ea typeface="Salesforce Sans"/>
              <a:cs typeface="Salesforce Sans"/>
              <a:sym typeface="Salesforce Sans"/>
            </a:endParaRPr>
          </a:p>
        </p:txBody>
      </p:sp>
      <p:sp>
        <p:nvSpPr>
          <p:cNvPr id="1412" name="Google Shape;1412;p82"/>
          <p:cNvSpPr/>
          <p:nvPr/>
        </p:nvSpPr>
        <p:spPr>
          <a:xfrm>
            <a:off x="9590884" y="545524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13" name="Google Shape;1413;p82"/>
          <p:cNvSpPr txBox="1"/>
          <p:nvPr/>
        </p:nvSpPr>
        <p:spPr>
          <a:xfrm>
            <a:off x="9761632" y="566906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Qualification &amp; Contracting </a:t>
            </a:r>
            <a:endParaRPr sz="800" i="0" u="none" strike="noStrike" cap="none">
              <a:latin typeface="Salesforce Sans"/>
              <a:ea typeface="Salesforce Sans"/>
              <a:cs typeface="Salesforce Sans"/>
              <a:sym typeface="Salesforce Sans"/>
            </a:endParaRPr>
          </a:p>
        </p:txBody>
      </p:sp>
      <p:sp>
        <p:nvSpPr>
          <p:cNvPr id="1414" name="Google Shape;1414;p82"/>
          <p:cNvSpPr/>
          <p:nvPr/>
        </p:nvSpPr>
        <p:spPr>
          <a:xfrm>
            <a:off x="9590884" y="569096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15" name="Google Shape;1415;p82"/>
          <p:cNvSpPr txBox="1"/>
          <p:nvPr/>
        </p:nvSpPr>
        <p:spPr>
          <a:xfrm>
            <a:off x="9761632" y="582663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Sourcing And Negotiation </a:t>
            </a:r>
            <a:endParaRPr sz="800" i="0" u="none" strike="noStrike" cap="none">
              <a:latin typeface="Salesforce Sans"/>
              <a:ea typeface="Salesforce Sans"/>
              <a:cs typeface="Salesforce Sans"/>
              <a:sym typeface="Salesforce Sans"/>
            </a:endParaRPr>
          </a:p>
        </p:txBody>
      </p:sp>
      <p:sp>
        <p:nvSpPr>
          <p:cNvPr id="1416" name="Google Shape;1416;p82"/>
          <p:cNvSpPr/>
          <p:nvPr/>
        </p:nvSpPr>
        <p:spPr>
          <a:xfrm>
            <a:off x="9590884" y="584853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17" name="Google Shape;1417;p82"/>
          <p:cNvSpPr txBox="1"/>
          <p:nvPr/>
        </p:nvSpPr>
        <p:spPr>
          <a:xfrm>
            <a:off x="9761632" y="598614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Performance Monitoring </a:t>
            </a:r>
            <a:endParaRPr sz="800" i="0" u="none" strike="noStrike" cap="none">
              <a:latin typeface="Salesforce Sans"/>
              <a:ea typeface="Salesforce Sans"/>
              <a:cs typeface="Salesforce Sans"/>
              <a:sym typeface="Salesforce Sans"/>
            </a:endParaRPr>
          </a:p>
        </p:txBody>
      </p:sp>
      <p:sp>
        <p:nvSpPr>
          <p:cNvPr id="1418" name="Google Shape;1418;p82"/>
          <p:cNvSpPr/>
          <p:nvPr/>
        </p:nvSpPr>
        <p:spPr>
          <a:xfrm>
            <a:off x="9590884" y="600804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19" name="Google Shape;1419;p82"/>
          <p:cNvSpPr txBox="1"/>
          <p:nvPr/>
        </p:nvSpPr>
        <p:spPr>
          <a:xfrm>
            <a:off x="9761632" y="622235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Inventory And Warehouse Optimization </a:t>
            </a:r>
            <a:endParaRPr sz="800" i="0" u="none" strike="noStrike" cap="none">
              <a:latin typeface="Salesforce Sans"/>
              <a:ea typeface="Salesforce Sans"/>
              <a:cs typeface="Salesforce Sans"/>
              <a:sym typeface="Salesforce Sans"/>
            </a:endParaRPr>
          </a:p>
        </p:txBody>
      </p:sp>
      <p:sp>
        <p:nvSpPr>
          <p:cNvPr id="1420" name="Google Shape;1420;p82"/>
          <p:cNvSpPr/>
          <p:nvPr/>
        </p:nvSpPr>
        <p:spPr>
          <a:xfrm>
            <a:off x="9590884" y="6244255"/>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21" name="Google Shape;1421;p82"/>
          <p:cNvSpPr txBox="1"/>
          <p:nvPr/>
        </p:nvSpPr>
        <p:spPr>
          <a:xfrm>
            <a:off x="9761632" y="637650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Distribution Control </a:t>
            </a:r>
            <a:endParaRPr sz="800" i="0" u="none" strike="noStrike" cap="none">
              <a:latin typeface="Salesforce Sans"/>
              <a:ea typeface="Salesforce Sans"/>
              <a:cs typeface="Salesforce Sans"/>
              <a:sym typeface="Salesforce Sans"/>
            </a:endParaRPr>
          </a:p>
        </p:txBody>
      </p:sp>
      <p:sp>
        <p:nvSpPr>
          <p:cNvPr id="1422" name="Google Shape;1422;p82"/>
          <p:cNvSpPr/>
          <p:nvPr/>
        </p:nvSpPr>
        <p:spPr>
          <a:xfrm>
            <a:off x="9590884" y="639840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r>
              <a:rPr lang="en" sz="800" baseline="30000">
                <a:solidFill>
                  <a:srgbClr val="002775"/>
                </a:solidFill>
                <a:latin typeface="Salesforce Sans"/>
                <a:ea typeface="Salesforce Sans"/>
                <a:cs typeface="Salesforce Sans"/>
                <a:sym typeface="Salesforce Sans"/>
              </a:rPr>
              <a:t> </a:t>
            </a:r>
            <a:endParaRPr sz="800" i="0" u="none" strike="noStrike" cap="none" baseline="30000">
              <a:solidFill>
                <a:srgbClr val="002775"/>
              </a:solidFill>
              <a:latin typeface="Salesforce Sans"/>
              <a:ea typeface="Salesforce Sans"/>
              <a:cs typeface="Salesforce Sans"/>
              <a:sym typeface="Salesforce Sans"/>
            </a:endParaRPr>
          </a:p>
        </p:txBody>
      </p:sp>
      <p:sp>
        <p:nvSpPr>
          <p:cNvPr id="1423" name="Google Shape;1423;p82"/>
          <p:cNvSpPr txBox="1"/>
          <p:nvPr/>
        </p:nvSpPr>
        <p:spPr>
          <a:xfrm>
            <a:off x="9761632" y="653199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Transportation Planning </a:t>
            </a:r>
            <a:endParaRPr sz="800" i="0" u="none" strike="noStrike" cap="none">
              <a:latin typeface="Salesforce Sans"/>
              <a:ea typeface="Salesforce Sans"/>
              <a:cs typeface="Salesforce Sans"/>
              <a:sym typeface="Salesforce Sans"/>
            </a:endParaRPr>
          </a:p>
        </p:txBody>
      </p:sp>
      <p:sp>
        <p:nvSpPr>
          <p:cNvPr id="1424" name="Google Shape;1424;p82"/>
          <p:cNvSpPr/>
          <p:nvPr/>
        </p:nvSpPr>
        <p:spPr>
          <a:xfrm>
            <a:off x="9590884" y="655389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25" name="Google Shape;1425;p82"/>
          <p:cNvSpPr txBox="1"/>
          <p:nvPr/>
        </p:nvSpPr>
        <p:spPr>
          <a:xfrm>
            <a:off x="9761632" y="668749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Returns And Reporting </a:t>
            </a:r>
            <a:endParaRPr sz="800" i="0" u="none" strike="noStrike" cap="none">
              <a:latin typeface="Salesforce Sans"/>
              <a:ea typeface="Salesforce Sans"/>
              <a:cs typeface="Salesforce Sans"/>
              <a:sym typeface="Salesforce Sans"/>
            </a:endParaRPr>
          </a:p>
        </p:txBody>
      </p:sp>
      <p:sp>
        <p:nvSpPr>
          <p:cNvPr id="1426" name="Google Shape;1426;p82"/>
          <p:cNvSpPr/>
          <p:nvPr/>
        </p:nvSpPr>
        <p:spPr>
          <a:xfrm>
            <a:off x="9590884" y="6709391"/>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27" name="Google Shape;1427;p82"/>
          <p:cNvSpPr txBox="1"/>
          <p:nvPr/>
        </p:nvSpPr>
        <p:spPr>
          <a:xfrm>
            <a:off x="9761632" y="691759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Pharmacy Inventory </a:t>
            </a:r>
            <a:endParaRPr sz="800" i="0" u="none" strike="noStrike" cap="none">
              <a:latin typeface="Salesforce Sans"/>
              <a:ea typeface="Salesforce Sans"/>
              <a:cs typeface="Salesforce Sans"/>
              <a:sym typeface="Salesforce Sans"/>
            </a:endParaRPr>
          </a:p>
        </p:txBody>
      </p:sp>
      <p:sp>
        <p:nvSpPr>
          <p:cNvPr id="1428" name="Google Shape;1428;p82"/>
          <p:cNvSpPr/>
          <p:nvPr/>
        </p:nvSpPr>
        <p:spPr>
          <a:xfrm>
            <a:off x="9590884" y="6939495"/>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29" name="Google Shape;1429;p82"/>
          <p:cNvSpPr txBox="1"/>
          <p:nvPr/>
        </p:nvSpPr>
        <p:spPr>
          <a:xfrm>
            <a:off x="9761632" y="707308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Blood Inventory </a:t>
            </a:r>
            <a:endParaRPr sz="800" i="0" u="none" strike="noStrike" cap="none">
              <a:latin typeface="Salesforce Sans"/>
              <a:ea typeface="Salesforce Sans"/>
              <a:cs typeface="Salesforce Sans"/>
              <a:sym typeface="Salesforce Sans"/>
            </a:endParaRPr>
          </a:p>
        </p:txBody>
      </p:sp>
      <p:sp>
        <p:nvSpPr>
          <p:cNvPr id="1430" name="Google Shape;1430;p82"/>
          <p:cNvSpPr/>
          <p:nvPr/>
        </p:nvSpPr>
        <p:spPr>
          <a:xfrm>
            <a:off x="9590884" y="709498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31" name="Google Shape;1431;p82"/>
          <p:cNvSpPr txBox="1"/>
          <p:nvPr/>
        </p:nvSpPr>
        <p:spPr>
          <a:xfrm>
            <a:off x="9761632" y="722857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Sterilization </a:t>
            </a:r>
            <a:endParaRPr sz="800" i="0" u="none" strike="noStrike" cap="none">
              <a:latin typeface="Salesforce Sans"/>
              <a:ea typeface="Salesforce Sans"/>
              <a:cs typeface="Salesforce Sans"/>
              <a:sym typeface="Salesforce Sans"/>
            </a:endParaRPr>
          </a:p>
        </p:txBody>
      </p:sp>
      <p:sp>
        <p:nvSpPr>
          <p:cNvPr id="1432" name="Google Shape;1432;p82"/>
          <p:cNvSpPr/>
          <p:nvPr/>
        </p:nvSpPr>
        <p:spPr>
          <a:xfrm>
            <a:off x="9590884" y="725047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33" name="Google Shape;1433;p82"/>
          <p:cNvSpPr txBox="1"/>
          <p:nvPr/>
        </p:nvSpPr>
        <p:spPr>
          <a:xfrm>
            <a:off x="9761632" y="738407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Waste Management </a:t>
            </a:r>
            <a:endParaRPr sz="800" i="0" u="none" strike="noStrike" cap="none">
              <a:latin typeface="Salesforce Sans"/>
              <a:ea typeface="Salesforce Sans"/>
              <a:cs typeface="Salesforce Sans"/>
              <a:sym typeface="Salesforce Sans"/>
            </a:endParaRPr>
          </a:p>
        </p:txBody>
      </p:sp>
      <p:sp>
        <p:nvSpPr>
          <p:cNvPr id="1434" name="Google Shape;1434;p82"/>
          <p:cNvSpPr/>
          <p:nvPr/>
        </p:nvSpPr>
        <p:spPr>
          <a:xfrm>
            <a:off x="9590884" y="740597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35" name="Google Shape;1435;p82"/>
          <p:cNvSpPr txBox="1"/>
          <p:nvPr/>
        </p:nvSpPr>
        <p:spPr>
          <a:xfrm>
            <a:off x="9761632" y="761496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Acquisition </a:t>
            </a:r>
            <a:endParaRPr sz="800" i="0" u="none" strike="noStrike" cap="none">
              <a:latin typeface="Salesforce Sans"/>
              <a:ea typeface="Salesforce Sans"/>
              <a:cs typeface="Salesforce Sans"/>
              <a:sym typeface="Salesforce Sans"/>
            </a:endParaRPr>
          </a:p>
        </p:txBody>
      </p:sp>
      <p:sp>
        <p:nvSpPr>
          <p:cNvPr id="1436" name="Google Shape;1436;p82"/>
          <p:cNvSpPr/>
          <p:nvPr/>
        </p:nvSpPr>
        <p:spPr>
          <a:xfrm>
            <a:off x="9590884" y="763686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37" name="Google Shape;1437;p82"/>
          <p:cNvSpPr txBox="1"/>
          <p:nvPr/>
        </p:nvSpPr>
        <p:spPr>
          <a:xfrm>
            <a:off x="9761632" y="777018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Employee Operations </a:t>
            </a:r>
            <a:endParaRPr sz="800" i="0" u="none" strike="noStrike" cap="none">
              <a:latin typeface="Salesforce Sans"/>
              <a:ea typeface="Salesforce Sans"/>
              <a:cs typeface="Salesforce Sans"/>
              <a:sym typeface="Salesforce Sans"/>
            </a:endParaRPr>
          </a:p>
        </p:txBody>
      </p:sp>
      <p:sp>
        <p:nvSpPr>
          <p:cNvPr id="1438" name="Google Shape;1438;p82"/>
          <p:cNvSpPr/>
          <p:nvPr/>
        </p:nvSpPr>
        <p:spPr>
          <a:xfrm>
            <a:off x="9590884" y="779208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39" name="Google Shape;1439;p82"/>
          <p:cNvSpPr txBox="1"/>
          <p:nvPr/>
        </p:nvSpPr>
        <p:spPr>
          <a:xfrm>
            <a:off x="9761632" y="800056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Workflow Digitization </a:t>
            </a:r>
            <a:endParaRPr sz="800" i="0" u="none" strike="noStrike" cap="none">
              <a:latin typeface="Salesforce Sans"/>
              <a:ea typeface="Salesforce Sans"/>
              <a:cs typeface="Salesforce Sans"/>
              <a:sym typeface="Salesforce Sans"/>
            </a:endParaRPr>
          </a:p>
        </p:txBody>
      </p:sp>
      <p:sp>
        <p:nvSpPr>
          <p:cNvPr id="1440" name="Google Shape;1440;p82"/>
          <p:cNvSpPr/>
          <p:nvPr/>
        </p:nvSpPr>
        <p:spPr>
          <a:xfrm>
            <a:off x="9590884" y="8022461"/>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41" name="Google Shape;1441;p82"/>
          <p:cNvSpPr txBox="1"/>
          <p:nvPr/>
        </p:nvSpPr>
        <p:spPr>
          <a:xfrm>
            <a:off x="9761632" y="816557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Sop And Record Management </a:t>
            </a:r>
            <a:endParaRPr sz="800" i="0" u="none" strike="noStrike" cap="none">
              <a:latin typeface="Salesforce Sans"/>
              <a:ea typeface="Salesforce Sans"/>
              <a:cs typeface="Salesforce Sans"/>
              <a:sym typeface="Salesforce Sans"/>
            </a:endParaRPr>
          </a:p>
        </p:txBody>
      </p:sp>
      <p:sp>
        <p:nvSpPr>
          <p:cNvPr id="1442" name="Google Shape;1442;p82"/>
          <p:cNvSpPr/>
          <p:nvPr/>
        </p:nvSpPr>
        <p:spPr>
          <a:xfrm>
            <a:off x="9590884" y="8187477"/>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43" name="Google Shape;1443;p82"/>
          <p:cNvSpPr txBox="1"/>
          <p:nvPr/>
        </p:nvSpPr>
        <p:spPr>
          <a:xfrm>
            <a:off x="9761632" y="854799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Workforce Planning </a:t>
            </a:r>
            <a:endParaRPr sz="800" i="0" u="none" strike="noStrike" cap="none">
              <a:latin typeface="Salesforce Sans"/>
              <a:ea typeface="Salesforce Sans"/>
              <a:cs typeface="Salesforce Sans"/>
              <a:sym typeface="Salesforce Sans"/>
            </a:endParaRPr>
          </a:p>
        </p:txBody>
      </p:sp>
      <p:sp>
        <p:nvSpPr>
          <p:cNvPr id="1444" name="Google Shape;1444;p82"/>
          <p:cNvSpPr/>
          <p:nvPr/>
        </p:nvSpPr>
        <p:spPr>
          <a:xfrm>
            <a:off x="9590884" y="8569895"/>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45" name="Google Shape;1445;p82"/>
          <p:cNvSpPr txBox="1"/>
          <p:nvPr/>
        </p:nvSpPr>
        <p:spPr>
          <a:xfrm>
            <a:off x="9761632" y="8703486"/>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People Measurement &amp; Reporting </a:t>
            </a:r>
            <a:endParaRPr sz="800" i="0" u="none" strike="noStrike" cap="none">
              <a:latin typeface="Salesforce Sans"/>
              <a:ea typeface="Salesforce Sans"/>
              <a:cs typeface="Salesforce Sans"/>
              <a:sym typeface="Salesforce Sans"/>
            </a:endParaRPr>
          </a:p>
        </p:txBody>
      </p:sp>
      <p:sp>
        <p:nvSpPr>
          <p:cNvPr id="1446" name="Google Shape;1446;p82"/>
          <p:cNvSpPr/>
          <p:nvPr/>
        </p:nvSpPr>
        <p:spPr>
          <a:xfrm>
            <a:off x="9590884" y="8725386"/>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47" name="Google Shape;1447;p82"/>
          <p:cNvSpPr txBox="1"/>
          <p:nvPr/>
        </p:nvSpPr>
        <p:spPr>
          <a:xfrm>
            <a:off x="9761632" y="893425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Sourcing Strategy Development </a:t>
            </a:r>
            <a:endParaRPr sz="800" i="0" u="none" strike="noStrike" cap="none">
              <a:latin typeface="Salesforce Sans"/>
              <a:ea typeface="Salesforce Sans"/>
              <a:cs typeface="Salesforce Sans"/>
              <a:sym typeface="Salesforce Sans"/>
            </a:endParaRPr>
          </a:p>
        </p:txBody>
      </p:sp>
      <p:sp>
        <p:nvSpPr>
          <p:cNvPr id="1448" name="Google Shape;1448;p82"/>
          <p:cNvSpPr/>
          <p:nvPr/>
        </p:nvSpPr>
        <p:spPr>
          <a:xfrm>
            <a:off x="9590884" y="8956152"/>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49" name="Google Shape;1449;p82"/>
          <p:cNvSpPr txBox="1"/>
          <p:nvPr/>
        </p:nvSpPr>
        <p:spPr>
          <a:xfrm>
            <a:off x="9761632" y="909781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Outreach </a:t>
            </a:r>
            <a:endParaRPr sz="800" i="0" u="none" strike="noStrike" cap="none">
              <a:latin typeface="Salesforce Sans"/>
              <a:ea typeface="Salesforce Sans"/>
              <a:cs typeface="Salesforce Sans"/>
              <a:sym typeface="Salesforce Sans"/>
            </a:endParaRPr>
          </a:p>
        </p:txBody>
      </p:sp>
      <p:sp>
        <p:nvSpPr>
          <p:cNvPr id="1450" name="Google Shape;1450;p82"/>
          <p:cNvSpPr/>
          <p:nvPr/>
        </p:nvSpPr>
        <p:spPr>
          <a:xfrm>
            <a:off x="9590884" y="9119712"/>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51" name="Google Shape;1451;p82"/>
          <p:cNvSpPr txBox="1"/>
          <p:nvPr/>
        </p:nvSpPr>
        <p:spPr>
          <a:xfrm>
            <a:off x="9761632" y="926282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Coaching </a:t>
            </a:r>
            <a:endParaRPr sz="800" i="0" u="none" strike="noStrike" cap="none">
              <a:latin typeface="Salesforce Sans"/>
              <a:ea typeface="Salesforce Sans"/>
              <a:cs typeface="Salesforce Sans"/>
              <a:sym typeface="Salesforce Sans"/>
            </a:endParaRPr>
          </a:p>
        </p:txBody>
      </p:sp>
      <p:sp>
        <p:nvSpPr>
          <p:cNvPr id="1452" name="Google Shape;1452;p82"/>
          <p:cNvSpPr/>
          <p:nvPr/>
        </p:nvSpPr>
        <p:spPr>
          <a:xfrm>
            <a:off x="9590884" y="928472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53" name="Google Shape;1453;p82"/>
          <p:cNvSpPr txBox="1"/>
          <p:nvPr/>
        </p:nvSpPr>
        <p:spPr>
          <a:xfrm>
            <a:off x="9761632" y="9427806"/>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Onboarding </a:t>
            </a:r>
            <a:endParaRPr sz="800" i="0" u="none" strike="noStrike" cap="none">
              <a:latin typeface="Salesforce Sans"/>
              <a:ea typeface="Salesforce Sans"/>
              <a:cs typeface="Salesforce Sans"/>
              <a:sym typeface="Salesforce Sans"/>
            </a:endParaRPr>
          </a:p>
        </p:txBody>
      </p:sp>
      <p:sp>
        <p:nvSpPr>
          <p:cNvPr id="1454" name="Google Shape;1454;p82"/>
          <p:cNvSpPr/>
          <p:nvPr/>
        </p:nvSpPr>
        <p:spPr>
          <a:xfrm>
            <a:off x="9590884" y="944970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55" name="Google Shape;1455;p82"/>
          <p:cNvSpPr txBox="1"/>
          <p:nvPr/>
        </p:nvSpPr>
        <p:spPr>
          <a:xfrm>
            <a:off x="9761633" y="417428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sz="800" i="0" u="none" strike="noStrike" cap="none">
              <a:latin typeface="Salesforce Sans"/>
              <a:ea typeface="Salesforce Sans"/>
              <a:cs typeface="Salesforce Sans"/>
              <a:sym typeface="Salesforce Sans"/>
            </a:endParaRPr>
          </a:p>
        </p:txBody>
      </p:sp>
      <p:sp>
        <p:nvSpPr>
          <p:cNvPr id="1456" name="Google Shape;1456;p82"/>
          <p:cNvSpPr/>
          <p:nvPr/>
        </p:nvSpPr>
        <p:spPr>
          <a:xfrm>
            <a:off x="9590884" y="419618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grpSp>
        <p:nvGrpSpPr>
          <p:cNvPr id="1457" name="Google Shape;1457;p82"/>
          <p:cNvGrpSpPr/>
          <p:nvPr/>
        </p:nvGrpSpPr>
        <p:grpSpPr>
          <a:xfrm>
            <a:off x="6692090" y="1921709"/>
            <a:ext cx="1322400" cy="449700"/>
            <a:chOff x="755165" y="1828821"/>
            <a:chExt cx="1322400" cy="449700"/>
          </a:xfrm>
        </p:grpSpPr>
        <p:sp>
          <p:nvSpPr>
            <p:cNvPr id="1458" name="Google Shape;1458;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459" name="Google Shape;1459;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1460" name="Google Shape;1460;p82"/>
          <p:cNvGrpSpPr/>
          <p:nvPr/>
        </p:nvGrpSpPr>
        <p:grpSpPr>
          <a:xfrm>
            <a:off x="6692090" y="2878284"/>
            <a:ext cx="1322400" cy="449700"/>
            <a:chOff x="755165" y="1828821"/>
            <a:chExt cx="1322400" cy="449700"/>
          </a:xfrm>
        </p:grpSpPr>
        <p:sp>
          <p:nvSpPr>
            <p:cNvPr id="1461" name="Google Shape;1461;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462" name="Google Shape;1462;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1463" name="Google Shape;1463;p82"/>
          <p:cNvGrpSpPr/>
          <p:nvPr/>
        </p:nvGrpSpPr>
        <p:grpSpPr>
          <a:xfrm>
            <a:off x="6692090" y="7639321"/>
            <a:ext cx="1322400" cy="449700"/>
            <a:chOff x="755165" y="1828821"/>
            <a:chExt cx="1322400" cy="449700"/>
          </a:xfrm>
        </p:grpSpPr>
        <p:sp>
          <p:nvSpPr>
            <p:cNvPr id="1464" name="Google Shape;1464;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465" name="Google Shape;1465;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466" name="Google Shape;1466;p82"/>
          <p:cNvSpPr txBox="1"/>
          <p:nvPr/>
        </p:nvSpPr>
        <p:spPr>
          <a:xfrm>
            <a:off x="9761633" y="456599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Statistical Analysis </a:t>
            </a:r>
            <a:endParaRPr sz="800" i="0" u="none" strike="noStrike" cap="none">
              <a:latin typeface="Salesforce Sans"/>
              <a:ea typeface="Salesforce Sans"/>
              <a:cs typeface="Salesforce Sans"/>
              <a:sym typeface="Salesforce Sans"/>
            </a:endParaRPr>
          </a:p>
        </p:txBody>
      </p:sp>
      <p:sp>
        <p:nvSpPr>
          <p:cNvPr id="1467" name="Google Shape;1467;p82"/>
          <p:cNvSpPr/>
          <p:nvPr/>
        </p:nvSpPr>
        <p:spPr>
          <a:xfrm>
            <a:off x="9590884" y="4593852"/>
            <a:ext cx="79200" cy="79200"/>
          </a:xfrm>
          <a:prstGeom prst="ellipse">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468" name="Google Shape;1468;p82"/>
          <p:cNvSpPr txBox="1"/>
          <p:nvPr/>
        </p:nvSpPr>
        <p:spPr>
          <a:xfrm>
            <a:off x="6808917"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469" name="Google Shape;1469;p82"/>
          <p:cNvSpPr txBox="1"/>
          <p:nvPr/>
        </p:nvSpPr>
        <p:spPr>
          <a:xfrm>
            <a:off x="8301793"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470" name="Google Shape;1470;p82"/>
          <p:cNvSpPr txBox="1"/>
          <p:nvPr/>
        </p:nvSpPr>
        <p:spPr>
          <a:xfrm>
            <a:off x="9759805"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471" name="Google Shape;1471;p82"/>
          <p:cNvSpPr txBox="1"/>
          <p:nvPr/>
        </p:nvSpPr>
        <p:spPr>
          <a:xfrm>
            <a:off x="14884817" y="191393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Career Path Design </a:t>
            </a:r>
            <a:endParaRPr sz="800" i="0" u="none" strike="noStrike" cap="none">
              <a:latin typeface="Salesforce Sans"/>
              <a:ea typeface="Salesforce Sans"/>
              <a:cs typeface="Salesforce Sans"/>
              <a:sym typeface="Salesforce Sans"/>
            </a:endParaRPr>
          </a:p>
        </p:txBody>
      </p:sp>
      <p:sp>
        <p:nvSpPr>
          <p:cNvPr id="1472" name="Google Shape;1472;p82"/>
          <p:cNvSpPr txBox="1"/>
          <p:nvPr/>
        </p:nvSpPr>
        <p:spPr>
          <a:xfrm>
            <a:off x="14884817" y="292262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Compliance &amp; Labour Relations Monitoring </a:t>
            </a:r>
            <a:endParaRPr sz="800" i="0" u="none" strike="noStrike" cap="none">
              <a:latin typeface="Salesforce Sans"/>
              <a:ea typeface="Salesforce Sans"/>
              <a:cs typeface="Salesforce Sans"/>
              <a:sym typeface="Salesforce Sans"/>
            </a:endParaRPr>
          </a:p>
        </p:txBody>
      </p:sp>
      <p:sp>
        <p:nvSpPr>
          <p:cNvPr id="1473" name="Google Shape;1473;p82"/>
          <p:cNvSpPr txBox="1"/>
          <p:nvPr/>
        </p:nvSpPr>
        <p:spPr>
          <a:xfrm>
            <a:off x="14884817" y="37002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Threat Detection </a:t>
            </a:r>
            <a:endParaRPr sz="800" i="0" u="none" strike="noStrike" cap="none">
              <a:latin typeface="Salesforce Sans"/>
              <a:ea typeface="Salesforce Sans"/>
              <a:cs typeface="Salesforce Sans"/>
              <a:sym typeface="Salesforce Sans"/>
            </a:endParaRPr>
          </a:p>
        </p:txBody>
      </p:sp>
      <p:sp>
        <p:nvSpPr>
          <p:cNvPr id="1474" name="Google Shape;1474;p82"/>
          <p:cNvSpPr txBox="1"/>
          <p:nvPr/>
        </p:nvSpPr>
        <p:spPr>
          <a:xfrm>
            <a:off x="14884817" y="385685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Incident Response </a:t>
            </a:r>
            <a:endParaRPr sz="800" i="0" u="none" strike="noStrike" cap="none">
              <a:latin typeface="Salesforce Sans"/>
              <a:ea typeface="Salesforce Sans"/>
              <a:cs typeface="Salesforce Sans"/>
              <a:sym typeface="Salesforce Sans"/>
            </a:endParaRPr>
          </a:p>
        </p:txBody>
      </p:sp>
      <p:sp>
        <p:nvSpPr>
          <p:cNvPr id="1475" name="Google Shape;1475;p82"/>
          <p:cNvSpPr txBox="1"/>
          <p:nvPr/>
        </p:nvSpPr>
        <p:spPr>
          <a:xfrm>
            <a:off x="14884817" y="401345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Access &amp; Security Policy Creation </a:t>
            </a:r>
            <a:endParaRPr sz="800" i="0" u="none" strike="noStrike" cap="none">
              <a:latin typeface="Salesforce Sans"/>
              <a:ea typeface="Salesforce Sans"/>
              <a:cs typeface="Salesforce Sans"/>
              <a:sym typeface="Salesforce Sans"/>
            </a:endParaRPr>
          </a:p>
        </p:txBody>
      </p:sp>
      <p:sp>
        <p:nvSpPr>
          <p:cNvPr id="1476" name="Google Shape;1476;p82"/>
          <p:cNvSpPr txBox="1"/>
          <p:nvPr/>
        </p:nvSpPr>
        <p:spPr>
          <a:xfrm>
            <a:off x="14884817" y="433738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Application Development </a:t>
            </a:r>
            <a:endParaRPr sz="800" i="0" u="none" strike="noStrike" cap="none">
              <a:latin typeface="Salesforce Sans"/>
              <a:ea typeface="Salesforce Sans"/>
              <a:cs typeface="Salesforce Sans"/>
              <a:sym typeface="Salesforce Sans"/>
            </a:endParaRPr>
          </a:p>
        </p:txBody>
      </p:sp>
      <p:sp>
        <p:nvSpPr>
          <p:cNvPr id="1477" name="Google Shape;1477;p82"/>
          <p:cNvSpPr txBox="1"/>
          <p:nvPr/>
        </p:nvSpPr>
        <p:spPr>
          <a:xfrm>
            <a:off x="14884817" y="451422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Application Testing </a:t>
            </a:r>
            <a:endParaRPr sz="800" i="0" u="none" strike="noStrike" cap="none">
              <a:latin typeface="Salesforce Sans"/>
              <a:ea typeface="Salesforce Sans"/>
              <a:cs typeface="Salesforce Sans"/>
              <a:sym typeface="Salesforce Sans"/>
            </a:endParaRPr>
          </a:p>
        </p:txBody>
      </p:sp>
      <p:sp>
        <p:nvSpPr>
          <p:cNvPr id="1478" name="Google Shape;1478;p82"/>
          <p:cNvSpPr txBox="1"/>
          <p:nvPr/>
        </p:nvSpPr>
        <p:spPr>
          <a:xfrm>
            <a:off x="14884817" y="692989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Transaction Monitoring </a:t>
            </a:r>
            <a:endParaRPr sz="800" i="0" u="none" strike="noStrike" cap="none">
              <a:latin typeface="Salesforce Sans"/>
              <a:ea typeface="Salesforce Sans"/>
              <a:cs typeface="Salesforce Sans"/>
              <a:sym typeface="Salesforce Sans"/>
            </a:endParaRPr>
          </a:p>
        </p:txBody>
      </p:sp>
      <p:sp>
        <p:nvSpPr>
          <p:cNvPr id="1479" name="Google Shape;1479;p82"/>
          <p:cNvSpPr txBox="1"/>
          <p:nvPr/>
        </p:nvSpPr>
        <p:spPr>
          <a:xfrm>
            <a:off x="14884817" y="762537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Cash &amp; Liquidity Management </a:t>
            </a:r>
            <a:endParaRPr sz="800" i="0" u="none" strike="noStrike" cap="none">
              <a:latin typeface="Salesforce Sans"/>
              <a:ea typeface="Salesforce Sans"/>
              <a:cs typeface="Salesforce Sans"/>
              <a:sym typeface="Salesforce Sans"/>
            </a:endParaRPr>
          </a:p>
        </p:txBody>
      </p:sp>
      <p:sp>
        <p:nvSpPr>
          <p:cNvPr id="1480" name="Google Shape;1480;p82"/>
          <p:cNvSpPr txBox="1"/>
          <p:nvPr/>
        </p:nvSpPr>
        <p:spPr>
          <a:xfrm>
            <a:off x="14884817" y="778078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Risk Management </a:t>
            </a:r>
            <a:endParaRPr sz="800" i="0" u="none" strike="noStrike" cap="none">
              <a:latin typeface="Salesforce Sans"/>
              <a:ea typeface="Salesforce Sans"/>
              <a:cs typeface="Salesforce Sans"/>
              <a:sym typeface="Salesforce Sans"/>
            </a:endParaRPr>
          </a:p>
        </p:txBody>
      </p:sp>
      <p:sp>
        <p:nvSpPr>
          <p:cNvPr id="1481" name="Google Shape;1481;p82"/>
          <p:cNvSpPr txBox="1"/>
          <p:nvPr/>
        </p:nvSpPr>
        <p:spPr>
          <a:xfrm>
            <a:off x="14884817" y="801001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Tax Filing </a:t>
            </a:r>
            <a:endParaRPr sz="800" i="0" u="none" strike="noStrike" cap="none">
              <a:latin typeface="Salesforce Sans"/>
              <a:ea typeface="Salesforce Sans"/>
              <a:cs typeface="Salesforce Sans"/>
              <a:sym typeface="Salesforce Sans"/>
            </a:endParaRPr>
          </a:p>
        </p:txBody>
      </p:sp>
      <p:sp>
        <p:nvSpPr>
          <p:cNvPr id="1482" name="Google Shape;1482;p82"/>
          <p:cNvSpPr txBox="1"/>
          <p:nvPr/>
        </p:nvSpPr>
        <p:spPr>
          <a:xfrm>
            <a:off x="14884817" y="818448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Regulatory Reporting </a:t>
            </a:r>
            <a:endParaRPr sz="800" i="0" u="none" strike="noStrike" cap="none">
              <a:latin typeface="Salesforce Sans"/>
              <a:ea typeface="Salesforce Sans"/>
              <a:cs typeface="Salesforce Sans"/>
              <a:sym typeface="Salesforce Sans"/>
            </a:endParaRPr>
          </a:p>
        </p:txBody>
      </p:sp>
      <p:sp>
        <p:nvSpPr>
          <p:cNvPr id="1483" name="Google Shape;1483;p82"/>
          <p:cNvSpPr txBox="1"/>
          <p:nvPr/>
        </p:nvSpPr>
        <p:spPr>
          <a:xfrm>
            <a:off x="14884817" y="857150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Presentation Creation </a:t>
            </a:r>
            <a:endParaRPr sz="800" i="0" u="none" strike="noStrike" cap="none">
              <a:latin typeface="Salesforce Sans"/>
              <a:ea typeface="Salesforce Sans"/>
              <a:cs typeface="Salesforce Sans"/>
              <a:sym typeface="Salesforce Sans"/>
            </a:endParaRPr>
          </a:p>
        </p:txBody>
      </p:sp>
      <p:sp>
        <p:nvSpPr>
          <p:cNvPr id="1484" name="Google Shape;1484;p82"/>
          <p:cNvSpPr txBox="1"/>
          <p:nvPr/>
        </p:nvSpPr>
        <p:spPr>
          <a:xfrm>
            <a:off x="14884817" y="887932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IP Registration </a:t>
            </a:r>
            <a:endParaRPr sz="800" i="0" u="none" strike="noStrike" cap="none">
              <a:latin typeface="Salesforce Sans"/>
              <a:ea typeface="Salesforce Sans"/>
              <a:cs typeface="Salesforce Sans"/>
              <a:sym typeface="Salesforce Sans"/>
            </a:endParaRPr>
          </a:p>
        </p:txBody>
      </p:sp>
      <p:sp>
        <p:nvSpPr>
          <p:cNvPr id="1485" name="Google Shape;1485;p82"/>
          <p:cNvSpPr txBox="1"/>
          <p:nvPr/>
        </p:nvSpPr>
        <p:spPr>
          <a:xfrm>
            <a:off x="14884825" y="9034721"/>
            <a:ext cx="307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IP Enforcement </a:t>
            </a:r>
            <a:endParaRPr sz="800" i="0" u="none" strike="noStrike" cap="none">
              <a:latin typeface="Salesforce Sans"/>
              <a:ea typeface="Salesforce Sans"/>
              <a:cs typeface="Salesforce Sans"/>
              <a:sym typeface="Salesforce Sans"/>
            </a:endParaRPr>
          </a:p>
        </p:txBody>
      </p:sp>
      <p:sp>
        <p:nvSpPr>
          <p:cNvPr id="1486" name="Google Shape;1486;p82"/>
          <p:cNvSpPr/>
          <p:nvPr/>
        </p:nvSpPr>
        <p:spPr>
          <a:xfrm>
            <a:off x="13420704" y="1891938"/>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Management &amp; Development</a:t>
            </a:r>
            <a:endParaRPr sz="900" b="1" i="0" u="none" strike="noStrike" cap="none">
              <a:solidFill>
                <a:srgbClr val="066AFE"/>
              </a:solidFill>
              <a:latin typeface="Salesforce Sans"/>
              <a:ea typeface="Salesforce Sans"/>
              <a:cs typeface="Salesforce Sans"/>
              <a:sym typeface="Salesforce Sans"/>
            </a:endParaRPr>
          </a:p>
        </p:txBody>
      </p:sp>
      <p:sp>
        <p:nvSpPr>
          <p:cNvPr id="1487" name="Google Shape;1487;p82"/>
          <p:cNvSpPr/>
          <p:nvPr/>
        </p:nvSpPr>
        <p:spPr>
          <a:xfrm>
            <a:off x="13420704" y="2450155"/>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Operations</a:t>
            </a:r>
            <a:endParaRPr sz="900" b="1" i="0" u="none" strike="noStrike" cap="none">
              <a:solidFill>
                <a:srgbClr val="066AFE"/>
              </a:solidFill>
              <a:latin typeface="Salesforce Sans"/>
              <a:ea typeface="Salesforce Sans"/>
              <a:cs typeface="Salesforce Sans"/>
              <a:sym typeface="Salesforce Sans"/>
            </a:endParaRPr>
          </a:p>
        </p:txBody>
      </p:sp>
      <p:sp>
        <p:nvSpPr>
          <p:cNvPr id="1488" name="Google Shape;1488;p82"/>
          <p:cNvSpPr/>
          <p:nvPr/>
        </p:nvSpPr>
        <p:spPr>
          <a:xfrm>
            <a:off x="13420704" y="3149292"/>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It Helpdesk</a:t>
            </a:r>
            <a:endParaRPr sz="900" b="1" i="0" u="none" strike="noStrike" cap="none">
              <a:solidFill>
                <a:srgbClr val="066AFE"/>
              </a:solidFill>
              <a:latin typeface="Salesforce Sans"/>
              <a:ea typeface="Salesforce Sans"/>
              <a:cs typeface="Salesforce Sans"/>
              <a:sym typeface="Salesforce Sans"/>
            </a:endParaRPr>
          </a:p>
        </p:txBody>
      </p:sp>
      <p:sp>
        <p:nvSpPr>
          <p:cNvPr id="1489" name="Google Shape;1489;p82"/>
          <p:cNvSpPr/>
          <p:nvPr/>
        </p:nvSpPr>
        <p:spPr>
          <a:xfrm>
            <a:off x="13420704" y="3697852"/>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Cyber</a:t>
            </a:r>
            <a:endParaRPr sz="900" b="1" i="0" u="none" strike="noStrike" cap="none">
              <a:solidFill>
                <a:srgbClr val="066AFE"/>
              </a:solidFill>
              <a:latin typeface="Salesforce Sans"/>
              <a:ea typeface="Salesforce Sans"/>
              <a:cs typeface="Salesforce Sans"/>
              <a:sym typeface="Salesforce Sans"/>
            </a:endParaRPr>
          </a:p>
        </p:txBody>
      </p:sp>
      <p:sp>
        <p:nvSpPr>
          <p:cNvPr id="1490" name="Google Shape;1490;p82"/>
          <p:cNvSpPr/>
          <p:nvPr/>
        </p:nvSpPr>
        <p:spPr>
          <a:xfrm>
            <a:off x="13420704" y="4175744"/>
            <a:ext cx="10218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Infra &amp; Application Management</a:t>
            </a:r>
            <a:endParaRPr sz="900" b="1" i="0" u="none" strike="noStrike" cap="none">
              <a:solidFill>
                <a:srgbClr val="066AFE"/>
              </a:solidFill>
              <a:latin typeface="Salesforce Sans"/>
              <a:ea typeface="Salesforce Sans"/>
              <a:cs typeface="Salesforce Sans"/>
              <a:sym typeface="Salesforce Sans"/>
            </a:endParaRPr>
          </a:p>
        </p:txBody>
      </p:sp>
      <p:sp>
        <p:nvSpPr>
          <p:cNvPr id="1491" name="Google Shape;1491;p82"/>
          <p:cNvSpPr/>
          <p:nvPr/>
        </p:nvSpPr>
        <p:spPr>
          <a:xfrm>
            <a:off x="13420704" y="4743720"/>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Hospital Operations</a:t>
            </a:r>
            <a:endParaRPr sz="900" b="1" i="0" u="none" strike="noStrike" cap="none">
              <a:solidFill>
                <a:srgbClr val="066AFE"/>
              </a:solidFill>
              <a:latin typeface="Salesforce Sans"/>
              <a:ea typeface="Salesforce Sans"/>
              <a:cs typeface="Salesforce Sans"/>
              <a:sym typeface="Salesforce Sans"/>
            </a:endParaRPr>
          </a:p>
        </p:txBody>
      </p:sp>
      <p:sp>
        <p:nvSpPr>
          <p:cNvPr id="1492" name="Google Shape;1492;p82"/>
          <p:cNvSpPr/>
          <p:nvPr/>
        </p:nvSpPr>
        <p:spPr>
          <a:xfrm>
            <a:off x="13420704" y="5297344"/>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1493" name="Google Shape;1493;p82"/>
          <p:cNvSpPr/>
          <p:nvPr/>
        </p:nvSpPr>
        <p:spPr>
          <a:xfrm>
            <a:off x="13420704" y="5846634"/>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Revenue Cycle Management</a:t>
            </a:r>
            <a:endParaRPr sz="900" b="1" i="0" u="none" strike="noStrike" cap="none">
              <a:solidFill>
                <a:srgbClr val="066AFE"/>
              </a:solidFill>
              <a:latin typeface="Salesforce Sans"/>
              <a:ea typeface="Salesforce Sans"/>
              <a:cs typeface="Salesforce Sans"/>
              <a:sym typeface="Salesforce Sans"/>
            </a:endParaRPr>
          </a:p>
        </p:txBody>
      </p:sp>
      <p:sp>
        <p:nvSpPr>
          <p:cNvPr id="1494" name="Google Shape;1494;p82"/>
          <p:cNvSpPr/>
          <p:nvPr/>
        </p:nvSpPr>
        <p:spPr>
          <a:xfrm>
            <a:off x="13420704" y="6386911"/>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1495" name="Google Shape;1495;p82"/>
          <p:cNvSpPr/>
          <p:nvPr/>
        </p:nvSpPr>
        <p:spPr>
          <a:xfrm>
            <a:off x="13420704" y="6925512"/>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Finance Operations</a:t>
            </a:r>
            <a:endParaRPr sz="900" b="1" i="0" u="none" strike="noStrike" cap="none">
              <a:solidFill>
                <a:srgbClr val="066AFE"/>
              </a:solidFill>
              <a:latin typeface="Salesforce Sans"/>
              <a:ea typeface="Salesforce Sans"/>
              <a:cs typeface="Salesforce Sans"/>
              <a:sym typeface="Salesforce Sans"/>
            </a:endParaRPr>
          </a:p>
        </p:txBody>
      </p:sp>
      <p:sp>
        <p:nvSpPr>
          <p:cNvPr id="1496" name="Google Shape;1496;p82"/>
          <p:cNvSpPr/>
          <p:nvPr/>
        </p:nvSpPr>
        <p:spPr>
          <a:xfrm>
            <a:off x="13420704" y="7619359"/>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Treasury</a:t>
            </a:r>
            <a:endParaRPr sz="900" b="1" i="0" u="none" strike="noStrike" cap="none">
              <a:solidFill>
                <a:srgbClr val="066AFE"/>
              </a:solidFill>
              <a:latin typeface="Salesforce Sans"/>
              <a:ea typeface="Salesforce Sans"/>
              <a:cs typeface="Salesforce Sans"/>
              <a:sym typeface="Salesforce Sans"/>
            </a:endParaRPr>
          </a:p>
        </p:txBody>
      </p:sp>
      <p:sp>
        <p:nvSpPr>
          <p:cNvPr id="1497" name="Google Shape;1497;p82"/>
          <p:cNvSpPr/>
          <p:nvPr/>
        </p:nvSpPr>
        <p:spPr>
          <a:xfrm>
            <a:off x="13420704" y="8006349"/>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Tax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Compliance</a:t>
            </a:r>
            <a:endParaRPr sz="900" b="1" i="0" u="none" strike="noStrike" cap="none">
              <a:solidFill>
                <a:srgbClr val="066AFE"/>
              </a:solidFill>
              <a:latin typeface="Salesforce Sans"/>
              <a:ea typeface="Salesforce Sans"/>
              <a:cs typeface="Salesforce Sans"/>
              <a:sym typeface="Salesforce Sans"/>
            </a:endParaRPr>
          </a:p>
        </p:txBody>
      </p:sp>
      <p:sp>
        <p:nvSpPr>
          <p:cNvPr id="1498" name="Google Shape;1498;p82"/>
          <p:cNvSpPr/>
          <p:nvPr/>
        </p:nvSpPr>
        <p:spPr>
          <a:xfrm>
            <a:off x="13420704" y="8429628"/>
            <a:ext cx="1092600" cy="246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Management &amp; Board Reporting Generation</a:t>
            </a:r>
            <a:endParaRPr sz="900" b="1" i="0" u="none" strike="noStrike" cap="none">
              <a:solidFill>
                <a:srgbClr val="066AFE"/>
              </a:solidFill>
              <a:latin typeface="Salesforce Sans"/>
              <a:ea typeface="Salesforce Sans"/>
              <a:cs typeface="Salesforce Sans"/>
              <a:sym typeface="Salesforce Sans"/>
            </a:endParaRPr>
          </a:p>
        </p:txBody>
      </p:sp>
      <p:sp>
        <p:nvSpPr>
          <p:cNvPr id="1499" name="Google Shape;1499;p82"/>
          <p:cNvSpPr/>
          <p:nvPr/>
        </p:nvSpPr>
        <p:spPr>
          <a:xfrm>
            <a:off x="13420704" y="8876755"/>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Litigation &amp; I</a:t>
            </a:r>
            <a:r>
              <a:rPr lang="en" sz="900" b="1">
                <a:solidFill>
                  <a:srgbClr val="066AFE"/>
                </a:solidFill>
                <a:latin typeface="Salesforce Sans"/>
                <a:ea typeface="Salesforce Sans"/>
                <a:cs typeface="Salesforce Sans"/>
                <a:sym typeface="Salesforce Sans"/>
              </a:rPr>
              <a:t>P</a:t>
            </a:r>
            <a:r>
              <a:rPr lang="en" sz="900" b="1" i="0" u="none" strike="noStrike" cap="none">
                <a:solidFill>
                  <a:srgbClr val="066AFE"/>
                </a:solidFill>
                <a:latin typeface="Salesforce Sans"/>
                <a:ea typeface="Salesforce Sans"/>
                <a:cs typeface="Salesforce Sans"/>
                <a:sym typeface="Salesforce Sans"/>
              </a:rPr>
              <a:t> Protection</a:t>
            </a:r>
            <a:endParaRPr sz="900" b="1" i="0" u="none" strike="noStrike" cap="none">
              <a:solidFill>
                <a:srgbClr val="066AFE"/>
              </a:solidFill>
              <a:latin typeface="Salesforce Sans"/>
              <a:ea typeface="Salesforce Sans"/>
              <a:cs typeface="Salesforce Sans"/>
              <a:sym typeface="Salesforce Sans"/>
            </a:endParaRPr>
          </a:p>
        </p:txBody>
      </p:sp>
      <p:sp>
        <p:nvSpPr>
          <p:cNvPr id="1500" name="Google Shape;1500;p82"/>
          <p:cNvSpPr txBox="1"/>
          <p:nvPr/>
        </p:nvSpPr>
        <p:spPr>
          <a:xfrm>
            <a:off x="14884817" y="206935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Content Design &amp; Delivery </a:t>
            </a:r>
            <a:endParaRPr sz="800" i="0" u="none" strike="noStrike" cap="none">
              <a:latin typeface="Salesforce Sans"/>
              <a:ea typeface="Salesforce Sans"/>
              <a:cs typeface="Salesforce Sans"/>
              <a:sym typeface="Salesforce Sans"/>
            </a:endParaRPr>
          </a:p>
        </p:txBody>
      </p:sp>
      <p:sp>
        <p:nvSpPr>
          <p:cNvPr id="1501" name="Google Shape;1501;p82"/>
          <p:cNvSpPr/>
          <p:nvPr/>
        </p:nvSpPr>
        <p:spPr>
          <a:xfrm>
            <a:off x="14716218" y="209125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02" name="Google Shape;1502;p82"/>
          <p:cNvSpPr txBox="1"/>
          <p:nvPr/>
        </p:nvSpPr>
        <p:spPr>
          <a:xfrm>
            <a:off x="14884817" y="222476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Performance Management </a:t>
            </a:r>
            <a:endParaRPr sz="800" i="0" u="none" strike="noStrike" cap="none">
              <a:latin typeface="Salesforce Sans"/>
              <a:ea typeface="Salesforce Sans"/>
              <a:cs typeface="Salesforce Sans"/>
              <a:sym typeface="Salesforce Sans"/>
            </a:endParaRPr>
          </a:p>
        </p:txBody>
      </p:sp>
      <p:sp>
        <p:nvSpPr>
          <p:cNvPr id="1503" name="Google Shape;1503;p82"/>
          <p:cNvSpPr/>
          <p:nvPr/>
        </p:nvSpPr>
        <p:spPr>
          <a:xfrm>
            <a:off x="14716218" y="224666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04" name="Google Shape;1504;p82"/>
          <p:cNvSpPr txBox="1"/>
          <p:nvPr/>
        </p:nvSpPr>
        <p:spPr>
          <a:xfrm>
            <a:off x="14884817" y="245399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Compensation &amp; Benefit Creation &amp; Delivery </a:t>
            </a:r>
            <a:endParaRPr sz="800" i="0" u="none" strike="noStrike" cap="none">
              <a:latin typeface="Salesforce Sans"/>
              <a:ea typeface="Salesforce Sans"/>
              <a:cs typeface="Salesforce Sans"/>
              <a:sym typeface="Salesforce Sans"/>
            </a:endParaRPr>
          </a:p>
        </p:txBody>
      </p:sp>
      <p:sp>
        <p:nvSpPr>
          <p:cNvPr id="1505" name="Google Shape;1505;p82"/>
          <p:cNvSpPr/>
          <p:nvPr/>
        </p:nvSpPr>
        <p:spPr>
          <a:xfrm>
            <a:off x="14716218" y="247589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06" name="Google Shape;1506;p82"/>
          <p:cNvSpPr txBox="1"/>
          <p:nvPr/>
        </p:nvSpPr>
        <p:spPr>
          <a:xfrm>
            <a:off x="14884817" y="261179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Employee Experience &amp; Health Monitoring </a:t>
            </a:r>
            <a:endParaRPr sz="800" i="0" u="none" strike="noStrike" cap="none">
              <a:latin typeface="Salesforce Sans"/>
              <a:ea typeface="Salesforce Sans"/>
              <a:cs typeface="Salesforce Sans"/>
              <a:sym typeface="Salesforce Sans"/>
            </a:endParaRPr>
          </a:p>
        </p:txBody>
      </p:sp>
      <p:sp>
        <p:nvSpPr>
          <p:cNvPr id="1507" name="Google Shape;1507;p82"/>
          <p:cNvSpPr/>
          <p:nvPr/>
        </p:nvSpPr>
        <p:spPr>
          <a:xfrm>
            <a:off x="14716218" y="2633692"/>
            <a:ext cx="79200" cy="79200"/>
          </a:xfrm>
          <a:prstGeom prst="ellipse">
            <a:avLst/>
          </a:prstGeom>
          <a:solidFill>
            <a:srgbClr val="D17D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08" name="Google Shape;1508;p82"/>
          <p:cNvSpPr txBox="1"/>
          <p:nvPr/>
        </p:nvSpPr>
        <p:spPr>
          <a:xfrm>
            <a:off x="14884817" y="276720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Payroll &amp; Vacation Monitoring </a:t>
            </a:r>
            <a:endParaRPr sz="800" i="0" u="none" strike="noStrike" cap="none">
              <a:latin typeface="Salesforce Sans"/>
              <a:ea typeface="Salesforce Sans"/>
              <a:cs typeface="Salesforce Sans"/>
              <a:sym typeface="Salesforce Sans"/>
            </a:endParaRPr>
          </a:p>
        </p:txBody>
      </p:sp>
      <p:sp>
        <p:nvSpPr>
          <p:cNvPr id="1509" name="Google Shape;1509;p82"/>
          <p:cNvSpPr/>
          <p:nvPr/>
        </p:nvSpPr>
        <p:spPr>
          <a:xfrm>
            <a:off x="14716218" y="278910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10" name="Google Shape;1510;p82"/>
          <p:cNvSpPr txBox="1"/>
          <p:nvPr/>
        </p:nvSpPr>
        <p:spPr>
          <a:xfrm>
            <a:off x="14884817" y="315304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Ticket Intake </a:t>
            </a:r>
            <a:endParaRPr sz="800" i="0" u="none" strike="noStrike" cap="none">
              <a:latin typeface="Salesforce Sans"/>
              <a:ea typeface="Salesforce Sans"/>
              <a:cs typeface="Salesforce Sans"/>
              <a:sym typeface="Salesforce Sans"/>
            </a:endParaRPr>
          </a:p>
        </p:txBody>
      </p:sp>
      <p:sp>
        <p:nvSpPr>
          <p:cNvPr id="1511" name="Google Shape;1511;p82"/>
          <p:cNvSpPr/>
          <p:nvPr/>
        </p:nvSpPr>
        <p:spPr>
          <a:xfrm>
            <a:off x="14716218" y="317494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12" name="Google Shape;1512;p82"/>
          <p:cNvSpPr txBox="1"/>
          <p:nvPr/>
        </p:nvSpPr>
        <p:spPr>
          <a:xfrm>
            <a:off x="14884817" y="33096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Resolution &amp; Troubleshooting </a:t>
            </a:r>
            <a:endParaRPr sz="800" i="0" u="none" strike="noStrike" cap="none">
              <a:latin typeface="Salesforce Sans"/>
              <a:ea typeface="Salesforce Sans"/>
              <a:cs typeface="Salesforce Sans"/>
              <a:sym typeface="Salesforce Sans"/>
            </a:endParaRPr>
          </a:p>
        </p:txBody>
      </p:sp>
      <p:sp>
        <p:nvSpPr>
          <p:cNvPr id="1513" name="Google Shape;1513;p82"/>
          <p:cNvSpPr/>
          <p:nvPr/>
        </p:nvSpPr>
        <p:spPr>
          <a:xfrm>
            <a:off x="14716218" y="33315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14" name="Google Shape;1514;p82"/>
          <p:cNvSpPr txBox="1"/>
          <p:nvPr/>
        </p:nvSpPr>
        <p:spPr>
          <a:xfrm>
            <a:off x="14884817" y="418196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Asset &amp; Infra Lifecycle Management </a:t>
            </a:r>
            <a:endParaRPr sz="800" i="0" u="none" strike="noStrike" cap="none">
              <a:latin typeface="Salesforce Sans"/>
              <a:ea typeface="Salesforce Sans"/>
              <a:cs typeface="Salesforce Sans"/>
              <a:sym typeface="Salesforce Sans"/>
            </a:endParaRPr>
          </a:p>
        </p:txBody>
      </p:sp>
      <p:sp>
        <p:nvSpPr>
          <p:cNvPr id="1515" name="Google Shape;1515;p82"/>
          <p:cNvSpPr/>
          <p:nvPr/>
        </p:nvSpPr>
        <p:spPr>
          <a:xfrm>
            <a:off x="14716218" y="420386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16" name="Google Shape;1516;p82"/>
          <p:cNvSpPr txBox="1"/>
          <p:nvPr/>
        </p:nvSpPr>
        <p:spPr>
          <a:xfrm>
            <a:off x="14884817" y="474584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Capacity Management </a:t>
            </a:r>
            <a:endParaRPr sz="800" i="0" u="none" strike="noStrike" cap="none">
              <a:latin typeface="Salesforce Sans"/>
              <a:ea typeface="Salesforce Sans"/>
              <a:cs typeface="Salesforce Sans"/>
              <a:sym typeface="Salesforce Sans"/>
            </a:endParaRPr>
          </a:p>
        </p:txBody>
      </p:sp>
      <p:sp>
        <p:nvSpPr>
          <p:cNvPr id="1517" name="Google Shape;1517;p82"/>
          <p:cNvSpPr/>
          <p:nvPr/>
        </p:nvSpPr>
        <p:spPr>
          <a:xfrm>
            <a:off x="14716218" y="4767742"/>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18" name="Google Shape;1518;p82"/>
          <p:cNvSpPr txBox="1"/>
          <p:nvPr/>
        </p:nvSpPr>
        <p:spPr>
          <a:xfrm>
            <a:off x="14884817" y="490363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Flow </a:t>
            </a:r>
            <a:endParaRPr sz="800" i="0" u="none" strike="noStrike" cap="none">
              <a:latin typeface="Salesforce Sans"/>
              <a:ea typeface="Salesforce Sans"/>
              <a:cs typeface="Salesforce Sans"/>
              <a:sym typeface="Salesforce Sans"/>
            </a:endParaRPr>
          </a:p>
        </p:txBody>
      </p:sp>
      <p:sp>
        <p:nvSpPr>
          <p:cNvPr id="1519" name="Google Shape;1519;p82"/>
          <p:cNvSpPr/>
          <p:nvPr/>
        </p:nvSpPr>
        <p:spPr>
          <a:xfrm>
            <a:off x="14716218" y="4925537"/>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20" name="Google Shape;1520;p82"/>
          <p:cNvSpPr txBox="1"/>
          <p:nvPr/>
        </p:nvSpPr>
        <p:spPr>
          <a:xfrm>
            <a:off x="14884817" y="5059051"/>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Asset Lifecycle </a:t>
            </a:r>
            <a:endParaRPr sz="800" i="0" u="none" strike="noStrike" cap="none">
              <a:latin typeface="Salesforce Sans"/>
              <a:ea typeface="Salesforce Sans"/>
              <a:cs typeface="Salesforce Sans"/>
              <a:sym typeface="Salesforce Sans"/>
            </a:endParaRPr>
          </a:p>
        </p:txBody>
      </p:sp>
      <p:sp>
        <p:nvSpPr>
          <p:cNvPr id="1521" name="Google Shape;1521;p82"/>
          <p:cNvSpPr/>
          <p:nvPr/>
        </p:nvSpPr>
        <p:spPr>
          <a:xfrm>
            <a:off x="14716218" y="5080951"/>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22" name="Google Shape;1522;p82"/>
          <p:cNvSpPr txBox="1"/>
          <p:nvPr/>
        </p:nvSpPr>
        <p:spPr>
          <a:xfrm>
            <a:off x="14884817" y="528828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Demand Forecasting </a:t>
            </a:r>
            <a:endParaRPr sz="800" i="0" u="none" strike="noStrike" cap="none">
              <a:latin typeface="Salesforce Sans"/>
              <a:ea typeface="Salesforce Sans"/>
              <a:cs typeface="Salesforce Sans"/>
              <a:sym typeface="Salesforce Sans"/>
            </a:endParaRPr>
          </a:p>
        </p:txBody>
      </p:sp>
      <p:sp>
        <p:nvSpPr>
          <p:cNvPr id="1523" name="Google Shape;1523;p82"/>
          <p:cNvSpPr/>
          <p:nvPr/>
        </p:nvSpPr>
        <p:spPr>
          <a:xfrm>
            <a:off x="14716218" y="531018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24" name="Google Shape;1524;p82"/>
          <p:cNvSpPr txBox="1"/>
          <p:nvPr/>
        </p:nvSpPr>
        <p:spPr>
          <a:xfrm>
            <a:off x="14884817" y="54627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OR Optimization </a:t>
            </a:r>
            <a:endParaRPr sz="800" i="0" u="none" strike="noStrike" cap="none">
              <a:latin typeface="Salesforce Sans"/>
              <a:ea typeface="Salesforce Sans"/>
              <a:cs typeface="Salesforce Sans"/>
              <a:sym typeface="Salesforce Sans"/>
            </a:endParaRPr>
          </a:p>
        </p:txBody>
      </p:sp>
      <p:sp>
        <p:nvSpPr>
          <p:cNvPr id="1525" name="Google Shape;1525;p82"/>
          <p:cNvSpPr/>
          <p:nvPr/>
        </p:nvSpPr>
        <p:spPr>
          <a:xfrm>
            <a:off x="14716218" y="5484648"/>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26" name="Google Shape;1526;p82"/>
          <p:cNvSpPr txBox="1"/>
          <p:nvPr/>
        </p:nvSpPr>
        <p:spPr>
          <a:xfrm>
            <a:off x="14884817" y="561698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VBC Outcome Tracking </a:t>
            </a:r>
            <a:endParaRPr sz="800" i="0" u="none" strike="noStrike" cap="none">
              <a:latin typeface="Salesforce Sans"/>
              <a:ea typeface="Salesforce Sans"/>
              <a:cs typeface="Salesforce Sans"/>
              <a:sym typeface="Salesforce Sans"/>
            </a:endParaRPr>
          </a:p>
        </p:txBody>
      </p:sp>
      <p:sp>
        <p:nvSpPr>
          <p:cNvPr id="1527" name="Google Shape;1527;p82"/>
          <p:cNvSpPr/>
          <p:nvPr/>
        </p:nvSpPr>
        <p:spPr>
          <a:xfrm>
            <a:off x="14716218" y="5638880"/>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28" name="Google Shape;1528;p82"/>
          <p:cNvSpPr txBox="1"/>
          <p:nvPr/>
        </p:nvSpPr>
        <p:spPr>
          <a:xfrm>
            <a:off x="14884817" y="584739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Clinical Documentation &amp; Pre-Auth </a:t>
            </a:r>
            <a:endParaRPr sz="800" i="0" u="none" strike="noStrike" cap="none">
              <a:latin typeface="Salesforce Sans"/>
              <a:ea typeface="Salesforce Sans"/>
              <a:cs typeface="Salesforce Sans"/>
              <a:sym typeface="Salesforce Sans"/>
            </a:endParaRPr>
          </a:p>
        </p:txBody>
      </p:sp>
      <p:sp>
        <p:nvSpPr>
          <p:cNvPr id="1529" name="Google Shape;1529;p82"/>
          <p:cNvSpPr/>
          <p:nvPr/>
        </p:nvSpPr>
        <p:spPr>
          <a:xfrm>
            <a:off x="14716218" y="586929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30" name="Google Shape;1530;p82"/>
          <p:cNvSpPr txBox="1"/>
          <p:nvPr/>
        </p:nvSpPr>
        <p:spPr>
          <a:xfrm>
            <a:off x="14884817" y="600280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Claims Submission &amp; Billing </a:t>
            </a:r>
            <a:endParaRPr sz="800" i="0" u="none" strike="noStrike" cap="none">
              <a:latin typeface="Salesforce Sans"/>
              <a:ea typeface="Salesforce Sans"/>
              <a:cs typeface="Salesforce Sans"/>
              <a:sym typeface="Salesforce Sans"/>
            </a:endParaRPr>
          </a:p>
        </p:txBody>
      </p:sp>
      <p:sp>
        <p:nvSpPr>
          <p:cNvPr id="1531" name="Google Shape;1531;p82"/>
          <p:cNvSpPr/>
          <p:nvPr/>
        </p:nvSpPr>
        <p:spPr>
          <a:xfrm>
            <a:off x="14716218" y="602470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32" name="Google Shape;1532;p82"/>
          <p:cNvSpPr txBox="1"/>
          <p:nvPr/>
        </p:nvSpPr>
        <p:spPr>
          <a:xfrm>
            <a:off x="14884817" y="615822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Payment &amp; Follow-Up </a:t>
            </a:r>
            <a:endParaRPr sz="800" i="0" u="none" strike="noStrike" cap="none">
              <a:latin typeface="Salesforce Sans"/>
              <a:ea typeface="Salesforce Sans"/>
              <a:cs typeface="Salesforce Sans"/>
              <a:sym typeface="Salesforce Sans"/>
            </a:endParaRPr>
          </a:p>
        </p:txBody>
      </p:sp>
      <p:sp>
        <p:nvSpPr>
          <p:cNvPr id="1533" name="Google Shape;1533;p82"/>
          <p:cNvSpPr/>
          <p:nvPr/>
        </p:nvSpPr>
        <p:spPr>
          <a:xfrm>
            <a:off x="14716218" y="618012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34" name="Google Shape;1534;p82"/>
          <p:cNvSpPr txBox="1"/>
          <p:nvPr/>
        </p:nvSpPr>
        <p:spPr>
          <a:xfrm>
            <a:off x="14884817" y="638983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Long-Term &amp; Annual Budgeting </a:t>
            </a:r>
            <a:endParaRPr sz="800" i="0" u="none" strike="noStrike" cap="none">
              <a:latin typeface="Salesforce Sans"/>
              <a:ea typeface="Salesforce Sans"/>
              <a:cs typeface="Salesforce Sans"/>
              <a:sym typeface="Salesforce Sans"/>
            </a:endParaRPr>
          </a:p>
        </p:txBody>
      </p:sp>
      <p:sp>
        <p:nvSpPr>
          <p:cNvPr id="1535" name="Google Shape;1535;p82"/>
          <p:cNvSpPr/>
          <p:nvPr/>
        </p:nvSpPr>
        <p:spPr>
          <a:xfrm>
            <a:off x="14716218" y="641173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36" name="Google Shape;1536;p82"/>
          <p:cNvSpPr txBox="1"/>
          <p:nvPr/>
        </p:nvSpPr>
        <p:spPr>
          <a:xfrm>
            <a:off x="14884817" y="654286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Financial Forecasting &amp; Scenario Modeling </a:t>
            </a:r>
            <a:endParaRPr sz="800" i="0" u="none" strike="noStrike" cap="none">
              <a:latin typeface="Salesforce Sans"/>
              <a:ea typeface="Salesforce Sans"/>
              <a:cs typeface="Salesforce Sans"/>
              <a:sym typeface="Salesforce Sans"/>
            </a:endParaRPr>
          </a:p>
        </p:txBody>
      </p:sp>
      <p:sp>
        <p:nvSpPr>
          <p:cNvPr id="1537" name="Google Shape;1537;p82"/>
          <p:cNvSpPr/>
          <p:nvPr/>
        </p:nvSpPr>
        <p:spPr>
          <a:xfrm>
            <a:off x="14716218" y="656476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38" name="Google Shape;1538;p82"/>
          <p:cNvSpPr txBox="1"/>
          <p:nvPr/>
        </p:nvSpPr>
        <p:spPr>
          <a:xfrm>
            <a:off x="14884817" y="669828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Performance Management &amp; KPI Monitoring </a:t>
            </a:r>
            <a:endParaRPr sz="800" i="0" u="none" strike="noStrike" cap="none">
              <a:latin typeface="Salesforce Sans"/>
              <a:ea typeface="Salesforce Sans"/>
              <a:cs typeface="Salesforce Sans"/>
              <a:sym typeface="Salesforce Sans"/>
            </a:endParaRPr>
          </a:p>
        </p:txBody>
      </p:sp>
      <p:sp>
        <p:nvSpPr>
          <p:cNvPr id="1539" name="Google Shape;1539;p82"/>
          <p:cNvSpPr/>
          <p:nvPr/>
        </p:nvSpPr>
        <p:spPr>
          <a:xfrm>
            <a:off x="14716218" y="672018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40" name="Google Shape;1540;p82"/>
          <p:cNvSpPr txBox="1"/>
          <p:nvPr/>
        </p:nvSpPr>
        <p:spPr>
          <a:xfrm>
            <a:off x="14884817" y="7085311"/>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Quote-To-Cash Management </a:t>
            </a:r>
            <a:endParaRPr sz="800" i="0" u="none" strike="noStrike" cap="none">
              <a:latin typeface="Salesforce Sans"/>
              <a:ea typeface="Salesforce Sans"/>
              <a:cs typeface="Salesforce Sans"/>
              <a:sym typeface="Salesforce Sans"/>
            </a:endParaRPr>
          </a:p>
        </p:txBody>
      </p:sp>
      <p:sp>
        <p:nvSpPr>
          <p:cNvPr id="1541" name="Google Shape;1541;p82"/>
          <p:cNvSpPr/>
          <p:nvPr/>
        </p:nvSpPr>
        <p:spPr>
          <a:xfrm>
            <a:off x="14716218" y="7107211"/>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42" name="Google Shape;1542;p82"/>
          <p:cNvSpPr txBox="1"/>
          <p:nvPr/>
        </p:nvSpPr>
        <p:spPr>
          <a:xfrm>
            <a:off x="14884817" y="723834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Procurement &amp; Vendor Management </a:t>
            </a:r>
            <a:endParaRPr sz="800" i="0" u="none" strike="noStrike" cap="none">
              <a:latin typeface="Salesforce Sans"/>
              <a:ea typeface="Salesforce Sans"/>
              <a:cs typeface="Salesforce Sans"/>
              <a:sym typeface="Salesforce Sans"/>
            </a:endParaRPr>
          </a:p>
        </p:txBody>
      </p:sp>
      <p:sp>
        <p:nvSpPr>
          <p:cNvPr id="1543" name="Google Shape;1543;p82"/>
          <p:cNvSpPr/>
          <p:nvPr/>
        </p:nvSpPr>
        <p:spPr>
          <a:xfrm>
            <a:off x="14716218" y="726024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44" name="Google Shape;1544;p82"/>
          <p:cNvSpPr txBox="1"/>
          <p:nvPr/>
        </p:nvSpPr>
        <p:spPr>
          <a:xfrm>
            <a:off x="14884817" y="739375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Accounting Reconciliation </a:t>
            </a:r>
            <a:endParaRPr sz="800" i="0" u="none" strike="noStrike" cap="none">
              <a:latin typeface="Salesforce Sans"/>
              <a:ea typeface="Salesforce Sans"/>
              <a:cs typeface="Salesforce Sans"/>
              <a:sym typeface="Salesforce Sans"/>
            </a:endParaRPr>
          </a:p>
        </p:txBody>
      </p:sp>
      <p:sp>
        <p:nvSpPr>
          <p:cNvPr id="1545" name="Google Shape;1545;p82"/>
          <p:cNvSpPr/>
          <p:nvPr/>
        </p:nvSpPr>
        <p:spPr>
          <a:xfrm>
            <a:off x="14716218" y="741565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46" name="Google Shape;1546;p82"/>
          <p:cNvSpPr txBox="1"/>
          <p:nvPr/>
        </p:nvSpPr>
        <p:spPr>
          <a:xfrm>
            <a:off x="14884817" y="841847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Analytics </a:t>
            </a:r>
            <a:endParaRPr sz="800" i="0" u="none" strike="noStrike" cap="none">
              <a:latin typeface="Salesforce Sans"/>
              <a:ea typeface="Salesforce Sans"/>
              <a:cs typeface="Salesforce Sans"/>
              <a:sym typeface="Salesforce Sans"/>
            </a:endParaRPr>
          </a:p>
        </p:txBody>
      </p:sp>
      <p:sp>
        <p:nvSpPr>
          <p:cNvPr id="1547" name="Google Shape;1547;p82"/>
          <p:cNvSpPr/>
          <p:nvPr/>
        </p:nvSpPr>
        <p:spPr>
          <a:xfrm>
            <a:off x="14716218" y="8440376"/>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48" name="Google Shape;1548;p82"/>
          <p:cNvSpPr txBox="1"/>
          <p:nvPr/>
        </p:nvSpPr>
        <p:spPr>
          <a:xfrm>
            <a:off x="14884817" y="346625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lang="en" sz="800" i="0" u="none" strike="noStrike" cap="none">
                <a:latin typeface="Salesforce Sans"/>
                <a:ea typeface="Salesforce Sans"/>
                <a:cs typeface="Salesforce Sans"/>
                <a:sym typeface="Salesforce Sans"/>
              </a:rPr>
              <a:t>s &amp; Content Creation </a:t>
            </a:r>
            <a:endParaRPr sz="800" i="0" u="none" strike="noStrike" cap="none">
              <a:latin typeface="Salesforce Sans"/>
              <a:ea typeface="Salesforce Sans"/>
              <a:cs typeface="Salesforce Sans"/>
              <a:sym typeface="Salesforce Sans"/>
            </a:endParaRPr>
          </a:p>
        </p:txBody>
      </p:sp>
      <p:sp>
        <p:nvSpPr>
          <p:cNvPr id="1549" name="Google Shape;1549;p82"/>
          <p:cNvSpPr/>
          <p:nvPr/>
        </p:nvSpPr>
        <p:spPr>
          <a:xfrm>
            <a:off x="14716218" y="3488153"/>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grpSp>
        <p:nvGrpSpPr>
          <p:cNvPr id="1550" name="Google Shape;1550;p82"/>
          <p:cNvGrpSpPr/>
          <p:nvPr/>
        </p:nvGrpSpPr>
        <p:grpSpPr>
          <a:xfrm>
            <a:off x="11811002" y="1921709"/>
            <a:ext cx="1322400" cy="449700"/>
            <a:chOff x="755165" y="1828821"/>
            <a:chExt cx="1322400" cy="449700"/>
          </a:xfrm>
        </p:grpSpPr>
        <p:sp>
          <p:nvSpPr>
            <p:cNvPr id="1551" name="Google Shape;1551;p82"/>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552" name="Google Shape;1552;p82"/>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553" name="Google Shape;1553;p82"/>
          <p:cNvSpPr txBox="1"/>
          <p:nvPr/>
        </p:nvSpPr>
        <p:spPr>
          <a:xfrm>
            <a:off x="11927828"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554" name="Google Shape;1554;p82"/>
          <p:cNvSpPr txBox="1"/>
          <p:nvPr/>
        </p:nvSpPr>
        <p:spPr>
          <a:xfrm>
            <a:off x="13420704"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555" name="Google Shape;1555;p82"/>
          <p:cNvSpPr txBox="1"/>
          <p:nvPr/>
        </p:nvSpPr>
        <p:spPr>
          <a:xfrm>
            <a:off x="14878717"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1556" name="Google Shape;1556;p82"/>
          <p:cNvGrpSpPr/>
          <p:nvPr/>
        </p:nvGrpSpPr>
        <p:grpSpPr>
          <a:xfrm>
            <a:off x="5987400" y="1143000"/>
            <a:ext cx="6313200" cy="312153"/>
            <a:chOff x="18111450" y="1344920"/>
            <a:chExt cx="6313200" cy="312153"/>
          </a:xfrm>
        </p:grpSpPr>
        <p:sp>
          <p:nvSpPr>
            <p:cNvPr id="1557" name="Google Shape;1557;p82"/>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1558" name="Google Shape;1558;p82"/>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59" name="Google Shape;1559;p82"/>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560" name="Google Shape;1560;p82"/>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61" name="Google Shape;1561;p82"/>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62" name="Google Shape;1562;p82"/>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63" name="Google Shape;1563;p82"/>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64" name="Google Shape;1564;p82"/>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65" name="Google Shape;1565;p82"/>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
        <p:nvSpPr>
          <p:cNvPr id="1566" name="Google Shape;1566;p82"/>
          <p:cNvSpPr/>
          <p:nvPr/>
        </p:nvSpPr>
        <p:spPr>
          <a:xfrm>
            <a:off x="3665465" y="7961774"/>
            <a:ext cx="79200" cy="79200"/>
          </a:xfrm>
          <a:prstGeom prst="ellipse">
            <a:avLst/>
          </a:prstGeom>
          <a:solidFill>
            <a:srgbClr val="DD7A01"/>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67" name="Google Shape;1567;p82"/>
          <p:cNvSpPr/>
          <p:nvPr/>
        </p:nvSpPr>
        <p:spPr>
          <a:xfrm>
            <a:off x="3669596" y="8447329"/>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1568" name="Google Shape;1568;p82"/>
          <p:cNvSpPr/>
          <p:nvPr/>
        </p:nvSpPr>
        <p:spPr>
          <a:xfrm>
            <a:off x="3669494" y="7803580"/>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matchingName="Industry_Banking">
  <p:cSld name="TITLE_AND_BODY_5_1_1_1">
    <p:spTree>
      <p:nvGrpSpPr>
        <p:cNvPr id="1" name="Shape 1569"/>
        <p:cNvGrpSpPr/>
        <p:nvPr/>
      </p:nvGrpSpPr>
      <p:grpSpPr>
        <a:xfrm>
          <a:off x="0" y="0"/>
          <a:ext cx="0" cy="0"/>
          <a:chOff x="0" y="0"/>
          <a:chExt cx="0" cy="0"/>
        </a:xfrm>
      </p:grpSpPr>
      <p:grpSp>
        <p:nvGrpSpPr>
          <p:cNvPr id="1570" name="Google Shape;1570;p83"/>
          <p:cNvGrpSpPr/>
          <p:nvPr/>
        </p:nvGrpSpPr>
        <p:grpSpPr>
          <a:xfrm>
            <a:off x="11456825" y="666750"/>
            <a:ext cx="6313200" cy="304786"/>
            <a:chOff x="18111450" y="1344920"/>
            <a:chExt cx="6313200" cy="312153"/>
          </a:xfrm>
        </p:grpSpPr>
        <p:sp>
          <p:nvSpPr>
            <p:cNvPr id="1571" name="Google Shape;1571;p83"/>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1572" name="Google Shape;1572;p83"/>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73" name="Google Shape;1573;p83"/>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574" name="Google Shape;1574;p83"/>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75" name="Google Shape;1575;p83"/>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576" name="Google Shape;1576;p83"/>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77" name="Google Shape;1577;p83"/>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78" name="Google Shape;1578;p83"/>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79" name="Google Shape;1579;p83"/>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
        <p:nvSpPr>
          <p:cNvPr id="1580" name="Google Shape;1580;p83"/>
          <p:cNvSpPr txBox="1"/>
          <p:nvPr/>
        </p:nvSpPr>
        <p:spPr>
          <a:xfrm>
            <a:off x="762000" y="381000"/>
            <a:ext cx="12679200" cy="908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1581" name="Google Shape;1581;p83"/>
          <p:cNvSpPr txBox="1"/>
          <p:nvPr/>
        </p:nvSpPr>
        <p:spPr>
          <a:xfrm>
            <a:off x="13516378" y="9768675"/>
            <a:ext cx="45432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1582" name="Google Shape;1582;p83"/>
          <p:cNvSpPr/>
          <p:nvPr/>
        </p:nvSpPr>
        <p:spPr>
          <a:xfrm>
            <a:off x="3054012" y="427401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3" name="Google Shape;1583;p83"/>
          <p:cNvSpPr/>
          <p:nvPr/>
        </p:nvSpPr>
        <p:spPr>
          <a:xfrm>
            <a:off x="3054012" y="672077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4" name="Google Shape;1584;p83"/>
          <p:cNvSpPr/>
          <p:nvPr/>
        </p:nvSpPr>
        <p:spPr>
          <a:xfrm>
            <a:off x="3054012" y="3492989"/>
            <a:ext cx="79200" cy="79200"/>
          </a:xfrm>
          <a:prstGeom prst="ellipse">
            <a:avLst/>
          </a:prstGeom>
          <a:solidFill>
            <a:srgbClr val="0B5CAB"/>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5" name="Google Shape;1585;p83"/>
          <p:cNvSpPr/>
          <p:nvPr/>
        </p:nvSpPr>
        <p:spPr>
          <a:xfrm>
            <a:off x="3054012" y="687705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6" name="Google Shape;1586;p83"/>
          <p:cNvSpPr/>
          <p:nvPr/>
        </p:nvSpPr>
        <p:spPr>
          <a:xfrm>
            <a:off x="3054012" y="712204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7" name="Google Shape;1587;p83"/>
          <p:cNvSpPr/>
          <p:nvPr/>
        </p:nvSpPr>
        <p:spPr>
          <a:xfrm>
            <a:off x="3054012" y="7416317"/>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8" name="Google Shape;1588;p83"/>
          <p:cNvSpPr/>
          <p:nvPr/>
        </p:nvSpPr>
        <p:spPr>
          <a:xfrm>
            <a:off x="3054012" y="6128098"/>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89" name="Google Shape;1589;p83"/>
          <p:cNvSpPr/>
          <p:nvPr/>
        </p:nvSpPr>
        <p:spPr>
          <a:xfrm>
            <a:off x="3054012" y="6408206"/>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0" name="Google Shape;1590;p83"/>
          <p:cNvSpPr/>
          <p:nvPr/>
        </p:nvSpPr>
        <p:spPr>
          <a:xfrm>
            <a:off x="3054012" y="6564489"/>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1" name="Google Shape;1591;p83"/>
          <p:cNvSpPr/>
          <p:nvPr/>
        </p:nvSpPr>
        <p:spPr>
          <a:xfrm>
            <a:off x="3054012" y="597499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2" name="Google Shape;1592;p83"/>
          <p:cNvSpPr/>
          <p:nvPr/>
        </p:nvSpPr>
        <p:spPr>
          <a:xfrm>
            <a:off x="3054012" y="5818708"/>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3" name="Google Shape;1593;p83"/>
          <p:cNvSpPr txBox="1"/>
          <p:nvPr/>
        </p:nvSpPr>
        <p:spPr>
          <a:xfrm>
            <a:off x="3209568" y="7811885"/>
            <a:ext cx="192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Real-Time Market Position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&amp; Liquidity Capture</a:t>
            </a:r>
            <a:endParaRPr sz="800" i="0" u="none" strike="noStrike" cap="none">
              <a:latin typeface="Salesforce Sans"/>
              <a:ea typeface="Salesforce Sans"/>
              <a:cs typeface="Salesforce Sans"/>
              <a:sym typeface="Salesforce Sans"/>
            </a:endParaRPr>
          </a:p>
        </p:txBody>
      </p:sp>
      <p:sp>
        <p:nvSpPr>
          <p:cNvPr id="1594" name="Google Shape;1594;p83"/>
          <p:cNvSpPr/>
          <p:nvPr/>
        </p:nvSpPr>
        <p:spPr>
          <a:xfrm>
            <a:off x="3054012" y="163585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5" name="Google Shape;1595;p83"/>
          <p:cNvSpPr txBox="1"/>
          <p:nvPr/>
        </p:nvSpPr>
        <p:spPr>
          <a:xfrm>
            <a:off x="3209568" y="1602062"/>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1596" name="Google Shape;1596;p83"/>
          <p:cNvSpPr/>
          <p:nvPr/>
        </p:nvSpPr>
        <p:spPr>
          <a:xfrm>
            <a:off x="3054012" y="178952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7" name="Google Shape;1597;p83"/>
          <p:cNvSpPr txBox="1"/>
          <p:nvPr/>
        </p:nvSpPr>
        <p:spPr>
          <a:xfrm>
            <a:off x="3209568" y="1765071"/>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1598" name="Google Shape;1598;p83"/>
          <p:cNvSpPr/>
          <p:nvPr/>
        </p:nvSpPr>
        <p:spPr>
          <a:xfrm>
            <a:off x="3054012" y="194438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599" name="Google Shape;1599;p83"/>
          <p:cNvSpPr txBox="1"/>
          <p:nvPr/>
        </p:nvSpPr>
        <p:spPr>
          <a:xfrm>
            <a:off x="3209568" y="1919934"/>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sz="800" i="0" u="none" strike="noStrike" cap="none">
              <a:latin typeface="Salesforce Sans"/>
              <a:ea typeface="Salesforce Sans"/>
              <a:cs typeface="Salesforce Sans"/>
              <a:sym typeface="Salesforce Sans"/>
            </a:endParaRPr>
          </a:p>
        </p:txBody>
      </p:sp>
      <p:sp>
        <p:nvSpPr>
          <p:cNvPr id="1600" name="Google Shape;1600;p83"/>
          <p:cNvSpPr/>
          <p:nvPr/>
        </p:nvSpPr>
        <p:spPr>
          <a:xfrm>
            <a:off x="3054012" y="209924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01" name="Google Shape;1601;p83"/>
          <p:cNvSpPr txBox="1"/>
          <p:nvPr/>
        </p:nvSpPr>
        <p:spPr>
          <a:xfrm>
            <a:off x="3209568" y="2074796"/>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1602" name="Google Shape;1602;p83"/>
          <p:cNvSpPr/>
          <p:nvPr/>
        </p:nvSpPr>
        <p:spPr>
          <a:xfrm>
            <a:off x="3054012" y="22541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03" name="Google Shape;1603;p83"/>
          <p:cNvSpPr txBox="1"/>
          <p:nvPr/>
        </p:nvSpPr>
        <p:spPr>
          <a:xfrm>
            <a:off x="3209568" y="2229658"/>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1604" name="Google Shape;1604;p83"/>
          <p:cNvSpPr/>
          <p:nvPr/>
        </p:nvSpPr>
        <p:spPr>
          <a:xfrm>
            <a:off x="3054012" y="263966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05" name="Google Shape;1605;p83"/>
          <p:cNvSpPr txBox="1"/>
          <p:nvPr/>
        </p:nvSpPr>
        <p:spPr>
          <a:xfrm>
            <a:off x="3209568" y="2615213"/>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sz="800" i="0" u="none" strike="noStrike" cap="none">
              <a:latin typeface="Salesforce Sans"/>
              <a:ea typeface="Salesforce Sans"/>
              <a:cs typeface="Salesforce Sans"/>
              <a:sym typeface="Salesforce Sans"/>
            </a:endParaRPr>
          </a:p>
        </p:txBody>
      </p:sp>
      <p:sp>
        <p:nvSpPr>
          <p:cNvPr id="1606" name="Google Shape;1606;p83"/>
          <p:cNvSpPr/>
          <p:nvPr/>
        </p:nvSpPr>
        <p:spPr>
          <a:xfrm>
            <a:off x="3054012" y="279452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07" name="Google Shape;1607;p83"/>
          <p:cNvSpPr txBox="1"/>
          <p:nvPr/>
        </p:nvSpPr>
        <p:spPr>
          <a:xfrm>
            <a:off x="3209568" y="2770075"/>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sz="800" i="0" u="none" strike="noStrike" cap="none">
              <a:latin typeface="Salesforce Sans"/>
              <a:ea typeface="Salesforce Sans"/>
              <a:cs typeface="Salesforce Sans"/>
              <a:sym typeface="Salesforce Sans"/>
            </a:endParaRPr>
          </a:p>
        </p:txBody>
      </p:sp>
      <p:sp>
        <p:nvSpPr>
          <p:cNvPr id="1608" name="Google Shape;1608;p83"/>
          <p:cNvSpPr/>
          <p:nvPr/>
        </p:nvSpPr>
        <p:spPr>
          <a:xfrm>
            <a:off x="3054012" y="248665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09" name="Google Shape;1609;p83"/>
          <p:cNvSpPr txBox="1"/>
          <p:nvPr/>
        </p:nvSpPr>
        <p:spPr>
          <a:xfrm>
            <a:off x="3209568" y="2462207"/>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sz="800" i="0" u="none" strike="noStrike" cap="none">
              <a:latin typeface="Salesforce Sans"/>
              <a:ea typeface="Salesforce Sans"/>
              <a:cs typeface="Salesforce Sans"/>
              <a:sym typeface="Salesforce Sans"/>
            </a:endParaRPr>
          </a:p>
        </p:txBody>
      </p:sp>
      <p:sp>
        <p:nvSpPr>
          <p:cNvPr id="1610" name="Google Shape;1610;p83"/>
          <p:cNvSpPr/>
          <p:nvPr/>
        </p:nvSpPr>
        <p:spPr>
          <a:xfrm>
            <a:off x="3054012" y="364825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11" name="Google Shape;1611;p83"/>
          <p:cNvSpPr txBox="1"/>
          <p:nvPr/>
        </p:nvSpPr>
        <p:spPr>
          <a:xfrm>
            <a:off x="3209568" y="3623808"/>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&amp; Message Personalization </a:t>
            </a:r>
            <a:endParaRPr sz="800" i="0" u="none" strike="noStrike" cap="none">
              <a:latin typeface="Salesforce Sans"/>
              <a:ea typeface="Salesforce Sans"/>
              <a:cs typeface="Salesforce Sans"/>
              <a:sym typeface="Salesforce Sans"/>
            </a:endParaRPr>
          </a:p>
        </p:txBody>
      </p:sp>
      <p:sp>
        <p:nvSpPr>
          <p:cNvPr id="1612" name="Google Shape;1612;p83"/>
          <p:cNvSpPr/>
          <p:nvPr/>
        </p:nvSpPr>
        <p:spPr>
          <a:xfrm>
            <a:off x="3054012" y="333966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13" name="Google Shape;1613;p83"/>
          <p:cNvSpPr txBox="1"/>
          <p:nvPr/>
        </p:nvSpPr>
        <p:spPr>
          <a:xfrm>
            <a:off x="3209568" y="3315214"/>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Lead Identification</a:t>
            </a:r>
            <a:endParaRPr sz="800" i="0" u="none" strike="noStrike" cap="none">
              <a:latin typeface="Salesforce Sans"/>
              <a:ea typeface="Salesforce Sans"/>
              <a:cs typeface="Salesforce Sans"/>
              <a:sym typeface="Salesforce Sans"/>
            </a:endParaRPr>
          </a:p>
        </p:txBody>
      </p:sp>
      <p:sp>
        <p:nvSpPr>
          <p:cNvPr id="1614" name="Google Shape;1614;p83"/>
          <p:cNvSpPr/>
          <p:nvPr/>
        </p:nvSpPr>
        <p:spPr>
          <a:xfrm>
            <a:off x="3054012" y="404188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15" name="Google Shape;1615;p83"/>
          <p:cNvSpPr txBox="1"/>
          <p:nvPr/>
        </p:nvSpPr>
        <p:spPr>
          <a:xfrm>
            <a:off x="3209568" y="4017435"/>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1616" name="Google Shape;1616;p83"/>
          <p:cNvSpPr/>
          <p:nvPr/>
        </p:nvSpPr>
        <p:spPr>
          <a:xfrm>
            <a:off x="3054012" y="3884642"/>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17" name="Google Shape;1617;p83"/>
          <p:cNvSpPr txBox="1"/>
          <p:nvPr/>
        </p:nvSpPr>
        <p:spPr>
          <a:xfrm>
            <a:off x="3209568" y="3860192"/>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Scoring</a:t>
            </a:r>
            <a:endParaRPr sz="800" i="0" u="none" strike="noStrike" cap="none">
              <a:latin typeface="Salesforce Sans"/>
              <a:ea typeface="Salesforce Sans"/>
              <a:cs typeface="Salesforce Sans"/>
              <a:sym typeface="Salesforce Sans"/>
            </a:endParaRPr>
          </a:p>
        </p:txBody>
      </p:sp>
      <p:sp>
        <p:nvSpPr>
          <p:cNvPr id="1618" name="Google Shape;1618;p83"/>
          <p:cNvSpPr txBox="1"/>
          <p:nvPr/>
        </p:nvSpPr>
        <p:spPr>
          <a:xfrm>
            <a:off x="3209568" y="4249563"/>
            <a:ext cx="1920000" cy="1281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Skills And Knowledge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Gap Assessment</a:t>
            </a:r>
            <a:endParaRPr sz="800" i="0" u="none" strike="noStrike" cap="none">
              <a:latin typeface="Salesforce Sans"/>
              <a:ea typeface="Salesforce Sans"/>
              <a:cs typeface="Salesforce Sans"/>
              <a:sym typeface="Salesforce Sans"/>
            </a:endParaRPr>
          </a:p>
        </p:txBody>
      </p:sp>
      <p:sp>
        <p:nvSpPr>
          <p:cNvPr id="1619" name="Google Shape;1619;p83"/>
          <p:cNvSpPr/>
          <p:nvPr/>
        </p:nvSpPr>
        <p:spPr>
          <a:xfrm>
            <a:off x="3054012" y="558191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20" name="Google Shape;1620;p83"/>
          <p:cNvSpPr txBox="1"/>
          <p:nvPr/>
        </p:nvSpPr>
        <p:spPr>
          <a:xfrm>
            <a:off x="3209568" y="555746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 Opening </a:t>
            </a:r>
            <a:endParaRPr sz="800" i="0" u="none" strike="noStrike" cap="none">
              <a:latin typeface="Salesforce Sans"/>
              <a:ea typeface="Salesforce Sans"/>
              <a:cs typeface="Salesforce Sans"/>
              <a:sym typeface="Salesforce Sans"/>
            </a:endParaRPr>
          </a:p>
        </p:txBody>
      </p:sp>
      <p:sp>
        <p:nvSpPr>
          <p:cNvPr id="1621" name="Google Shape;1621;p83"/>
          <p:cNvSpPr txBox="1"/>
          <p:nvPr/>
        </p:nvSpPr>
        <p:spPr>
          <a:xfrm>
            <a:off x="3209568" y="579331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Card Fraud Detection</a:t>
            </a:r>
            <a:endParaRPr sz="800" i="0" u="none" strike="noStrike" cap="none">
              <a:latin typeface="Salesforce Sans"/>
              <a:ea typeface="Salesforce Sans"/>
              <a:cs typeface="Salesforce Sans"/>
              <a:sym typeface="Salesforce Sans"/>
            </a:endParaRPr>
          </a:p>
        </p:txBody>
      </p:sp>
      <p:sp>
        <p:nvSpPr>
          <p:cNvPr id="1622" name="Google Shape;1622;p83"/>
          <p:cNvSpPr txBox="1"/>
          <p:nvPr/>
        </p:nvSpPr>
        <p:spPr>
          <a:xfrm>
            <a:off x="3209568" y="654293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 Takeover Detection</a:t>
            </a:r>
            <a:endParaRPr sz="800" i="0" u="none" strike="noStrike" cap="none">
              <a:latin typeface="Salesforce Sans"/>
              <a:ea typeface="Salesforce Sans"/>
              <a:cs typeface="Salesforce Sans"/>
              <a:sym typeface="Salesforce Sans"/>
            </a:endParaRPr>
          </a:p>
        </p:txBody>
      </p:sp>
      <p:sp>
        <p:nvSpPr>
          <p:cNvPr id="1623" name="Google Shape;1623;p83"/>
          <p:cNvSpPr txBox="1"/>
          <p:nvPr/>
        </p:nvSpPr>
        <p:spPr>
          <a:xfrm>
            <a:off x="3209568" y="6700182"/>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Fraud Alert</a:t>
            </a:r>
            <a:endParaRPr sz="800" i="0" u="none" strike="noStrike" cap="none">
              <a:latin typeface="Salesforce Sans"/>
              <a:ea typeface="Salesforce Sans"/>
              <a:cs typeface="Salesforce Sans"/>
              <a:sym typeface="Salesforce Sans"/>
            </a:endParaRPr>
          </a:p>
        </p:txBody>
      </p:sp>
      <p:sp>
        <p:nvSpPr>
          <p:cNvPr id="1624" name="Google Shape;1624;p83"/>
          <p:cNvSpPr/>
          <p:nvPr/>
        </p:nvSpPr>
        <p:spPr>
          <a:xfrm>
            <a:off x="3054012" y="2949387"/>
            <a:ext cx="79200" cy="79200"/>
          </a:xfrm>
          <a:prstGeom prst="ellipse">
            <a:avLst/>
          </a:prstGeom>
          <a:solidFill>
            <a:srgbClr val="17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25" name="Google Shape;1625;p83"/>
          <p:cNvSpPr txBox="1"/>
          <p:nvPr/>
        </p:nvSpPr>
        <p:spPr>
          <a:xfrm>
            <a:off x="3209568" y="2924937"/>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sz="800" i="0" u="none" strike="noStrike" cap="none">
              <a:latin typeface="Salesforce Sans"/>
              <a:ea typeface="Salesforce Sans"/>
              <a:cs typeface="Salesforce Sans"/>
              <a:sym typeface="Salesforce Sans"/>
            </a:endParaRPr>
          </a:p>
        </p:txBody>
      </p:sp>
      <p:sp>
        <p:nvSpPr>
          <p:cNvPr id="1626" name="Google Shape;1626;p83"/>
          <p:cNvSpPr/>
          <p:nvPr/>
        </p:nvSpPr>
        <p:spPr>
          <a:xfrm>
            <a:off x="3054012" y="310587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27" name="Google Shape;1627;p83"/>
          <p:cNvSpPr txBox="1"/>
          <p:nvPr/>
        </p:nvSpPr>
        <p:spPr>
          <a:xfrm>
            <a:off x="3209568" y="3081425"/>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sz="800" i="0" u="none" strike="noStrike" cap="none">
              <a:latin typeface="Salesforce Sans"/>
              <a:ea typeface="Salesforce Sans"/>
              <a:cs typeface="Salesforce Sans"/>
              <a:sym typeface="Salesforce Sans"/>
            </a:endParaRPr>
          </a:p>
        </p:txBody>
      </p:sp>
      <p:sp>
        <p:nvSpPr>
          <p:cNvPr id="1628" name="Google Shape;1628;p83"/>
          <p:cNvSpPr txBox="1"/>
          <p:nvPr/>
        </p:nvSpPr>
        <p:spPr>
          <a:xfrm>
            <a:off x="3209568" y="346853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Churn / Retention Propensity </a:t>
            </a:r>
            <a:endParaRPr sz="800" i="0" u="none" strike="noStrike" cap="none">
              <a:latin typeface="Salesforce Sans"/>
              <a:ea typeface="Salesforce Sans"/>
              <a:cs typeface="Salesforce Sans"/>
              <a:sym typeface="Salesforce Sans"/>
            </a:endParaRPr>
          </a:p>
        </p:txBody>
      </p:sp>
      <p:sp>
        <p:nvSpPr>
          <p:cNvPr id="1629" name="Google Shape;1629;p83"/>
          <p:cNvSpPr/>
          <p:nvPr/>
        </p:nvSpPr>
        <p:spPr>
          <a:xfrm>
            <a:off x="3054012" y="455984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30" name="Google Shape;1630;p83"/>
          <p:cNvSpPr txBox="1"/>
          <p:nvPr/>
        </p:nvSpPr>
        <p:spPr>
          <a:xfrm>
            <a:off x="3209568" y="453539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Training Collateral</a:t>
            </a:r>
            <a:endParaRPr sz="800" i="0" u="none" strike="noStrike" cap="none">
              <a:latin typeface="Salesforce Sans"/>
              <a:ea typeface="Salesforce Sans"/>
              <a:cs typeface="Salesforce Sans"/>
              <a:sym typeface="Salesforce Sans"/>
            </a:endParaRPr>
          </a:p>
        </p:txBody>
      </p:sp>
      <p:sp>
        <p:nvSpPr>
          <p:cNvPr id="1631" name="Google Shape;1631;p83"/>
          <p:cNvSpPr/>
          <p:nvPr/>
        </p:nvSpPr>
        <p:spPr>
          <a:xfrm>
            <a:off x="3054012" y="471708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32" name="Google Shape;1632;p83"/>
          <p:cNvSpPr txBox="1"/>
          <p:nvPr/>
        </p:nvSpPr>
        <p:spPr>
          <a:xfrm>
            <a:off x="3209568" y="4692637"/>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Coach</a:t>
            </a:r>
            <a:endParaRPr sz="800" i="0" u="none" strike="noStrike" cap="none">
              <a:latin typeface="Salesforce Sans"/>
              <a:ea typeface="Salesforce Sans"/>
              <a:cs typeface="Salesforce Sans"/>
              <a:sym typeface="Salesforce Sans"/>
            </a:endParaRPr>
          </a:p>
        </p:txBody>
      </p:sp>
      <p:sp>
        <p:nvSpPr>
          <p:cNvPr id="1633" name="Google Shape;1633;p83"/>
          <p:cNvSpPr/>
          <p:nvPr/>
        </p:nvSpPr>
        <p:spPr>
          <a:xfrm>
            <a:off x="3054012" y="4952939"/>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34" name="Google Shape;1634;p83"/>
          <p:cNvSpPr txBox="1"/>
          <p:nvPr/>
        </p:nvSpPr>
        <p:spPr>
          <a:xfrm>
            <a:off x="3209568" y="492848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1635" name="Google Shape;1635;p83"/>
          <p:cNvSpPr/>
          <p:nvPr/>
        </p:nvSpPr>
        <p:spPr>
          <a:xfrm>
            <a:off x="3054012" y="511018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36" name="Google Shape;1636;p83"/>
          <p:cNvSpPr txBox="1"/>
          <p:nvPr/>
        </p:nvSpPr>
        <p:spPr>
          <a:xfrm>
            <a:off x="3209568" y="508573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Enrichment</a:t>
            </a:r>
            <a:endParaRPr sz="800" i="0" u="none" strike="noStrike" cap="none">
              <a:latin typeface="Salesforce Sans"/>
              <a:ea typeface="Salesforce Sans"/>
              <a:cs typeface="Salesforce Sans"/>
              <a:sym typeface="Salesforce Sans"/>
            </a:endParaRPr>
          </a:p>
        </p:txBody>
      </p:sp>
      <p:sp>
        <p:nvSpPr>
          <p:cNvPr id="1637" name="Google Shape;1637;p83"/>
          <p:cNvSpPr/>
          <p:nvPr/>
        </p:nvSpPr>
        <p:spPr>
          <a:xfrm>
            <a:off x="3054012" y="526425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38" name="Google Shape;1638;p83"/>
          <p:cNvSpPr txBox="1"/>
          <p:nvPr/>
        </p:nvSpPr>
        <p:spPr>
          <a:xfrm>
            <a:off x="3209568" y="5239801"/>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Screening</a:t>
            </a:r>
            <a:endParaRPr sz="800" i="0" u="none" strike="noStrike" cap="none">
              <a:latin typeface="Salesforce Sans"/>
              <a:ea typeface="Salesforce Sans"/>
              <a:cs typeface="Salesforce Sans"/>
              <a:sym typeface="Salesforce Sans"/>
            </a:endParaRPr>
          </a:p>
        </p:txBody>
      </p:sp>
      <p:sp>
        <p:nvSpPr>
          <p:cNvPr id="1639" name="Google Shape;1639;p83"/>
          <p:cNvSpPr/>
          <p:nvPr/>
        </p:nvSpPr>
        <p:spPr>
          <a:xfrm>
            <a:off x="3054012" y="5421495"/>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40" name="Google Shape;1640;p83"/>
          <p:cNvSpPr txBox="1"/>
          <p:nvPr/>
        </p:nvSpPr>
        <p:spPr>
          <a:xfrm>
            <a:off x="3209568" y="5397045"/>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KYC Memo </a:t>
            </a:r>
            <a:endParaRPr sz="800" i="0" u="none" strike="noStrike" cap="none">
              <a:latin typeface="Salesforce Sans"/>
              <a:ea typeface="Salesforce Sans"/>
              <a:cs typeface="Salesforce Sans"/>
              <a:sym typeface="Salesforce Sans"/>
            </a:endParaRPr>
          </a:p>
        </p:txBody>
      </p:sp>
      <p:sp>
        <p:nvSpPr>
          <p:cNvPr id="1641" name="Google Shape;1641;p83"/>
          <p:cNvSpPr txBox="1"/>
          <p:nvPr/>
        </p:nvSpPr>
        <p:spPr>
          <a:xfrm>
            <a:off x="3209568" y="595055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Application Fraud Detection</a:t>
            </a:r>
            <a:endParaRPr sz="800" i="0" u="none" strike="noStrike" cap="none">
              <a:latin typeface="Salesforce Sans"/>
              <a:ea typeface="Salesforce Sans"/>
              <a:cs typeface="Salesforce Sans"/>
              <a:sym typeface="Salesforce Sans"/>
            </a:endParaRPr>
          </a:p>
        </p:txBody>
      </p:sp>
      <p:sp>
        <p:nvSpPr>
          <p:cNvPr id="1642" name="Google Shape;1642;p83"/>
          <p:cNvSpPr txBox="1"/>
          <p:nvPr/>
        </p:nvSpPr>
        <p:spPr>
          <a:xfrm>
            <a:off x="3209568" y="638569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AML Detection</a:t>
            </a:r>
            <a:endParaRPr sz="800" i="0" u="none" strike="noStrike" cap="none">
              <a:latin typeface="Salesforce Sans"/>
              <a:ea typeface="Salesforce Sans"/>
              <a:cs typeface="Salesforce Sans"/>
              <a:sym typeface="Salesforce Sans"/>
            </a:endParaRPr>
          </a:p>
        </p:txBody>
      </p:sp>
      <p:sp>
        <p:nvSpPr>
          <p:cNvPr id="1643" name="Google Shape;1643;p83"/>
          <p:cNvSpPr txBox="1"/>
          <p:nvPr/>
        </p:nvSpPr>
        <p:spPr>
          <a:xfrm>
            <a:off x="3209568" y="6104627"/>
            <a:ext cx="1920000" cy="1281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Behavioral / Biometric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Fraud Detection</a:t>
            </a:r>
            <a:endParaRPr sz="800" i="0" u="none" strike="noStrike" cap="none">
              <a:latin typeface="Salesforce Sans"/>
              <a:ea typeface="Salesforce Sans"/>
              <a:cs typeface="Salesforce Sans"/>
              <a:sym typeface="Salesforce Sans"/>
            </a:endParaRPr>
          </a:p>
        </p:txBody>
      </p:sp>
      <p:sp>
        <p:nvSpPr>
          <p:cNvPr id="1644" name="Google Shape;1644;p83"/>
          <p:cNvSpPr txBox="1"/>
          <p:nvPr/>
        </p:nvSpPr>
        <p:spPr>
          <a:xfrm>
            <a:off x="3209568" y="685742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Investigation</a:t>
            </a:r>
            <a:endParaRPr sz="800" i="0" u="none" strike="noStrike" cap="none">
              <a:latin typeface="Salesforce Sans"/>
              <a:ea typeface="Salesforce Sans"/>
              <a:cs typeface="Salesforce Sans"/>
              <a:sym typeface="Salesforce Sans"/>
            </a:endParaRPr>
          </a:p>
        </p:txBody>
      </p:sp>
      <p:sp>
        <p:nvSpPr>
          <p:cNvPr id="1645" name="Google Shape;1645;p83"/>
          <p:cNvSpPr txBox="1"/>
          <p:nvPr/>
        </p:nvSpPr>
        <p:spPr>
          <a:xfrm>
            <a:off x="3209568" y="737910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Interpretation</a:t>
            </a:r>
            <a:endParaRPr sz="800" i="0" u="none" strike="noStrike" cap="none">
              <a:latin typeface="Salesforce Sans"/>
              <a:ea typeface="Salesforce Sans"/>
              <a:cs typeface="Salesforce Sans"/>
              <a:sym typeface="Salesforce Sans"/>
            </a:endParaRPr>
          </a:p>
        </p:txBody>
      </p:sp>
      <p:sp>
        <p:nvSpPr>
          <p:cNvPr id="1646" name="Google Shape;1646;p83"/>
          <p:cNvSpPr/>
          <p:nvPr/>
        </p:nvSpPr>
        <p:spPr>
          <a:xfrm>
            <a:off x="3054012" y="759890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47" name="Google Shape;1647;p83"/>
          <p:cNvSpPr txBox="1"/>
          <p:nvPr/>
        </p:nvSpPr>
        <p:spPr>
          <a:xfrm>
            <a:off x="3209568" y="757445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Filing</a:t>
            </a:r>
            <a:endParaRPr sz="800" i="0" u="none" strike="noStrike" cap="none">
              <a:latin typeface="Salesforce Sans"/>
              <a:ea typeface="Salesforce Sans"/>
              <a:cs typeface="Salesforce Sans"/>
              <a:sym typeface="Salesforce Sans"/>
            </a:endParaRPr>
          </a:p>
        </p:txBody>
      </p:sp>
      <p:sp>
        <p:nvSpPr>
          <p:cNvPr id="1648" name="Google Shape;1648;p83"/>
          <p:cNvSpPr txBox="1"/>
          <p:nvPr/>
        </p:nvSpPr>
        <p:spPr>
          <a:xfrm>
            <a:off x="3209568" y="809454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Risk Analysis And Stress Testing</a:t>
            </a:r>
            <a:endParaRPr sz="800" i="0" u="none" strike="noStrike" cap="none">
              <a:latin typeface="Salesforce Sans"/>
              <a:ea typeface="Salesforce Sans"/>
              <a:cs typeface="Salesforce Sans"/>
              <a:sym typeface="Salesforce Sans"/>
            </a:endParaRPr>
          </a:p>
        </p:txBody>
      </p:sp>
      <p:sp>
        <p:nvSpPr>
          <p:cNvPr id="1649" name="Google Shape;1649;p83"/>
          <p:cNvSpPr txBox="1"/>
          <p:nvPr/>
        </p:nvSpPr>
        <p:spPr>
          <a:xfrm>
            <a:off x="3209568" y="7093278"/>
            <a:ext cx="192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Compliance management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Monitoring</a:t>
            </a:r>
            <a:endParaRPr sz="800" i="0" u="none" strike="noStrike" cap="none">
              <a:latin typeface="Salesforce Sans"/>
              <a:ea typeface="Salesforce Sans"/>
              <a:cs typeface="Salesforce Sans"/>
              <a:sym typeface="Salesforce Sans"/>
            </a:endParaRPr>
          </a:p>
        </p:txBody>
      </p:sp>
      <p:sp>
        <p:nvSpPr>
          <p:cNvPr id="1650" name="Google Shape;1650;p83"/>
          <p:cNvSpPr/>
          <p:nvPr/>
        </p:nvSpPr>
        <p:spPr>
          <a:xfrm>
            <a:off x="1789208" y="3861781"/>
            <a:ext cx="846600" cy="41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Dynamic Deal Scoring</a:t>
            </a:r>
            <a:endParaRPr sz="900" b="1" i="0" u="none" strike="noStrike" cap="none">
              <a:solidFill>
                <a:srgbClr val="066AFE"/>
              </a:solidFill>
              <a:latin typeface="Salesforce Sans"/>
              <a:ea typeface="Salesforce Sans"/>
              <a:cs typeface="Salesforce Sans"/>
              <a:sym typeface="Salesforce Sans"/>
            </a:endParaRPr>
          </a:p>
        </p:txBody>
      </p:sp>
      <p:sp>
        <p:nvSpPr>
          <p:cNvPr id="1651" name="Google Shape;1651;p83"/>
          <p:cNvSpPr/>
          <p:nvPr/>
        </p:nvSpPr>
        <p:spPr>
          <a:xfrm>
            <a:off x="1789208" y="2466358"/>
            <a:ext cx="815400" cy="415200"/>
          </a:xfrm>
          <a:prstGeom prst="roundRect">
            <a:avLst>
              <a:gd name="adj" fmla="val 0"/>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Banking Relationship</a:t>
            </a:r>
            <a:endParaRPr sz="900" b="1" i="0" u="none" strike="noStrike" cap="none">
              <a:solidFill>
                <a:srgbClr val="066AFE"/>
              </a:solidFill>
              <a:latin typeface="Salesforce Sans"/>
              <a:ea typeface="Salesforce Sans"/>
              <a:cs typeface="Salesforce Sans"/>
              <a:sym typeface="Salesforce Sans"/>
            </a:endParaRPr>
          </a:p>
        </p:txBody>
      </p:sp>
      <p:sp>
        <p:nvSpPr>
          <p:cNvPr id="1652" name="Google Shape;1652;p83"/>
          <p:cNvSpPr/>
          <p:nvPr/>
        </p:nvSpPr>
        <p:spPr>
          <a:xfrm>
            <a:off x="1789219" y="3321250"/>
            <a:ext cx="11049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Engagement, Cross-Selling and Customer Retention</a:t>
            </a:r>
            <a:endParaRPr sz="900" b="1" i="0" u="none" strike="noStrike" cap="none">
              <a:solidFill>
                <a:srgbClr val="066AFE"/>
              </a:solidFill>
              <a:latin typeface="Salesforce Sans"/>
              <a:ea typeface="Salesforce Sans"/>
              <a:cs typeface="Salesforce Sans"/>
              <a:sym typeface="Salesforce Sans"/>
            </a:endParaRPr>
          </a:p>
        </p:txBody>
      </p:sp>
      <p:sp>
        <p:nvSpPr>
          <p:cNvPr id="1653" name="Google Shape;1653;p83"/>
          <p:cNvSpPr/>
          <p:nvPr/>
        </p:nvSpPr>
        <p:spPr>
          <a:xfrm>
            <a:off x="1789208" y="4252444"/>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Frontline Sales Coaching</a:t>
            </a:r>
            <a:endParaRPr sz="900" b="1" i="0" u="none" strike="noStrike" cap="none">
              <a:solidFill>
                <a:srgbClr val="066AFE"/>
              </a:solidFill>
              <a:latin typeface="Salesforce Sans"/>
              <a:ea typeface="Salesforce Sans"/>
              <a:cs typeface="Salesforce Sans"/>
              <a:sym typeface="Salesforce Sans"/>
            </a:endParaRPr>
          </a:p>
        </p:txBody>
      </p:sp>
      <p:sp>
        <p:nvSpPr>
          <p:cNvPr id="1654" name="Google Shape;1654;p83"/>
          <p:cNvSpPr/>
          <p:nvPr/>
        </p:nvSpPr>
        <p:spPr>
          <a:xfrm>
            <a:off x="1789208" y="4934067"/>
            <a:ext cx="8154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K</a:t>
            </a:r>
            <a:r>
              <a:rPr lang="en" sz="900" b="1">
                <a:solidFill>
                  <a:srgbClr val="066AFE"/>
                </a:solidFill>
                <a:latin typeface="Salesforce Sans"/>
                <a:ea typeface="Salesforce Sans"/>
                <a:cs typeface="Salesforce Sans"/>
                <a:sym typeface="Salesforce Sans"/>
              </a:rPr>
              <a:t>now Your Customer</a:t>
            </a:r>
            <a:endParaRPr sz="900" b="1" i="0" u="none" strike="noStrike" cap="none">
              <a:solidFill>
                <a:srgbClr val="066AFE"/>
              </a:solidFill>
              <a:latin typeface="Salesforce Sans"/>
              <a:ea typeface="Salesforce Sans"/>
              <a:cs typeface="Salesforce Sans"/>
              <a:sym typeface="Salesforce Sans"/>
            </a:endParaRPr>
          </a:p>
        </p:txBody>
      </p:sp>
      <p:sp>
        <p:nvSpPr>
          <p:cNvPr id="1655" name="Google Shape;1655;p83"/>
          <p:cNvSpPr/>
          <p:nvPr/>
        </p:nvSpPr>
        <p:spPr>
          <a:xfrm>
            <a:off x="1789208" y="5793127"/>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Fraud M</a:t>
            </a:r>
            <a:r>
              <a:rPr lang="en" sz="900" b="1">
                <a:solidFill>
                  <a:srgbClr val="066AFE"/>
                </a:solidFill>
                <a:latin typeface="Salesforce Sans"/>
                <a:ea typeface="Salesforce Sans"/>
                <a:cs typeface="Salesforce Sans"/>
                <a:sym typeface="Salesforce Sans"/>
              </a:rPr>
              <a:t>anagement</a:t>
            </a:r>
            <a:endParaRPr sz="900" b="1" i="0" u="none" strike="noStrike" cap="none">
              <a:solidFill>
                <a:srgbClr val="066AFE"/>
              </a:solidFill>
              <a:latin typeface="Salesforce Sans"/>
              <a:ea typeface="Salesforce Sans"/>
              <a:cs typeface="Salesforce Sans"/>
              <a:sym typeface="Salesforce Sans"/>
            </a:endParaRPr>
          </a:p>
        </p:txBody>
      </p:sp>
      <p:sp>
        <p:nvSpPr>
          <p:cNvPr id="1656" name="Google Shape;1656;p83"/>
          <p:cNvSpPr/>
          <p:nvPr/>
        </p:nvSpPr>
        <p:spPr>
          <a:xfrm>
            <a:off x="1789208" y="7093930"/>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Regulatory Reporting</a:t>
            </a:r>
            <a:endParaRPr sz="900" b="1" i="0" u="none" strike="noStrike" cap="none">
              <a:solidFill>
                <a:srgbClr val="066AFE"/>
              </a:solidFill>
              <a:latin typeface="Salesforce Sans"/>
              <a:ea typeface="Salesforce Sans"/>
              <a:cs typeface="Salesforce Sans"/>
              <a:sym typeface="Salesforce Sans"/>
            </a:endParaRPr>
          </a:p>
        </p:txBody>
      </p:sp>
      <p:sp>
        <p:nvSpPr>
          <p:cNvPr id="1657" name="Google Shape;1657;p83"/>
          <p:cNvSpPr/>
          <p:nvPr/>
        </p:nvSpPr>
        <p:spPr>
          <a:xfrm>
            <a:off x="1789208" y="7811894"/>
            <a:ext cx="8154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 &amp; Liquidity Risk Monitoring</a:t>
            </a:r>
            <a:endParaRPr sz="900" b="1" i="0" u="none" strike="noStrike" cap="none">
              <a:solidFill>
                <a:srgbClr val="066AFE"/>
              </a:solidFill>
              <a:latin typeface="Salesforce Sans"/>
              <a:ea typeface="Salesforce Sans"/>
              <a:cs typeface="Salesforce Sans"/>
              <a:sym typeface="Salesforce Sans"/>
            </a:endParaRPr>
          </a:p>
        </p:txBody>
      </p:sp>
      <p:sp>
        <p:nvSpPr>
          <p:cNvPr id="1658" name="Google Shape;1658;p83"/>
          <p:cNvSpPr txBox="1"/>
          <p:nvPr/>
        </p:nvSpPr>
        <p:spPr>
          <a:xfrm>
            <a:off x="3209568" y="8256537"/>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Limit Monitoring Management</a:t>
            </a:r>
            <a:endParaRPr sz="800" i="0" u="none" strike="noStrike" cap="none">
              <a:latin typeface="Salesforce Sans"/>
              <a:ea typeface="Salesforce Sans"/>
              <a:cs typeface="Salesforce Sans"/>
              <a:sym typeface="Salesforce Sans"/>
            </a:endParaRPr>
          </a:p>
        </p:txBody>
      </p:sp>
      <p:sp>
        <p:nvSpPr>
          <p:cNvPr id="1659" name="Google Shape;1659;p83"/>
          <p:cNvSpPr/>
          <p:nvPr/>
        </p:nvSpPr>
        <p:spPr>
          <a:xfrm>
            <a:off x="3054012" y="828098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60" name="Google Shape;1660;p83"/>
          <p:cNvSpPr txBox="1"/>
          <p:nvPr/>
        </p:nvSpPr>
        <p:spPr>
          <a:xfrm>
            <a:off x="431325"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661" name="Google Shape;1661;p83"/>
          <p:cNvSpPr txBox="1"/>
          <p:nvPr/>
        </p:nvSpPr>
        <p:spPr>
          <a:xfrm>
            <a:off x="1794423"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662" name="Google Shape;1662;p83"/>
          <p:cNvGrpSpPr/>
          <p:nvPr/>
        </p:nvGrpSpPr>
        <p:grpSpPr>
          <a:xfrm>
            <a:off x="316638" y="1635959"/>
            <a:ext cx="1322400" cy="449700"/>
            <a:chOff x="755165" y="1828821"/>
            <a:chExt cx="1322400" cy="449700"/>
          </a:xfrm>
        </p:grpSpPr>
        <p:sp>
          <p:nvSpPr>
            <p:cNvPr id="1663" name="Google Shape;1663;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664" name="Google Shape;1664;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1665" name="Google Shape;1665;p83"/>
          <p:cNvSpPr txBox="1"/>
          <p:nvPr/>
        </p:nvSpPr>
        <p:spPr>
          <a:xfrm>
            <a:off x="3211954" y="13335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666" name="Google Shape;1666;p83"/>
          <p:cNvSpPr txBox="1"/>
          <p:nvPr/>
        </p:nvSpPr>
        <p:spPr>
          <a:xfrm>
            <a:off x="1789208" y="1610700"/>
            <a:ext cx="9633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Marketing Personalization</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1667" name="Google Shape;1667;p83"/>
          <p:cNvGrpSpPr/>
          <p:nvPr/>
        </p:nvGrpSpPr>
        <p:grpSpPr>
          <a:xfrm>
            <a:off x="316638" y="4963046"/>
            <a:ext cx="1322400" cy="449700"/>
            <a:chOff x="755165" y="1828821"/>
            <a:chExt cx="1322400" cy="449700"/>
          </a:xfrm>
        </p:grpSpPr>
        <p:sp>
          <p:nvSpPr>
            <p:cNvPr id="1668" name="Google Shape;1668;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669" name="Google Shape;1669;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670" name="Google Shape;1670;p83"/>
          <p:cNvSpPr/>
          <p:nvPr/>
        </p:nvSpPr>
        <p:spPr>
          <a:xfrm>
            <a:off x="7653242" y="460475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71" name="Google Shape;1671;p83"/>
          <p:cNvSpPr/>
          <p:nvPr/>
        </p:nvSpPr>
        <p:spPr>
          <a:xfrm>
            <a:off x="7653242" y="42960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72" name="Google Shape;1672;p83"/>
          <p:cNvSpPr txBox="1"/>
          <p:nvPr/>
        </p:nvSpPr>
        <p:spPr>
          <a:xfrm>
            <a:off x="7811494" y="192417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Performance Monitoring</a:t>
            </a:r>
            <a:endParaRPr sz="800" i="0" u="none" strike="noStrike" cap="none">
              <a:latin typeface="Salesforce Sans"/>
              <a:ea typeface="Salesforce Sans"/>
              <a:cs typeface="Salesforce Sans"/>
              <a:sym typeface="Salesforce Sans"/>
            </a:endParaRPr>
          </a:p>
        </p:txBody>
      </p:sp>
      <p:sp>
        <p:nvSpPr>
          <p:cNvPr id="1673" name="Google Shape;1673;p83"/>
          <p:cNvSpPr/>
          <p:nvPr/>
        </p:nvSpPr>
        <p:spPr>
          <a:xfrm>
            <a:off x="7653242" y="2182742"/>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74" name="Google Shape;1674;p83"/>
          <p:cNvSpPr txBox="1"/>
          <p:nvPr/>
        </p:nvSpPr>
        <p:spPr>
          <a:xfrm>
            <a:off x="7811494" y="215814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 &amp; Customer Research</a:t>
            </a:r>
            <a:endParaRPr sz="800" i="0" u="none" strike="noStrike" cap="none">
              <a:latin typeface="Salesforce Sans"/>
              <a:ea typeface="Salesforce Sans"/>
              <a:cs typeface="Salesforce Sans"/>
              <a:sym typeface="Salesforce Sans"/>
            </a:endParaRPr>
          </a:p>
        </p:txBody>
      </p:sp>
      <p:sp>
        <p:nvSpPr>
          <p:cNvPr id="1675" name="Google Shape;1675;p83"/>
          <p:cNvSpPr/>
          <p:nvPr/>
        </p:nvSpPr>
        <p:spPr>
          <a:xfrm>
            <a:off x="7653242" y="2340113"/>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76" name="Google Shape;1676;p83"/>
          <p:cNvSpPr txBox="1"/>
          <p:nvPr/>
        </p:nvSpPr>
        <p:spPr>
          <a:xfrm>
            <a:off x="7811494" y="231551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Ideation</a:t>
            </a:r>
            <a:endParaRPr sz="800" i="0" u="none" strike="noStrike" cap="none">
              <a:latin typeface="Salesforce Sans"/>
              <a:ea typeface="Salesforce Sans"/>
              <a:cs typeface="Salesforce Sans"/>
              <a:sym typeface="Salesforce Sans"/>
            </a:endParaRPr>
          </a:p>
        </p:txBody>
      </p:sp>
      <p:sp>
        <p:nvSpPr>
          <p:cNvPr id="1677" name="Google Shape;1677;p83"/>
          <p:cNvSpPr/>
          <p:nvPr/>
        </p:nvSpPr>
        <p:spPr>
          <a:xfrm>
            <a:off x="7653242" y="2658030"/>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78" name="Google Shape;1678;p83"/>
          <p:cNvSpPr txBox="1"/>
          <p:nvPr/>
        </p:nvSpPr>
        <p:spPr>
          <a:xfrm>
            <a:off x="7811494" y="2633430"/>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Profitability Modeling</a:t>
            </a:r>
            <a:endParaRPr sz="800" i="0" u="none" strike="noStrike" cap="none">
              <a:latin typeface="Salesforce Sans"/>
              <a:ea typeface="Salesforce Sans"/>
              <a:cs typeface="Salesforce Sans"/>
              <a:sym typeface="Salesforce Sans"/>
            </a:endParaRPr>
          </a:p>
        </p:txBody>
      </p:sp>
      <p:sp>
        <p:nvSpPr>
          <p:cNvPr id="1679" name="Google Shape;1679;p83"/>
          <p:cNvSpPr txBox="1"/>
          <p:nvPr/>
        </p:nvSpPr>
        <p:spPr>
          <a:xfrm>
            <a:off x="7811494" y="286739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lang="en" sz="800" i="0" u="none" strike="noStrike" cap="none">
                <a:latin typeface="Salesforce Sans"/>
                <a:ea typeface="Salesforce Sans"/>
                <a:cs typeface="Salesforce Sans"/>
                <a:sym typeface="Salesforce Sans"/>
              </a:rPr>
              <a:t>eature Build</a:t>
            </a:r>
            <a:endParaRPr sz="800" i="0" u="none" strike="noStrike" cap="none">
              <a:latin typeface="Salesforce Sans"/>
              <a:ea typeface="Salesforce Sans"/>
              <a:cs typeface="Salesforce Sans"/>
              <a:sym typeface="Salesforce Sans"/>
            </a:endParaRPr>
          </a:p>
        </p:txBody>
      </p:sp>
      <p:sp>
        <p:nvSpPr>
          <p:cNvPr id="1680" name="Google Shape;1680;p83"/>
          <p:cNvSpPr/>
          <p:nvPr/>
        </p:nvSpPr>
        <p:spPr>
          <a:xfrm>
            <a:off x="7653242" y="3049368"/>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81" name="Google Shape;1681;p83"/>
          <p:cNvSpPr txBox="1"/>
          <p:nvPr/>
        </p:nvSpPr>
        <p:spPr>
          <a:xfrm>
            <a:off x="7811494" y="3024768"/>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Legal &amp; Compliance Review</a:t>
            </a:r>
            <a:endParaRPr sz="800" i="0" u="none" strike="noStrike" cap="none">
              <a:latin typeface="Salesforce Sans"/>
              <a:ea typeface="Salesforce Sans"/>
              <a:cs typeface="Salesforce Sans"/>
              <a:sym typeface="Salesforce Sans"/>
            </a:endParaRPr>
          </a:p>
        </p:txBody>
      </p:sp>
      <p:sp>
        <p:nvSpPr>
          <p:cNvPr id="1682" name="Google Shape;1682;p83"/>
          <p:cNvSpPr/>
          <p:nvPr/>
        </p:nvSpPr>
        <p:spPr>
          <a:xfrm>
            <a:off x="7653242" y="2500659"/>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83" name="Google Shape;1683;p83"/>
          <p:cNvSpPr txBox="1"/>
          <p:nvPr/>
        </p:nvSpPr>
        <p:spPr>
          <a:xfrm>
            <a:off x="7811494" y="247605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Feature Definition</a:t>
            </a:r>
            <a:endParaRPr sz="800" i="0" u="none" strike="noStrike" cap="none">
              <a:latin typeface="Salesforce Sans"/>
              <a:ea typeface="Salesforce Sans"/>
              <a:cs typeface="Salesforce Sans"/>
              <a:sym typeface="Salesforce Sans"/>
            </a:endParaRPr>
          </a:p>
        </p:txBody>
      </p:sp>
      <p:sp>
        <p:nvSpPr>
          <p:cNvPr id="1684" name="Google Shape;1684;p83"/>
          <p:cNvSpPr/>
          <p:nvPr/>
        </p:nvSpPr>
        <p:spPr>
          <a:xfrm>
            <a:off x="7653242" y="4453383"/>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85" name="Google Shape;1685;p83"/>
          <p:cNvSpPr txBox="1"/>
          <p:nvPr/>
        </p:nvSpPr>
        <p:spPr>
          <a:xfrm>
            <a:off x="7811494" y="442878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Facility Letter</a:t>
            </a:r>
            <a:endParaRPr sz="800" i="0" u="none" strike="noStrike" cap="none">
              <a:latin typeface="Salesforce Sans"/>
              <a:ea typeface="Salesforce Sans"/>
              <a:cs typeface="Salesforce Sans"/>
              <a:sym typeface="Salesforce Sans"/>
            </a:endParaRPr>
          </a:p>
        </p:txBody>
      </p:sp>
      <p:sp>
        <p:nvSpPr>
          <p:cNvPr id="1686" name="Google Shape;1686;p83"/>
          <p:cNvSpPr/>
          <p:nvPr/>
        </p:nvSpPr>
        <p:spPr>
          <a:xfrm>
            <a:off x="7653242" y="4141815"/>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87" name="Google Shape;1687;p83"/>
          <p:cNvSpPr txBox="1"/>
          <p:nvPr/>
        </p:nvSpPr>
        <p:spPr>
          <a:xfrm>
            <a:off x="7811494" y="4117215"/>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1688" name="Google Shape;1688;p83"/>
          <p:cNvSpPr txBox="1"/>
          <p:nvPr/>
        </p:nvSpPr>
        <p:spPr>
          <a:xfrm>
            <a:off x="7811494" y="458615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Collections &amp; Recovery </a:t>
            </a:r>
            <a:endParaRPr sz="800" i="0" u="none" strike="noStrike" cap="none">
              <a:latin typeface="Salesforce Sans"/>
              <a:ea typeface="Salesforce Sans"/>
              <a:cs typeface="Salesforce Sans"/>
              <a:sym typeface="Salesforce Sans"/>
            </a:endParaRPr>
          </a:p>
        </p:txBody>
      </p:sp>
      <p:sp>
        <p:nvSpPr>
          <p:cNvPr id="1689" name="Google Shape;1689;p83"/>
          <p:cNvSpPr/>
          <p:nvPr/>
        </p:nvSpPr>
        <p:spPr>
          <a:xfrm>
            <a:off x="7653242" y="4847896"/>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90" name="Google Shape;1690;p83"/>
          <p:cNvSpPr txBox="1"/>
          <p:nvPr/>
        </p:nvSpPr>
        <p:spPr>
          <a:xfrm>
            <a:off x="7811494" y="4823296"/>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1691" name="Google Shape;1691;p83"/>
          <p:cNvSpPr/>
          <p:nvPr/>
        </p:nvSpPr>
        <p:spPr>
          <a:xfrm>
            <a:off x="7653242" y="5002255"/>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92" name="Google Shape;1692;p83"/>
          <p:cNvSpPr txBox="1"/>
          <p:nvPr/>
        </p:nvSpPr>
        <p:spPr>
          <a:xfrm>
            <a:off x="7811494" y="4977655"/>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Deposit Processing</a:t>
            </a:r>
            <a:endParaRPr sz="800" i="0" u="none" strike="noStrike" cap="none">
              <a:latin typeface="Salesforce Sans"/>
              <a:ea typeface="Salesforce Sans"/>
              <a:cs typeface="Salesforce Sans"/>
              <a:sym typeface="Salesforce Sans"/>
            </a:endParaRPr>
          </a:p>
        </p:txBody>
      </p:sp>
      <p:sp>
        <p:nvSpPr>
          <p:cNvPr id="1693" name="Google Shape;1693;p83"/>
          <p:cNvSpPr/>
          <p:nvPr/>
        </p:nvSpPr>
        <p:spPr>
          <a:xfrm>
            <a:off x="7653242" y="320356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94" name="Google Shape;1694;p83"/>
          <p:cNvSpPr txBox="1"/>
          <p:nvPr/>
        </p:nvSpPr>
        <p:spPr>
          <a:xfrm>
            <a:off x="7811494" y="317896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 Rate-Setting</a:t>
            </a:r>
            <a:endParaRPr sz="800" i="0" u="none" strike="noStrike" cap="none">
              <a:latin typeface="Salesforce Sans"/>
              <a:ea typeface="Salesforce Sans"/>
              <a:cs typeface="Salesforce Sans"/>
              <a:sym typeface="Salesforce Sans"/>
            </a:endParaRPr>
          </a:p>
        </p:txBody>
      </p:sp>
      <p:sp>
        <p:nvSpPr>
          <p:cNvPr id="1695" name="Google Shape;1695;p83"/>
          <p:cNvSpPr txBox="1"/>
          <p:nvPr/>
        </p:nvSpPr>
        <p:spPr>
          <a:xfrm>
            <a:off x="7811494" y="427141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Credit Memo</a:t>
            </a:r>
            <a:endParaRPr sz="800" i="0" u="none" strike="noStrike" cap="none">
              <a:latin typeface="Salesforce Sans"/>
              <a:ea typeface="Salesforce Sans"/>
              <a:cs typeface="Salesforce Sans"/>
              <a:sym typeface="Salesforce Sans"/>
            </a:endParaRPr>
          </a:p>
        </p:txBody>
      </p:sp>
      <p:sp>
        <p:nvSpPr>
          <p:cNvPr id="1696" name="Google Shape;1696;p83"/>
          <p:cNvSpPr/>
          <p:nvPr/>
        </p:nvSpPr>
        <p:spPr>
          <a:xfrm>
            <a:off x="7653242" y="5622600"/>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697" name="Google Shape;1697;p83"/>
          <p:cNvSpPr txBox="1"/>
          <p:nvPr/>
        </p:nvSpPr>
        <p:spPr>
          <a:xfrm>
            <a:off x="7811494" y="565132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Transaction / Payment Matching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and Reconciliation</a:t>
            </a:r>
            <a:endParaRPr sz="800" i="0" u="none" strike="noStrike" cap="none">
              <a:latin typeface="Salesforce Sans"/>
              <a:ea typeface="Salesforce Sans"/>
              <a:cs typeface="Salesforce Sans"/>
              <a:sym typeface="Salesforce Sans"/>
            </a:endParaRPr>
          </a:p>
        </p:txBody>
      </p:sp>
      <p:sp>
        <p:nvSpPr>
          <p:cNvPr id="1698" name="Google Shape;1698;p83"/>
          <p:cNvSpPr/>
          <p:nvPr/>
        </p:nvSpPr>
        <p:spPr>
          <a:xfrm>
            <a:off x="7653242" y="589571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699" name="Google Shape;1699;p83"/>
          <p:cNvSpPr txBox="1"/>
          <p:nvPr/>
        </p:nvSpPr>
        <p:spPr>
          <a:xfrm>
            <a:off x="7811494" y="587111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Adjustment and Posting</a:t>
            </a:r>
            <a:endParaRPr sz="800" i="0" u="none" strike="noStrike" cap="none">
              <a:latin typeface="Salesforce Sans"/>
              <a:ea typeface="Salesforce Sans"/>
              <a:cs typeface="Salesforce Sans"/>
              <a:sym typeface="Salesforce Sans"/>
            </a:endParaRPr>
          </a:p>
        </p:txBody>
      </p:sp>
      <p:sp>
        <p:nvSpPr>
          <p:cNvPr id="1700" name="Google Shape;1700;p83"/>
          <p:cNvSpPr txBox="1"/>
          <p:nvPr/>
        </p:nvSpPr>
        <p:spPr>
          <a:xfrm>
            <a:off x="7811494" y="341293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Performance Visibility</a:t>
            </a:r>
            <a:endParaRPr sz="800" i="0" u="none" strike="noStrike" cap="none">
              <a:latin typeface="Salesforce Sans"/>
              <a:ea typeface="Salesforce Sans"/>
              <a:cs typeface="Salesforce Sans"/>
              <a:sym typeface="Salesforce Sans"/>
            </a:endParaRPr>
          </a:p>
        </p:txBody>
      </p:sp>
      <p:sp>
        <p:nvSpPr>
          <p:cNvPr id="1701" name="Google Shape;1701;p83"/>
          <p:cNvSpPr txBox="1"/>
          <p:nvPr/>
        </p:nvSpPr>
        <p:spPr>
          <a:xfrm>
            <a:off x="7811494" y="372767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Activation</a:t>
            </a:r>
            <a:endParaRPr sz="800" i="0" u="none" strike="noStrike" cap="none">
              <a:latin typeface="Salesforce Sans"/>
              <a:ea typeface="Salesforce Sans"/>
              <a:cs typeface="Salesforce Sans"/>
              <a:sym typeface="Salesforce Sans"/>
            </a:endParaRPr>
          </a:p>
        </p:txBody>
      </p:sp>
      <p:sp>
        <p:nvSpPr>
          <p:cNvPr id="1702" name="Google Shape;1702;p83"/>
          <p:cNvSpPr/>
          <p:nvPr/>
        </p:nvSpPr>
        <p:spPr>
          <a:xfrm>
            <a:off x="7653242" y="52356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03" name="Google Shape;1703;p83"/>
          <p:cNvSpPr txBox="1"/>
          <p:nvPr/>
        </p:nvSpPr>
        <p:spPr>
          <a:xfrm>
            <a:off x="7811494" y="521101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Payment Processing</a:t>
            </a:r>
            <a:endParaRPr sz="800" i="0" u="none" strike="noStrike" cap="none">
              <a:latin typeface="Salesforce Sans"/>
              <a:ea typeface="Salesforce Sans"/>
              <a:cs typeface="Salesforce Sans"/>
              <a:sym typeface="Salesforce Sans"/>
            </a:endParaRPr>
          </a:p>
        </p:txBody>
      </p:sp>
      <p:sp>
        <p:nvSpPr>
          <p:cNvPr id="1704" name="Google Shape;1704;p83"/>
          <p:cNvSpPr/>
          <p:nvPr/>
        </p:nvSpPr>
        <p:spPr>
          <a:xfrm>
            <a:off x="6401215" y="2867396"/>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Product Dev &amp; Build</a:t>
            </a:r>
            <a:endParaRPr sz="900" b="1" i="0" u="none" strike="noStrike" cap="none">
              <a:solidFill>
                <a:srgbClr val="066AFE"/>
              </a:solidFill>
              <a:latin typeface="Salesforce Sans"/>
              <a:ea typeface="Salesforce Sans"/>
              <a:cs typeface="Salesforce Sans"/>
              <a:sym typeface="Salesforce Sans"/>
            </a:endParaRPr>
          </a:p>
        </p:txBody>
      </p:sp>
      <p:sp>
        <p:nvSpPr>
          <p:cNvPr id="1705" name="Google Shape;1705;p83"/>
          <p:cNvSpPr/>
          <p:nvPr/>
        </p:nvSpPr>
        <p:spPr>
          <a:xfrm>
            <a:off x="6401215" y="2158141"/>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Value Prop Strategy &amp; Design</a:t>
            </a:r>
            <a:endParaRPr sz="900" b="1" i="0" u="none" strike="noStrike" cap="none">
              <a:solidFill>
                <a:srgbClr val="066AFE"/>
              </a:solidFill>
              <a:latin typeface="Salesforce Sans"/>
              <a:ea typeface="Salesforce Sans"/>
              <a:cs typeface="Salesforce Sans"/>
              <a:sym typeface="Salesforce Sans"/>
            </a:endParaRPr>
          </a:p>
        </p:txBody>
      </p:sp>
      <p:sp>
        <p:nvSpPr>
          <p:cNvPr id="1706" name="Google Shape;1706;p83"/>
          <p:cNvSpPr/>
          <p:nvPr/>
        </p:nvSpPr>
        <p:spPr>
          <a:xfrm>
            <a:off x="6401214" y="5594469"/>
            <a:ext cx="1116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Reconciliations</a:t>
            </a:r>
            <a:endParaRPr sz="900" b="1" i="0" u="none" strike="noStrike" cap="none">
              <a:solidFill>
                <a:srgbClr val="066AFE"/>
              </a:solidFill>
              <a:latin typeface="Salesforce Sans"/>
              <a:ea typeface="Salesforce Sans"/>
              <a:cs typeface="Salesforce Sans"/>
              <a:sym typeface="Salesforce Sans"/>
            </a:endParaRPr>
          </a:p>
        </p:txBody>
      </p:sp>
      <p:sp>
        <p:nvSpPr>
          <p:cNvPr id="1707" name="Google Shape;1707;p83"/>
          <p:cNvSpPr/>
          <p:nvPr/>
        </p:nvSpPr>
        <p:spPr>
          <a:xfrm>
            <a:off x="6401215" y="4120389"/>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Lending Operations</a:t>
            </a:r>
            <a:endParaRPr sz="900" b="1" i="0" u="none" strike="noStrike" cap="none">
              <a:solidFill>
                <a:srgbClr val="066AFE"/>
              </a:solidFill>
              <a:latin typeface="Salesforce Sans"/>
              <a:ea typeface="Salesforce Sans"/>
              <a:cs typeface="Salesforce Sans"/>
              <a:sym typeface="Salesforce Sans"/>
            </a:endParaRPr>
          </a:p>
        </p:txBody>
      </p:sp>
      <p:sp>
        <p:nvSpPr>
          <p:cNvPr id="1708" name="Google Shape;1708;p83"/>
          <p:cNvSpPr/>
          <p:nvPr/>
        </p:nvSpPr>
        <p:spPr>
          <a:xfrm>
            <a:off x="6401215" y="4823294"/>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Deposit Op</a:t>
            </a:r>
            <a:r>
              <a:rPr lang="en" sz="900" b="1">
                <a:solidFill>
                  <a:srgbClr val="066AFE"/>
                </a:solidFill>
                <a:latin typeface="Salesforce Sans"/>
                <a:ea typeface="Salesforce Sans"/>
                <a:cs typeface="Salesforce Sans"/>
                <a:sym typeface="Salesforce Sans"/>
              </a:rPr>
              <a:t>erations</a:t>
            </a:r>
            <a:endParaRPr sz="900" b="1" i="0" u="none" strike="noStrike" cap="none">
              <a:solidFill>
                <a:srgbClr val="066AFE"/>
              </a:solidFill>
              <a:latin typeface="Salesforce Sans"/>
              <a:ea typeface="Salesforce Sans"/>
              <a:cs typeface="Salesforce Sans"/>
              <a:sym typeface="Salesforce Sans"/>
            </a:endParaRPr>
          </a:p>
        </p:txBody>
      </p:sp>
      <p:sp>
        <p:nvSpPr>
          <p:cNvPr id="1709" name="Google Shape;1709;p83"/>
          <p:cNvSpPr/>
          <p:nvPr/>
        </p:nvSpPr>
        <p:spPr>
          <a:xfrm>
            <a:off x="6401214" y="5214200"/>
            <a:ext cx="1253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Payment &amp;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Trans</a:t>
            </a:r>
            <a:r>
              <a:rPr lang="en" sz="900" b="1">
                <a:solidFill>
                  <a:srgbClr val="066AFE"/>
                </a:solidFill>
                <a:latin typeface="Salesforce Sans"/>
                <a:ea typeface="Salesforce Sans"/>
                <a:cs typeface="Salesforce Sans"/>
                <a:sym typeface="Salesforce Sans"/>
              </a:rPr>
              <a:t>fer Operations</a:t>
            </a:r>
            <a:endParaRPr sz="900" b="1" i="0" u="none" strike="noStrike" cap="none">
              <a:solidFill>
                <a:srgbClr val="066AFE"/>
              </a:solidFill>
              <a:latin typeface="Salesforce Sans"/>
              <a:ea typeface="Salesforce Sans"/>
              <a:cs typeface="Salesforce Sans"/>
              <a:sym typeface="Salesforce Sans"/>
            </a:endParaRPr>
          </a:p>
        </p:txBody>
      </p:sp>
      <p:sp>
        <p:nvSpPr>
          <p:cNvPr id="1710" name="Google Shape;1710;p83"/>
          <p:cNvSpPr/>
          <p:nvPr/>
        </p:nvSpPr>
        <p:spPr>
          <a:xfrm>
            <a:off x="6401215" y="3412930"/>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Onboarding</a:t>
            </a:r>
            <a:endParaRPr sz="900" b="1" i="0" u="none" strike="noStrike" cap="none">
              <a:solidFill>
                <a:srgbClr val="066AFE"/>
              </a:solidFill>
              <a:latin typeface="Salesforce Sans"/>
              <a:ea typeface="Salesforce Sans"/>
              <a:cs typeface="Salesforce Sans"/>
              <a:sym typeface="Salesforce Sans"/>
            </a:endParaRPr>
          </a:p>
        </p:txBody>
      </p:sp>
      <p:sp>
        <p:nvSpPr>
          <p:cNvPr id="1711" name="Google Shape;1711;p83"/>
          <p:cNvSpPr/>
          <p:nvPr/>
        </p:nvSpPr>
        <p:spPr>
          <a:xfrm>
            <a:off x="7653242" y="769282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12" name="Google Shape;1712;p83"/>
          <p:cNvSpPr txBox="1"/>
          <p:nvPr/>
        </p:nvSpPr>
        <p:spPr>
          <a:xfrm>
            <a:off x="7805144" y="766822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Translation</a:t>
            </a:r>
            <a:endParaRPr sz="800" i="0" u="none" strike="noStrike" cap="none">
              <a:latin typeface="Salesforce Sans"/>
              <a:ea typeface="Salesforce Sans"/>
              <a:cs typeface="Salesforce Sans"/>
              <a:sym typeface="Salesforce Sans"/>
            </a:endParaRPr>
          </a:p>
        </p:txBody>
      </p:sp>
      <p:sp>
        <p:nvSpPr>
          <p:cNvPr id="1713" name="Google Shape;1713;p83"/>
          <p:cNvSpPr/>
          <p:nvPr/>
        </p:nvSpPr>
        <p:spPr>
          <a:xfrm>
            <a:off x="7653242" y="792678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14" name="Google Shape;1714;p83"/>
          <p:cNvSpPr txBox="1"/>
          <p:nvPr/>
        </p:nvSpPr>
        <p:spPr>
          <a:xfrm>
            <a:off x="7811494" y="790218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Ticket Intake</a:t>
            </a:r>
            <a:endParaRPr sz="800" i="0" u="none" strike="noStrike" cap="none">
              <a:latin typeface="Salesforce Sans"/>
              <a:ea typeface="Salesforce Sans"/>
              <a:cs typeface="Salesforce Sans"/>
              <a:sym typeface="Salesforce Sans"/>
            </a:endParaRPr>
          </a:p>
        </p:txBody>
      </p:sp>
      <p:sp>
        <p:nvSpPr>
          <p:cNvPr id="1715" name="Google Shape;1715;p83"/>
          <p:cNvSpPr/>
          <p:nvPr/>
        </p:nvSpPr>
        <p:spPr>
          <a:xfrm>
            <a:off x="7653242" y="722070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16" name="Google Shape;1716;p83"/>
          <p:cNvSpPr txBox="1"/>
          <p:nvPr/>
        </p:nvSpPr>
        <p:spPr>
          <a:xfrm>
            <a:off x="7801969" y="718449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Requirements</a:t>
            </a:r>
            <a:endParaRPr sz="800" i="0" u="none" strike="noStrike" cap="none">
              <a:latin typeface="Salesforce Sans"/>
              <a:ea typeface="Salesforce Sans"/>
              <a:cs typeface="Salesforce Sans"/>
              <a:sym typeface="Salesforce Sans"/>
            </a:endParaRPr>
          </a:p>
        </p:txBody>
      </p:sp>
      <p:sp>
        <p:nvSpPr>
          <p:cNvPr id="1717" name="Google Shape;1717;p83"/>
          <p:cNvSpPr/>
          <p:nvPr/>
        </p:nvSpPr>
        <p:spPr>
          <a:xfrm>
            <a:off x="7653242" y="737808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18" name="Google Shape;1718;p83"/>
          <p:cNvSpPr txBox="1"/>
          <p:nvPr/>
        </p:nvSpPr>
        <p:spPr>
          <a:xfrm>
            <a:off x="7805144" y="7353480"/>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Documentation </a:t>
            </a:r>
            <a:endParaRPr sz="800" i="0" u="none" strike="noStrike" cap="none">
              <a:latin typeface="Salesforce Sans"/>
              <a:ea typeface="Salesforce Sans"/>
              <a:cs typeface="Salesforce Sans"/>
              <a:sym typeface="Salesforce Sans"/>
            </a:endParaRPr>
          </a:p>
        </p:txBody>
      </p:sp>
      <p:sp>
        <p:nvSpPr>
          <p:cNvPr id="1719" name="Google Shape;1719;p83"/>
          <p:cNvSpPr/>
          <p:nvPr/>
        </p:nvSpPr>
        <p:spPr>
          <a:xfrm>
            <a:off x="7653242" y="753545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20" name="Google Shape;1720;p83"/>
          <p:cNvSpPr txBox="1"/>
          <p:nvPr/>
        </p:nvSpPr>
        <p:spPr>
          <a:xfrm>
            <a:off x="7811494" y="751085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Test Case </a:t>
            </a:r>
            <a:endParaRPr sz="800" i="0" u="none" strike="noStrike" cap="none">
              <a:latin typeface="Salesforce Sans"/>
              <a:ea typeface="Salesforce Sans"/>
              <a:cs typeface="Salesforce Sans"/>
              <a:sym typeface="Salesforce Sans"/>
            </a:endParaRPr>
          </a:p>
        </p:txBody>
      </p:sp>
      <p:sp>
        <p:nvSpPr>
          <p:cNvPr id="1721" name="Google Shape;1721;p83"/>
          <p:cNvSpPr/>
          <p:nvPr/>
        </p:nvSpPr>
        <p:spPr>
          <a:xfrm>
            <a:off x="7653242" y="810103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22" name="Google Shape;1722;p83"/>
          <p:cNvSpPr txBox="1"/>
          <p:nvPr/>
        </p:nvSpPr>
        <p:spPr>
          <a:xfrm>
            <a:off x="7801975" y="8076432"/>
            <a:ext cx="2089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Resolution &amp; Troubleshooting</a:t>
            </a:r>
            <a:endParaRPr sz="800" i="0" u="none" strike="noStrike" cap="none">
              <a:latin typeface="Salesforce Sans"/>
              <a:ea typeface="Salesforce Sans"/>
              <a:cs typeface="Salesforce Sans"/>
              <a:sym typeface="Salesforce Sans"/>
            </a:endParaRPr>
          </a:p>
        </p:txBody>
      </p:sp>
      <p:sp>
        <p:nvSpPr>
          <p:cNvPr id="1723" name="Google Shape;1723;p83"/>
          <p:cNvSpPr/>
          <p:nvPr/>
        </p:nvSpPr>
        <p:spPr>
          <a:xfrm>
            <a:off x="7653242" y="827527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24" name="Google Shape;1724;p83"/>
          <p:cNvSpPr txBox="1"/>
          <p:nvPr/>
        </p:nvSpPr>
        <p:spPr>
          <a:xfrm>
            <a:off x="7801969" y="825067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Knowledge</a:t>
            </a:r>
            <a:endParaRPr sz="800" i="0" u="none" strike="noStrike" cap="none">
              <a:latin typeface="Salesforce Sans"/>
              <a:ea typeface="Salesforce Sans"/>
              <a:cs typeface="Salesforce Sans"/>
              <a:sym typeface="Salesforce Sans"/>
            </a:endParaRPr>
          </a:p>
        </p:txBody>
      </p:sp>
      <p:sp>
        <p:nvSpPr>
          <p:cNvPr id="1725" name="Google Shape;1725;p83"/>
          <p:cNvSpPr/>
          <p:nvPr/>
        </p:nvSpPr>
        <p:spPr>
          <a:xfrm>
            <a:off x="6401215" y="7903826"/>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Helpdesk</a:t>
            </a:r>
            <a:endParaRPr sz="900" b="1" i="0" u="none" strike="noStrike" cap="none">
              <a:solidFill>
                <a:srgbClr val="066AFE"/>
              </a:solidFill>
              <a:latin typeface="Salesforce Sans"/>
              <a:ea typeface="Salesforce Sans"/>
              <a:cs typeface="Salesforce Sans"/>
              <a:sym typeface="Salesforce Sans"/>
            </a:endParaRPr>
          </a:p>
        </p:txBody>
      </p:sp>
      <p:sp>
        <p:nvSpPr>
          <p:cNvPr id="1726" name="Google Shape;1726;p83"/>
          <p:cNvSpPr/>
          <p:nvPr/>
        </p:nvSpPr>
        <p:spPr>
          <a:xfrm>
            <a:off x="6401215" y="7196106"/>
            <a:ext cx="892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Technology Modernization</a:t>
            </a:r>
            <a:endParaRPr sz="900" b="1" i="0" u="none" strike="noStrike" cap="none">
              <a:solidFill>
                <a:srgbClr val="066AFE"/>
              </a:solidFill>
              <a:latin typeface="Salesforce Sans"/>
              <a:ea typeface="Salesforce Sans"/>
              <a:cs typeface="Salesforce Sans"/>
              <a:sym typeface="Salesforce Sans"/>
            </a:endParaRPr>
          </a:p>
        </p:txBody>
      </p:sp>
      <p:sp>
        <p:nvSpPr>
          <p:cNvPr id="1727" name="Google Shape;1727;p83"/>
          <p:cNvSpPr txBox="1"/>
          <p:nvPr/>
        </p:nvSpPr>
        <p:spPr>
          <a:xfrm>
            <a:off x="7811494" y="3884148"/>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Compliance Guardrails</a:t>
            </a:r>
            <a:endParaRPr sz="800" i="0" u="none" strike="noStrike" cap="none">
              <a:latin typeface="Salesforce Sans"/>
              <a:ea typeface="Salesforce Sans"/>
              <a:cs typeface="Salesforce Sans"/>
              <a:sym typeface="Salesforce Sans"/>
            </a:endParaRPr>
          </a:p>
        </p:txBody>
      </p:sp>
      <p:sp>
        <p:nvSpPr>
          <p:cNvPr id="1728" name="Google Shape;1728;p83"/>
          <p:cNvSpPr txBox="1"/>
          <p:nvPr/>
        </p:nvSpPr>
        <p:spPr>
          <a:xfrm>
            <a:off x="7811494" y="357030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Onboarding </a:t>
            </a:r>
            <a:endParaRPr sz="800" i="0" u="none" strike="noStrike" cap="none">
              <a:latin typeface="Salesforce Sans"/>
              <a:ea typeface="Salesforce Sans"/>
              <a:cs typeface="Salesforce Sans"/>
              <a:sym typeface="Salesforce Sans"/>
            </a:endParaRPr>
          </a:p>
        </p:txBody>
      </p:sp>
      <p:sp>
        <p:nvSpPr>
          <p:cNvPr id="1729" name="Google Shape;1729;p83"/>
          <p:cNvSpPr/>
          <p:nvPr/>
        </p:nvSpPr>
        <p:spPr>
          <a:xfrm>
            <a:off x="7653242" y="3594902"/>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30" name="Google Shape;1730;p83"/>
          <p:cNvSpPr txBox="1"/>
          <p:nvPr/>
        </p:nvSpPr>
        <p:spPr>
          <a:xfrm>
            <a:off x="7811294" y="6260866"/>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Disaster Recovery</a:t>
            </a:r>
            <a:endParaRPr sz="800" i="0" u="none" strike="noStrike" cap="none">
              <a:latin typeface="Salesforce Sans"/>
              <a:ea typeface="Salesforce Sans"/>
              <a:cs typeface="Salesforce Sans"/>
              <a:sym typeface="Salesforce Sans"/>
            </a:endParaRPr>
          </a:p>
        </p:txBody>
      </p:sp>
      <p:sp>
        <p:nvSpPr>
          <p:cNvPr id="1731" name="Google Shape;1731;p83"/>
          <p:cNvSpPr txBox="1"/>
          <p:nvPr/>
        </p:nvSpPr>
        <p:spPr>
          <a:xfrm>
            <a:off x="7823994" y="6417889"/>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Threat Detection </a:t>
            </a:r>
            <a:endParaRPr sz="800" i="0" u="none" strike="noStrike" cap="none">
              <a:latin typeface="Salesforce Sans"/>
              <a:ea typeface="Salesforce Sans"/>
              <a:cs typeface="Salesforce Sans"/>
              <a:sym typeface="Salesforce Sans"/>
            </a:endParaRPr>
          </a:p>
        </p:txBody>
      </p:sp>
      <p:sp>
        <p:nvSpPr>
          <p:cNvPr id="1732" name="Google Shape;1732;p83"/>
          <p:cNvSpPr txBox="1"/>
          <p:nvPr/>
        </p:nvSpPr>
        <p:spPr>
          <a:xfrm>
            <a:off x="7811294" y="6103842"/>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Continuity Planning</a:t>
            </a:r>
            <a:endParaRPr sz="800" i="0" u="none" strike="noStrike" cap="none">
              <a:latin typeface="Salesforce Sans"/>
              <a:ea typeface="Salesforce Sans"/>
              <a:cs typeface="Salesforce Sans"/>
              <a:sym typeface="Salesforce Sans"/>
            </a:endParaRPr>
          </a:p>
        </p:txBody>
      </p:sp>
      <p:sp>
        <p:nvSpPr>
          <p:cNvPr id="1733" name="Google Shape;1733;p83"/>
          <p:cNvSpPr txBox="1"/>
          <p:nvPr/>
        </p:nvSpPr>
        <p:spPr>
          <a:xfrm>
            <a:off x="7823994" y="6574912"/>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 </a:t>
            </a:r>
            <a:endParaRPr sz="800" i="0" u="none" strike="noStrike" cap="none">
              <a:latin typeface="Salesforce Sans"/>
              <a:ea typeface="Salesforce Sans"/>
              <a:cs typeface="Salesforce Sans"/>
              <a:sym typeface="Salesforce Sans"/>
            </a:endParaRPr>
          </a:p>
        </p:txBody>
      </p:sp>
      <p:sp>
        <p:nvSpPr>
          <p:cNvPr id="1734" name="Google Shape;1734;p83"/>
          <p:cNvSpPr txBox="1"/>
          <p:nvPr/>
        </p:nvSpPr>
        <p:spPr>
          <a:xfrm>
            <a:off x="7807494" y="6964910"/>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Offensive Security Testing</a:t>
            </a:r>
            <a:endParaRPr sz="800" i="0" u="none" strike="noStrike" cap="none">
              <a:latin typeface="Salesforce Sans"/>
              <a:ea typeface="Salesforce Sans"/>
              <a:cs typeface="Salesforce Sans"/>
              <a:sym typeface="Salesforce Sans"/>
            </a:endParaRPr>
          </a:p>
        </p:txBody>
      </p:sp>
      <p:sp>
        <p:nvSpPr>
          <p:cNvPr id="1735" name="Google Shape;1735;p83"/>
          <p:cNvSpPr txBox="1"/>
          <p:nvPr/>
        </p:nvSpPr>
        <p:spPr>
          <a:xfrm>
            <a:off x="7813844" y="6807539"/>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Access &amp; Security Policy Creation</a:t>
            </a:r>
            <a:endParaRPr sz="800" i="0" u="none" strike="noStrike" cap="none">
              <a:latin typeface="Salesforce Sans"/>
              <a:ea typeface="Salesforce Sans"/>
              <a:cs typeface="Salesforce Sans"/>
              <a:sym typeface="Salesforce Sans"/>
            </a:endParaRPr>
          </a:p>
        </p:txBody>
      </p:sp>
      <p:sp>
        <p:nvSpPr>
          <p:cNvPr id="1736" name="Google Shape;1736;p83"/>
          <p:cNvSpPr/>
          <p:nvPr/>
        </p:nvSpPr>
        <p:spPr>
          <a:xfrm>
            <a:off x="6401215" y="6113367"/>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Infra Operations</a:t>
            </a:r>
            <a:endParaRPr sz="900" b="1" i="0" u="none" strike="noStrike" cap="none">
              <a:solidFill>
                <a:srgbClr val="066AFE"/>
              </a:solidFill>
              <a:latin typeface="Salesforce Sans"/>
              <a:ea typeface="Salesforce Sans"/>
              <a:cs typeface="Salesforce Sans"/>
              <a:sym typeface="Salesforce Sans"/>
            </a:endParaRPr>
          </a:p>
        </p:txBody>
      </p:sp>
      <p:sp>
        <p:nvSpPr>
          <p:cNvPr id="1737" name="Google Shape;1737;p83"/>
          <p:cNvSpPr/>
          <p:nvPr/>
        </p:nvSpPr>
        <p:spPr>
          <a:xfrm>
            <a:off x="6401215" y="6813888"/>
            <a:ext cx="8154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Cyber</a:t>
            </a:r>
            <a:r>
              <a:rPr lang="en" sz="900" b="1">
                <a:solidFill>
                  <a:srgbClr val="066AFE"/>
                </a:solidFill>
                <a:latin typeface="Salesforce Sans"/>
                <a:ea typeface="Salesforce Sans"/>
                <a:cs typeface="Salesforce Sans"/>
                <a:sym typeface="Salesforce Sans"/>
              </a:rPr>
              <a:t> Security</a:t>
            </a:r>
            <a:endParaRPr sz="900" b="1" i="0" u="none" strike="noStrike" cap="none">
              <a:solidFill>
                <a:srgbClr val="066AFE"/>
              </a:solidFill>
              <a:latin typeface="Salesforce Sans"/>
              <a:ea typeface="Salesforce Sans"/>
              <a:cs typeface="Salesforce Sans"/>
              <a:sym typeface="Salesforce Sans"/>
            </a:endParaRPr>
          </a:p>
        </p:txBody>
      </p:sp>
      <p:sp>
        <p:nvSpPr>
          <p:cNvPr id="1738" name="Google Shape;1738;p83"/>
          <p:cNvSpPr txBox="1"/>
          <p:nvPr/>
        </p:nvSpPr>
        <p:spPr>
          <a:xfrm>
            <a:off x="5042141"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39" name="Google Shape;1739;p83"/>
          <p:cNvSpPr txBox="1"/>
          <p:nvPr/>
        </p:nvSpPr>
        <p:spPr>
          <a:xfrm>
            <a:off x="7814431" y="1768246"/>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1740" name="Google Shape;1740;p83"/>
          <p:cNvSpPr txBox="1"/>
          <p:nvPr/>
        </p:nvSpPr>
        <p:spPr>
          <a:xfrm>
            <a:off x="7814431" y="1611400"/>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1741" name="Google Shape;1741;p83"/>
          <p:cNvSpPr txBox="1"/>
          <p:nvPr/>
        </p:nvSpPr>
        <p:spPr>
          <a:xfrm>
            <a:off x="6406430"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742" name="Google Shape;1742;p83"/>
          <p:cNvGrpSpPr/>
          <p:nvPr/>
        </p:nvGrpSpPr>
        <p:grpSpPr>
          <a:xfrm>
            <a:off x="4927454" y="1635959"/>
            <a:ext cx="1322400" cy="449700"/>
            <a:chOff x="755165" y="1828821"/>
            <a:chExt cx="1322400" cy="449700"/>
          </a:xfrm>
        </p:grpSpPr>
        <p:sp>
          <p:nvSpPr>
            <p:cNvPr id="1743" name="Google Shape;1743;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744" name="Google Shape;1744;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745" name="Google Shape;1745;p83"/>
          <p:cNvSpPr txBox="1"/>
          <p:nvPr/>
        </p:nvSpPr>
        <p:spPr>
          <a:xfrm>
            <a:off x="7816818" y="13335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746" name="Google Shape;1746;p83"/>
          <p:cNvSpPr txBox="1"/>
          <p:nvPr/>
        </p:nvSpPr>
        <p:spPr>
          <a:xfrm>
            <a:off x="6401215" y="1610700"/>
            <a:ext cx="9633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Model Risk Management</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1747" name="Google Shape;1747;p83"/>
          <p:cNvGrpSpPr/>
          <p:nvPr/>
        </p:nvGrpSpPr>
        <p:grpSpPr>
          <a:xfrm>
            <a:off x="4927454" y="2134746"/>
            <a:ext cx="1322400" cy="449700"/>
            <a:chOff x="755165" y="1828821"/>
            <a:chExt cx="1322400" cy="449700"/>
          </a:xfrm>
        </p:grpSpPr>
        <p:sp>
          <p:nvSpPr>
            <p:cNvPr id="1748" name="Google Shape;1748;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749" name="Google Shape;1749;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1750" name="Google Shape;1750;p83"/>
          <p:cNvGrpSpPr/>
          <p:nvPr/>
        </p:nvGrpSpPr>
        <p:grpSpPr>
          <a:xfrm>
            <a:off x="4927454" y="4150296"/>
            <a:ext cx="1322400" cy="449700"/>
            <a:chOff x="755165" y="1828821"/>
            <a:chExt cx="1322400" cy="449700"/>
          </a:xfrm>
        </p:grpSpPr>
        <p:sp>
          <p:nvSpPr>
            <p:cNvPr id="1751" name="Google Shape;1751;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752" name="Google Shape;1752;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1753" name="Google Shape;1753;p83"/>
          <p:cNvGrpSpPr/>
          <p:nvPr/>
        </p:nvGrpSpPr>
        <p:grpSpPr>
          <a:xfrm>
            <a:off x="4927454" y="6136146"/>
            <a:ext cx="1322400" cy="449700"/>
            <a:chOff x="755165" y="1828821"/>
            <a:chExt cx="1322400" cy="449700"/>
          </a:xfrm>
        </p:grpSpPr>
        <p:sp>
          <p:nvSpPr>
            <p:cNvPr id="1754" name="Google Shape;1754;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755" name="Google Shape;1755;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1756" name="Google Shape;1756;p83"/>
          <p:cNvSpPr txBox="1"/>
          <p:nvPr/>
        </p:nvSpPr>
        <p:spPr>
          <a:xfrm>
            <a:off x="9617033"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57" name="Google Shape;1757;p83"/>
          <p:cNvSpPr/>
          <p:nvPr/>
        </p:nvSpPr>
        <p:spPr>
          <a:xfrm>
            <a:off x="12013084" y="9397988"/>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58" name="Google Shape;1758;p83"/>
          <p:cNvSpPr txBox="1"/>
          <p:nvPr/>
        </p:nvSpPr>
        <p:spPr>
          <a:xfrm>
            <a:off x="12177393" y="9364517"/>
            <a:ext cx="18684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 </a:t>
            </a:r>
            <a:endParaRPr sz="800" i="0" u="none" strike="noStrike" cap="none">
              <a:latin typeface="Salesforce Sans"/>
              <a:ea typeface="Salesforce Sans"/>
              <a:cs typeface="Salesforce Sans"/>
              <a:sym typeface="Salesforce Sans"/>
            </a:endParaRPr>
          </a:p>
        </p:txBody>
      </p:sp>
      <p:sp>
        <p:nvSpPr>
          <p:cNvPr id="1759" name="Google Shape;1759;p83"/>
          <p:cNvSpPr/>
          <p:nvPr/>
        </p:nvSpPr>
        <p:spPr>
          <a:xfrm>
            <a:off x="12013084" y="789278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60" name="Google Shape;1760;p83"/>
          <p:cNvSpPr/>
          <p:nvPr/>
        </p:nvSpPr>
        <p:spPr>
          <a:xfrm>
            <a:off x="12013084" y="8817796"/>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61" name="Google Shape;1761;p83"/>
          <p:cNvSpPr/>
          <p:nvPr/>
        </p:nvSpPr>
        <p:spPr>
          <a:xfrm>
            <a:off x="12013084" y="8485387"/>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62" name="Google Shape;1762;p83"/>
          <p:cNvSpPr/>
          <p:nvPr/>
        </p:nvSpPr>
        <p:spPr>
          <a:xfrm>
            <a:off x="12013084" y="923012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763" name="Google Shape;1763;p83"/>
          <p:cNvSpPr/>
          <p:nvPr/>
        </p:nvSpPr>
        <p:spPr>
          <a:xfrm>
            <a:off x="12013084" y="8257270"/>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64" name="Google Shape;1764;p83"/>
          <p:cNvSpPr/>
          <p:nvPr/>
        </p:nvSpPr>
        <p:spPr>
          <a:xfrm>
            <a:off x="12013084" y="8651591"/>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65" name="Google Shape;1765;p83"/>
          <p:cNvSpPr txBox="1"/>
          <p:nvPr/>
        </p:nvSpPr>
        <p:spPr>
          <a:xfrm>
            <a:off x="12177400" y="7367810"/>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of Future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Skills Assessment</a:t>
            </a:r>
            <a:endParaRPr sz="800" i="0" u="none" strike="noStrike" cap="none">
              <a:latin typeface="Salesforce Sans"/>
              <a:ea typeface="Salesforce Sans"/>
              <a:cs typeface="Salesforce Sans"/>
              <a:sym typeface="Salesforce Sans"/>
            </a:endParaRPr>
          </a:p>
        </p:txBody>
      </p:sp>
      <p:sp>
        <p:nvSpPr>
          <p:cNvPr id="1766" name="Google Shape;1766;p83"/>
          <p:cNvSpPr txBox="1"/>
          <p:nvPr/>
        </p:nvSpPr>
        <p:spPr>
          <a:xfrm>
            <a:off x="12177400" y="7649969"/>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1767" name="Google Shape;1767;p83"/>
          <p:cNvSpPr txBox="1"/>
          <p:nvPr/>
        </p:nvSpPr>
        <p:spPr>
          <a:xfrm>
            <a:off x="12177400" y="7859306"/>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People Measurement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Reporting</a:t>
            </a:r>
            <a:endParaRPr sz="800" i="0" u="none" strike="noStrike" cap="none">
              <a:latin typeface="Salesforce Sans"/>
              <a:ea typeface="Salesforce Sans"/>
              <a:cs typeface="Salesforce Sans"/>
              <a:sym typeface="Salesforce Sans"/>
            </a:endParaRPr>
          </a:p>
        </p:txBody>
      </p:sp>
      <p:sp>
        <p:nvSpPr>
          <p:cNvPr id="1768" name="Google Shape;1768;p83"/>
          <p:cNvSpPr txBox="1"/>
          <p:nvPr/>
        </p:nvSpPr>
        <p:spPr>
          <a:xfrm>
            <a:off x="12177400" y="8778718"/>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1769" name="Google Shape;1769;p83"/>
          <p:cNvSpPr txBox="1"/>
          <p:nvPr/>
        </p:nvSpPr>
        <p:spPr>
          <a:xfrm>
            <a:off x="12177400" y="8450042"/>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1770" name="Google Shape;1770;p83"/>
          <p:cNvSpPr txBox="1"/>
          <p:nvPr/>
        </p:nvSpPr>
        <p:spPr>
          <a:xfrm>
            <a:off x="12177400" y="9196663"/>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1771" name="Google Shape;1771;p83"/>
          <p:cNvSpPr txBox="1"/>
          <p:nvPr/>
        </p:nvSpPr>
        <p:spPr>
          <a:xfrm>
            <a:off x="12177400" y="9019276"/>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1772" name="Google Shape;1772;p83"/>
          <p:cNvSpPr txBox="1"/>
          <p:nvPr/>
        </p:nvSpPr>
        <p:spPr>
          <a:xfrm>
            <a:off x="12177400" y="8223791"/>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1773" name="Google Shape;1773;p83"/>
          <p:cNvSpPr txBox="1"/>
          <p:nvPr/>
        </p:nvSpPr>
        <p:spPr>
          <a:xfrm>
            <a:off x="12177400" y="8614380"/>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1774" name="Google Shape;1774;p83"/>
          <p:cNvSpPr/>
          <p:nvPr/>
        </p:nvSpPr>
        <p:spPr>
          <a:xfrm>
            <a:off x="10976107" y="737407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1775" name="Google Shape;1775;p83"/>
          <p:cNvSpPr/>
          <p:nvPr/>
        </p:nvSpPr>
        <p:spPr>
          <a:xfrm>
            <a:off x="10976107" y="9030426"/>
            <a:ext cx="8736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M</a:t>
            </a:r>
            <a:r>
              <a:rPr lang="en" sz="900" b="1">
                <a:solidFill>
                  <a:srgbClr val="066AFE"/>
                </a:solidFill>
                <a:latin typeface="Salesforce Sans"/>
                <a:ea typeface="Salesforce Sans"/>
                <a:cs typeface="Salesforce Sans"/>
                <a:sym typeface="Salesforce Sans"/>
              </a:rPr>
              <a:t>anagement &amp;</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Dev</a:t>
            </a:r>
            <a:r>
              <a:rPr lang="en" sz="900" b="1">
                <a:solidFill>
                  <a:srgbClr val="066AFE"/>
                </a:solidFill>
                <a:latin typeface="Salesforce Sans"/>
                <a:ea typeface="Salesforce Sans"/>
                <a:cs typeface="Salesforce Sans"/>
                <a:sym typeface="Salesforce Sans"/>
              </a:rPr>
              <a:t>elopment</a:t>
            </a:r>
            <a:endParaRPr sz="900" b="1" i="0" u="none" strike="noStrike" cap="none">
              <a:solidFill>
                <a:srgbClr val="066AFE"/>
              </a:solidFill>
              <a:latin typeface="Salesforce Sans"/>
              <a:ea typeface="Salesforce Sans"/>
              <a:cs typeface="Salesforce Sans"/>
              <a:sym typeface="Salesforce Sans"/>
            </a:endParaRPr>
          </a:p>
        </p:txBody>
      </p:sp>
      <p:sp>
        <p:nvSpPr>
          <p:cNvPr id="1776" name="Google Shape;1776;p83"/>
          <p:cNvSpPr/>
          <p:nvPr/>
        </p:nvSpPr>
        <p:spPr>
          <a:xfrm>
            <a:off x="10976107" y="8233907"/>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Attraction</a:t>
            </a:r>
            <a:endParaRPr sz="900" b="1" i="0" u="none" strike="noStrike" cap="none">
              <a:solidFill>
                <a:srgbClr val="066AFE"/>
              </a:solidFill>
              <a:latin typeface="Salesforce Sans"/>
              <a:ea typeface="Salesforce Sans"/>
              <a:cs typeface="Salesforce Sans"/>
              <a:sym typeface="Salesforce Sans"/>
            </a:endParaRPr>
          </a:p>
        </p:txBody>
      </p:sp>
      <p:sp>
        <p:nvSpPr>
          <p:cNvPr id="1777" name="Google Shape;1777;p83"/>
          <p:cNvSpPr/>
          <p:nvPr/>
        </p:nvSpPr>
        <p:spPr>
          <a:xfrm>
            <a:off x="12013084" y="242894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78" name="Google Shape;1778;p83"/>
          <p:cNvSpPr/>
          <p:nvPr/>
        </p:nvSpPr>
        <p:spPr>
          <a:xfrm>
            <a:off x="12013084" y="302183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79" name="Google Shape;1779;p83"/>
          <p:cNvSpPr/>
          <p:nvPr/>
        </p:nvSpPr>
        <p:spPr>
          <a:xfrm>
            <a:off x="12013084" y="330399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80" name="Google Shape;1780;p83"/>
          <p:cNvSpPr/>
          <p:nvPr/>
        </p:nvSpPr>
        <p:spPr>
          <a:xfrm>
            <a:off x="12013084" y="272538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81" name="Google Shape;1781;p83"/>
          <p:cNvSpPr txBox="1"/>
          <p:nvPr/>
        </p:nvSpPr>
        <p:spPr>
          <a:xfrm>
            <a:off x="12177400" y="2404977"/>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Authentication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Access Mgmt. </a:t>
            </a:r>
            <a:endParaRPr sz="800" i="0" u="none" strike="noStrike" cap="none">
              <a:latin typeface="Salesforce Sans"/>
              <a:ea typeface="Salesforce Sans"/>
              <a:cs typeface="Salesforce Sans"/>
              <a:sym typeface="Salesforce Sans"/>
            </a:endParaRPr>
          </a:p>
        </p:txBody>
      </p:sp>
      <p:sp>
        <p:nvSpPr>
          <p:cNvPr id="1782" name="Google Shape;1782;p83"/>
          <p:cNvSpPr txBox="1"/>
          <p:nvPr/>
        </p:nvSpPr>
        <p:spPr>
          <a:xfrm>
            <a:off x="12177400" y="3045496"/>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Personalized Engagement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&amp; Recommendations</a:t>
            </a:r>
            <a:endParaRPr sz="800" i="0" u="none" strike="noStrike" cap="none">
              <a:latin typeface="Salesforce Sans"/>
              <a:ea typeface="Salesforce Sans"/>
              <a:cs typeface="Salesforce Sans"/>
              <a:sym typeface="Salesforce Sans"/>
            </a:endParaRPr>
          </a:p>
        </p:txBody>
      </p:sp>
      <p:sp>
        <p:nvSpPr>
          <p:cNvPr id="1783" name="Google Shape;1783;p83"/>
          <p:cNvSpPr txBox="1"/>
          <p:nvPr/>
        </p:nvSpPr>
        <p:spPr>
          <a:xfrm>
            <a:off x="12177400" y="3270506"/>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Feedback &amp; Monitoring </a:t>
            </a:r>
            <a:endParaRPr sz="800" i="0" u="none" strike="noStrike" cap="none">
              <a:latin typeface="Salesforce Sans"/>
              <a:ea typeface="Salesforce Sans"/>
              <a:cs typeface="Salesforce Sans"/>
              <a:sym typeface="Salesforce Sans"/>
            </a:endParaRPr>
          </a:p>
        </p:txBody>
      </p:sp>
      <p:sp>
        <p:nvSpPr>
          <p:cNvPr id="1784" name="Google Shape;1784;p83"/>
          <p:cNvSpPr txBox="1"/>
          <p:nvPr/>
        </p:nvSpPr>
        <p:spPr>
          <a:xfrm>
            <a:off x="12177400" y="2691899"/>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Transaction Execution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Service Requests</a:t>
            </a:r>
            <a:endParaRPr sz="800" i="0" u="none" strike="noStrike" cap="none">
              <a:latin typeface="Salesforce Sans"/>
              <a:ea typeface="Salesforce Sans"/>
              <a:cs typeface="Salesforce Sans"/>
              <a:sym typeface="Salesforce Sans"/>
            </a:endParaRPr>
          </a:p>
        </p:txBody>
      </p:sp>
      <p:sp>
        <p:nvSpPr>
          <p:cNvPr id="1785" name="Google Shape;1785;p83"/>
          <p:cNvSpPr/>
          <p:nvPr/>
        </p:nvSpPr>
        <p:spPr>
          <a:xfrm>
            <a:off x="12013084" y="16274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786" name="Google Shape;1786;p83"/>
          <p:cNvSpPr/>
          <p:nvPr/>
        </p:nvSpPr>
        <p:spPr>
          <a:xfrm>
            <a:off x="12013084" y="181780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787" name="Google Shape;1787;p83"/>
          <p:cNvSpPr/>
          <p:nvPr/>
        </p:nvSpPr>
        <p:spPr>
          <a:xfrm>
            <a:off x="12013084" y="218698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788" name="Google Shape;1788;p83"/>
          <p:cNvSpPr/>
          <p:nvPr/>
        </p:nvSpPr>
        <p:spPr>
          <a:xfrm>
            <a:off x="12013084" y="200817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789" name="Google Shape;1789;p83"/>
          <p:cNvSpPr txBox="1"/>
          <p:nvPr/>
        </p:nvSpPr>
        <p:spPr>
          <a:xfrm>
            <a:off x="12177400" y="1593917"/>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1790" name="Google Shape;1790;p83"/>
          <p:cNvSpPr txBox="1"/>
          <p:nvPr/>
        </p:nvSpPr>
        <p:spPr>
          <a:xfrm>
            <a:off x="12177400" y="1779653"/>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Troubleshooting </a:t>
            </a:r>
            <a:endParaRPr sz="800" i="0" u="none" strike="noStrike" cap="none">
              <a:latin typeface="Salesforce Sans"/>
              <a:ea typeface="Salesforce Sans"/>
              <a:cs typeface="Salesforce Sans"/>
              <a:sym typeface="Salesforce Sans"/>
            </a:endParaRPr>
          </a:p>
        </p:txBody>
      </p:sp>
      <p:sp>
        <p:nvSpPr>
          <p:cNvPr id="1791" name="Google Shape;1791;p83"/>
          <p:cNvSpPr txBox="1"/>
          <p:nvPr/>
        </p:nvSpPr>
        <p:spPr>
          <a:xfrm>
            <a:off x="12177400" y="2151124"/>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a:t>
            </a:r>
            <a:endParaRPr sz="800" i="0" u="none" strike="noStrike" cap="none">
              <a:latin typeface="Salesforce Sans"/>
              <a:ea typeface="Salesforce Sans"/>
              <a:cs typeface="Salesforce Sans"/>
              <a:sym typeface="Salesforce Sans"/>
            </a:endParaRPr>
          </a:p>
        </p:txBody>
      </p:sp>
      <p:sp>
        <p:nvSpPr>
          <p:cNvPr id="1792" name="Google Shape;1792;p83"/>
          <p:cNvSpPr txBox="1"/>
          <p:nvPr/>
        </p:nvSpPr>
        <p:spPr>
          <a:xfrm>
            <a:off x="12177400" y="1965389"/>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Sentiment Analysis</a:t>
            </a:r>
            <a:endParaRPr sz="800" i="0" u="none" strike="noStrike" cap="none">
              <a:latin typeface="Salesforce Sans"/>
              <a:ea typeface="Salesforce Sans"/>
              <a:cs typeface="Salesforce Sans"/>
              <a:sym typeface="Salesforce Sans"/>
            </a:endParaRPr>
          </a:p>
        </p:txBody>
      </p:sp>
      <p:sp>
        <p:nvSpPr>
          <p:cNvPr id="1793" name="Google Shape;1793;p83"/>
          <p:cNvSpPr/>
          <p:nvPr/>
        </p:nvSpPr>
        <p:spPr>
          <a:xfrm>
            <a:off x="10976107" y="3517445"/>
            <a:ext cx="841200" cy="692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a:solidFill>
                  <a:srgbClr val="066AFE"/>
                </a:solidFill>
                <a:latin typeface="Salesforce Sans"/>
                <a:ea typeface="Salesforce Sans"/>
                <a:cs typeface="Salesforce Sans"/>
                <a:sym typeface="Salesforce Sans"/>
              </a:rPr>
              <a:t>Banking Service</a:t>
            </a:r>
            <a:endParaRPr sz="900" b="1" i="0" u="none" strike="noStrike" cap="none">
              <a:solidFill>
                <a:srgbClr val="066AFE"/>
              </a:solidFill>
              <a:latin typeface="Salesforce Sans"/>
              <a:ea typeface="Salesforce Sans"/>
              <a:cs typeface="Salesforce Sans"/>
              <a:sym typeface="Salesforce Sans"/>
            </a:endParaRPr>
          </a:p>
        </p:txBody>
      </p:sp>
      <p:sp>
        <p:nvSpPr>
          <p:cNvPr id="1794" name="Google Shape;1794;p83"/>
          <p:cNvSpPr/>
          <p:nvPr/>
        </p:nvSpPr>
        <p:spPr>
          <a:xfrm>
            <a:off x="12013084" y="354449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95" name="Google Shape;1795;p83"/>
          <p:cNvSpPr txBox="1"/>
          <p:nvPr/>
        </p:nvSpPr>
        <p:spPr>
          <a:xfrm>
            <a:off x="12177400" y="351099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sz="800" i="0" u="none" strike="noStrike" cap="none">
              <a:latin typeface="Salesforce Sans"/>
              <a:ea typeface="Salesforce Sans"/>
              <a:cs typeface="Salesforce Sans"/>
              <a:sym typeface="Salesforce Sans"/>
            </a:endParaRPr>
          </a:p>
        </p:txBody>
      </p:sp>
      <p:sp>
        <p:nvSpPr>
          <p:cNvPr id="1796" name="Google Shape;1796;p83"/>
          <p:cNvSpPr/>
          <p:nvPr/>
        </p:nvSpPr>
        <p:spPr>
          <a:xfrm>
            <a:off x="12013084" y="372983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97" name="Google Shape;1797;p83"/>
          <p:cNvSpPr txBox="1"/>
          <p:nvPr/>
        </p:nvSpPr>
        <p:spPr>
          <a:xfrm>
            <a:off x="12177400" y="369633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sz="800" i="0" u="none" strike="noStrike" cap="none">
              <a:latin typeface="Salesforce Sans"/>
              <a:ea typeface="Salesforce Sans"/>
              <a:cs typeface="Salesforce Sans"/>
              <a:sym typeface="Salesforce Sans"/>
            </a:endParaRPr>
          </a:p>
        </p:txBody>
      </p:sp>
      <p:sp>
        <p:nvSpPr>
          <p:cNvPr id="1798" name="Google Shape;1798;p83"/>
          <p:cNvSpPr/>
          <p:nvPr/>
        </p:nvSpPr>
        <p:spPr>
          <a:xfrm>
            <a:off x="12013084" y="390548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799" name="Google Shape;1799;p83"/>
          <p:cNvSpPr txBox="1"/>
          <p:nvPr/>
        </p:nvSpPr>
        <p:spPr>
          <a:xfrm>
            <a:off x="12177400" y="387199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sz="800" i="0" u="none" strike="noStrike" cap="none">
              <a:latin typeface="Salesforce Sans"/>
              <a:ea typeface="Salesforce Sans"/>
              <a:cs typeface="Salesforce Sans"/>
              <a:sym typeface="Salesforce Sans"/>
            </a:endParaRPr>
          </a:p>
        </p:txBody>
      </p:sp>
      <p:sp>
        <p:nvSpPr>
          <p:cNvPr id="1800" name="Google Shape;1800;p83"/>
          <p:cNvSpPr/>
          <p:nvPr/>
        </p:nvSpPr>
        <p:spPr>
          <a:xfrm>
            <a:off x="12013084" y="409082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01" name="Google Shape;1801;p83"/>
          <p:cNvSpPr txBox="1"/>
          <p:nvPr/>
        </p:nvSpPr>
        <p:spPr>
          <a:xfrm>
            <a:off x="12177400" y="40573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sz="800" i="0" u="none" strike="noStrike" cap="none">
              <a:latin typeface="Salesforce Sans"/>
              <a:ea typeface="Salesforce Sans"/>
              <a:cs typeface="Salesforce Sans"/>
              <a:sym typeface="Salesforce Sans"/>
            </a:endParaRPr>
          </a:p>
        </p:txBody>
      </p:sp>
      <p:sp>
        <p:nvSpPr>
          <p:cNvPr id="1802" name="Google Shape;1802;p83"/>
          <p:cNvSpPr/>
          <p:nvPr/>
        </p:nvSpPr>
        <p:spPr>
          <a:xfrm>
            <a:off x="12013084" y="428622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03" name="Google Shape;1803;p83"/>
          <p:cNvSpPr txBox="1"/>
          <p:nvPr/>
        </p:nvSpPr>
        <p:spPr>
          <a:xfrm>
            <a:off x="12177400" y="42527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sz="800" i="0" u="none" strike="noStrike" cap="none">
              <a:latin typeface="Salesforce Sans"/>
              <a:ea typeface="Salesforce Sans"/>
              <a:cs typeface="Salesforce Sans"/>
              <a:sym typeface="Salesforce Sans"/>
            </a:endParaRPr>
          </a:p>
        </p:txBody>
      </p:sp>
      <p:sp>
        <p:nvSpPr>
          <p:cNvPr id="1804" name="Google Shape;1804;p83"/>
          <p:cNvSpPr/>
          <p:nvPr/>
        </p:nvSpPr>
        <p:spPr>
          <a:xfrm>
            <a:off x="12013084" y="447156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05" name="Google Shape;1805;p83"/>
          <p:cNvSpPr txBox="1"/>
          <p:nvPr/>
        </p:nvSpPr>
        <p:spPr>
          <a:xfrm>
            <a:off x="12177400" y="443806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sz="800" i="0" u="none" strike="noStrike" cap="none">
              <a:latin typeface="Salesforce Sans"/>
              <a:ea typeface="Salesforce Sans"/>
              <a:cs typeface="Salesforce Sans"/>
              <a:sym typeface="Salesforce Sans"/>
            </a:endParaRPr>
          </a:p>
        </p:txBody>
      </p:sp>
      <p:sp>
        <p:nvSpPr>
          <p:cNvPr id="1806" name="Google Shape;1806;p83"/>
          <p:cNvSpPr/>
          <p:nvPr/>
        </p:nvSpPr>
        <p:spPr>
          <a:xfrm>
            <a:off x="12013084" y="464721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07" name="Google Shape;1807;p83"/>
          <p:cNvSpPr txBox="1"/>
          <p:nvPr/>
        </p:nvSpPr>
        <p:spPr>
          <a:xfrm>
            <a:off x="12177400" y="461372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sz="800" i="0" u="none" strike="noStrike" cap="none">
              <a:latin typeface="Salesforce Sans"/>
              <a:ea typeface="Salesforce Sans"/>
              <a:cs typeface="Salesforce Sans"/>
              <a:sym typeface="Salesforce Sans"/>
            </a:endParaRPr>
          </a:p>
        </p:txBody>
      </p:sp>
      <p:sp>
        <p:nvSpPr>
          <p:cNvPr id="1808" name="Google Shape;1808;p83"/>
          <p:cNvSpPr/>
          <p:nvPr/>
        </p:nvSpPr>
        <p:spPr>
          <a:xfrm>
            <a:off x="12013084" y="483255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09" name="Google Shape;1809;p83"/>
          <p:cNvSpPr txBox="1"/>
          <p:nvPr/>
        </p:nvSpPr>
        <p:spPr>
          <a:xfrm>
            <a:off x="12177400" y="479906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sz="800" i="0" u="none" strike="noStrike" cap="none">
              <a:latin typeface="Salesforce Sans"/>
              <a:ea typeface="Salesforce Sans"/>
              <a:cs typeface="Salesforce Sans"/>
              <a:sym typeface="Salesforce Sans"/>
            </a:endParaRPr>
          </a:p>
        </p:txBody>
      </p:sp>
      <p:sp>
        <p:nvSpPr>
          <p:cNvPr id="1810" name="Google Shape;1810;p83"/>
          <p:cNvSpPr/>
          <p:nvPr/>
        </p:nvSpPr>
        <p:spPr>
          <a:xfrm>
            <a:off x="12013084" y="502664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11" name="Google Shape;1811;p83"/>
          <p:cNvSpPr txBox="1"/>
          <p:nvPr/>
        </p:nvSpPr>
        <p:spPr>
          <a:xfrm>
            <a:off x="12177400" y="499315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sz="800" i="0" u="none" strike="noStrike" cap="none">
              <a:latin typeface="Salesforce Sans"/>
              <a:ea typeface="Salesforce Sans"/>
              <a:cs typeface="Salesforce Sans"/>
              <a:sym typeface="Salesforce Sans"/>
            </a:endParaRPr>
          </a:p>
        </p:txBody>
      </p:sp>
      <p:sp>
        <p:nvSpPr>
          <p:cNvPr id="1812" name="Google Shape;1812;p83"/>
          <p:cNvSpPr/>
          <p:nvPr/>
        </p:nvSpPr>
        <p:spPr>
          <a:xfrm>
            <a:off x="12013084" y="521197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13" name="Google Shape;1813;p83"/>
          <p:cNvSpPr txBox="1"/>
          <p:nvPr/>
        </p:nvSpPr>
        <p:spPr>
          <a:xfrm>
            <a:off x="12177400" y="517848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sz="800" i="0" u="none" strike="noStrike" cap="none">
              <a:latin typeface="Salesforce Sans"/>
              <a:ea typeface="Salesforce Sans"/>
              <a:cs typeface="Salesforce Sans"/>
              <a:sym typeface="Salesforce Sans"/>
            </a:endParaRPr>
          </a:p>
        </p:txBody>
      </p:sp>
      <p:sp>
        <p:nvSpPr>
          <p:cNvPr id="1814" name="Google Shape;1814;p83"/>
          <p:cNvSpPr/>
          <p:nvPr/>
        </p:nvSpPr>
        <p:spPr>
          <a:xfrm>
            <a:off x="12013084" y="538763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15" name="Google Shape;1815;p83"/>
          <p:cNvSpPr txBox="1"/>
          <p:nvPr/>
        </p:nvSpPr>
        <p:spPr>
          <a:xfrm>
            <a:off x="12177400" y="535414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sz="800" i="0" u="none" strike="noStrike" cap="none">
              <a:latin typeface="Salesforce Sans"/>
              <a:ea typeface="Salesforce Sans"/>
              <a:cs typeface="Salesforce Sans"/>
              <a:sym typeface="Salesforce Sans"/>
            </a:endParaRPr>
          </a:p>
        </p:txBody>
      </p:sp>
      <p:sp>
        <p:nvSpPr>
          <p:cNvPr id="1816" name="Google Shape;1816;p83"/>
          <p:cNvSpPr/>
          <p:nvPr/>
        </p:nvSpPr>
        <p:spPr>
          <a:xfrm>
            <a:off x="12013084" y="557297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17" name="Google Shape;1817;p83"/>
          <p:cNvSpPr txBox="1"/>
          <p:nvPr/>
        </p:nvSpPr>
        <p:spPr>
          <a:xfrm>
            <a:off x="12177400" y="553948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sz="800" i="0" u="none" strike="noStrike" cap="none">
              <a:latin typeface="Salesforce Sans"/>
              <a:ea typeface="Salesforce Sans"/>
              <a:cs typeface="Salesforce Sans"/>
              <a:sym typeface="Salesforce Sans"/>
            </a:endParaRPr>
          </a:p>
        </p:txBody>
      </p:sp>
      <p:sp>
        <p:nvSpPr>
          <p:cNvPr id="1818" name="Google Shape;1818;p83"/>
          <p:cNvSpPr/>
          <p:nvPr/>
        </p:nvSpPr>
        <p:spPr>
          <a:xfrm>
            <a:off x="12013084" y="576909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19" name="Google Shape;1819;p83"/>
          <p:cNvSpPr txBox="1"/>
          <p:nvPr/>
        </p:nvSpPr>
        <p:spPr>
          <a:xfrm>
            <a:off x="12177400" y="573560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sz="800" i="0" u="none" strike="noStrike" cap="none">
              <a:latin typeface="Salesforce Sans"/>
              <a:ea typeface="Salesforce Sans"/>
              <a:cs typeface="Salesforce Sans"/>
              <a:sym typeface="Salesforce Sans"/>
            </a:endParaRPr>
          </a:p>
        </p:txBody>
      </p:sp>
      <p:sp>
        <p:nvSpPr>
          <p:cNvPr id="1820" name="Google Shape;1820;p83"/>
          <p:cNvSpPr/>
          <p:nvPr/>
        </p:nvSpPr>
        <p:spPr>
          <a:xfrm>
            <a:off x="12013084" y="594474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21" name="Google Shape;1821;p83"/>
          <p:cNvSpPr txBox="1"/>
          <p:nvPr/>
        </p:nvSpPr>
        <p:spPr>
          <a:xfrm>
            <a:off x="12177400" y="591126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sz="800" i="0" u="none" strike="noStrike" cap="none">
              <a:latin typeface="Salesforce Sans"/>
              <a:ea typeface="Salesforce Sans"/>
              <a:cs typeface="Salesforce Sans"/>
              <a:sym typeface="Salesforce Sans"/>
            </a:endParaRPr>
          </a:p>
        </p:txBody>
      </p:sp>
      <p:sp>
        <p:nvSpPr>
          <p:cNvPr id="1822" name="Google Shape;1822;p83"/>
          <p:cNvSpPr/>
          <p:nvPr/>
        </p:nvSpPr>
        <p:spPr>
          <a:xfrm>
            <a:off x="12013084" y="613008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23" name="Google Shape;1823;p83"/>
          <p:cNvSpPr txBox="1"/>
          <p:nvPr/>
        </p:nvSpPr>
        <p:spPr>
          <a:xfrm>
            <a:off x="12177400" y="609659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sz="800" i="0" u="none" strike="noStrike" cap="none">
              <a:latin typeface="Salesforce Sans"/>
              <a:ea typeface="Salesforce Sans"/>
              <a:cs typeface="Salesforce Sans"/>
              <a:sym typeface="Salesforce Sans"/>
            </a:endParaRPr>
          </a:p>
        </p:txBody>
      </p:sp>
      <p:sp>
        <p:nvSpPr>
          <p:cNvPr id="1824" name="Google Shape;1824;p83"/>
          <p:cNvSpPr/>
          <p:nvPr/>
        </p:nvSpPr>
        <p:spPr>
          <a:xfrm>
            <a:off x="12013084" y="631464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25" name="Google Shape;1825;p83"/>
          <p:cNvSpPr txBox="1"/>
          <p:nvPr/>
        </p:nvSpPr>
        <p:spPr>
          <a:xfrm>
            <a:off x="12177400" y="628116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sz="800" i="0" u="none" strike="noStrike" cap="none">
              <a:latin typeface="Salesforce Sans"/>
              <a:ea typeface="Salesforce Sans"/>
              <a:cs typeface="Salesforce Sans"/>
              <a:sym typeface="Salesforce Sans"/>
            </a:endParaRPr>
          </a:p>
        </p:txBody>
      </p:sp>
      <p:sp>
        <p:nvSpPr>
          <p:cNvPr id="1826" name="Google Shape;1826;p83"/>
          <p:cNvSpPr/>
          <p:nvPr/>
        </p:nvSpPr>
        <p:spPr>
          <a:xfrm>
            <a:off x="12013084" y="651427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27" name="Google Shape;1827;p83"/>
          <p:cNvSpPr txBox="1"/>
          <p:nvPr/>
        </p:nvSpPr>
        <p:spPr>
          <a:xfrm>
            <a:off x="12177400" y="648078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sz="800" i="0" u="none" strike="noStrike" cap="none">
              <a:latin typeface="Salesforce Sans"/>
              <a:ea typeface="Salesforce Sans"/>
              <a:cs typeface="Salesforce Sans"/>
              <a:sym typeface="Salesforce Sans"/>
            </a:endParaRPr>
          </a:p>
        </p:txBody>
      </p:sp>
      <p:sp>
        <p:nvSpPr>
          <p:cNvPr id="1828" name="Google Shape;1828;p83"/>
          <p:cNvSpPr/>
          <p:nvPr/>
        </p:nvSpPr>
        <p:spPr>
          <a:xfrm>
            <a:off x="12013084" y="668992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29" name="Google Shape;1829;p83"/>
          <p:cNvSpPr txBox="1"/>
          <p:nvPr/>
        </p:nvSpPr>
        <p:spPr>
          <a:xfrm>
            <a:off x="12177400" y="665644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sz="800" i="0" u="none" strike="noStrike" cap="none">
              <a:latin typeface="Salesforce Sans"/>
              <a:ea typeface="Salesforce Sans"/>
              <a:cs typeface="Salesforce Sans"/>
              <a:sym typeface="Salesforce Sans"/>
            </a:endParaRPr>
          </a:p>
        </p:txBody>
      </p:sp>
      <p:sp>
        <p:nvSpPr>
          <p:cNvPr id="1830" name="Google Shape;1830;p83"/>
          <p:cNvSpPr/>
          <p:nvPr/>
        </p:nvSpPr>
        <p:spPr>
          <a:xfrm>
            <a:off x="12013084" y="687526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31" name="Google Shape;1831;p83"/>
          <p:cNvSpPr txBox="1"/>
          <p:nvPr/>
        </p:nvSpPr>
        <p:spPr>
          <a:xfrm>
            <a:off x="12177400" y="684178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sz="800" i="0" u="none" strike="noStrike" cap="none">
              <a:latin typeface="Salesforce Sans"/>
              <a:ea typeface="Salesforce Sans"/>
              <a:cs typeface="Salesforce Sans"/>
              <a:sym typeface="Salesforce Sans"/>
            </a:endParaRPr>
          </a:p>
        </p:txBody>
      </p:sp>
      <p:sp>
        <p:nvSpPr>
          <p:cNvPr id="1832" name="Google Shape;1832;p83"/>
          <p:cNvSpPr/>
          <p:nvPr/>
        </p:nvSpPr>
        <p:spPr>
          <a:xfrm>
            <a:off x="12013084" y="705783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33" name="Google Shape;1833;p83"/>
          <p:cNvSpPr txBox="1"/>
          <p:nvPr/>
        </p:nvSpPr>
        <p:spPr>
          <a:xfrm>
            <a:off x="12177400" y="7008832"/>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sz="800" i="0" u="none" strike="noStrike" cap="none">
              <a:latin typeface="Salesforce Sans"/>
              <a:ea typeface="Salesforce Sans"/>
              <a:cs typeface="Salesforce Sans"/>
              <a:sym typeface="Salesforce Sans"/>
            </a:endParaRPr>
          </a:p>
        </p:txBody>
      </p:sp>
      <p:sp>
        <p:nvSpPr>
          <p:cNvPr id="1834" name="Google Shape;1834;p83"/>
          <p:cNvSpPr/>
          <p:nvPr/>
        </p:nvSpPr>
        <p:spPr>
          <a:xfrm>
            <a:off x="12013084" y="7683239"/>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835" name="Google Shape;1835;p83"/>
          <p:cNvSpPr/>
          <p:nvPr/>
        </p:nvSpPr>
        <p:spPr>
          <a:xfrm>
            <a:off x="10976107" y="2391929"/>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Digital Self Service</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900" b="1">
              <a:solidFill>
                <a:srgbClr val="066AFE"/>
              </a:solidFill>
              <a:latin typeface="Salesforce Sans"/>
              <a:ea typeface="Salesforce Sans"/>
              <a:cs typeface="Salesforce Sans"/>
              <a:sym typeface="Salesforce Sans"/>
            </a:endParaRPr>
          </a:p>
        </p:txBody>
      </p:sp>
      <p:sp>
        <p:nvSpPr>
          <p:cNvPr id="1836" name="Google Shape;1836;p83"/>
          <p:cNvSpPr txBox="1"/>
          <p:nvPr/>
        </p:nvSpPr>
        <p:spPr>
          <a:xfrm>
            <a:off x="10981321"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837" name="Google Shape;1837;p83"/>
          <p:cNvGrpSpPr/>
          <p:nvPr/>
        </p:nvGrpSpPr>
        <p:grpSpPr>
          <a:xfrm>
            <a:off x="9502346" y="1635959"/>
            <a:ext cx="1322400" cy="449700"/>
            <a:chOff x="755165" y="1828821"/>
            <a:chExt cx="1322400" cy="449700"/>
          </a:xfrm>
        </p:grpSpPr>
        <p:sp>
          <p:nvSpPr>
            <p:cNvPr id="1838" name="Google Shape;1838;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839" name="Google Shape;1839;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1840" name="Google Shape;1840;p83"/>
          <p:cNvSpPr txBox="1"/>
          <p:nvPr/>
        </p:nvSpPr>
        <p:spPr>
          <a:xfrm>
            <a:off x="12179626" y="1333500"/>
            <a:ext cx="14895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841" name="Google Shape;1841;p83"/>
          <p:cNvSpPr txBox="1"/>
          <p:nvPr/>
        </p:nvSpPr>
        <p:spPr>
          <a:xfrm>
            <a:off x="10976102" y="1610700"/>
            <a:ext cx="9291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Assisted Service </a:t>
            </a:r>
            <a:br>
              <a:rPr lang="en" sz="900" b="1">
                <a:solidFill>
                  <a:srgbClr val="066AFE"/>
                </a:solidFill>
                <a:latin typeface="Salesforce Sans"/>
                <a:ea typeface="Salesforce Sans"/>
                <a:cs typeface="Salesforce Sans"/>
                <a:sym typeface="Salesforce Sans"/>
              </a:rPr>
            </a:br>
            <a:r>
              <a:rPr lang="en" sz="900" b="1">
                <a:solidFill>
                  <a:srgbClr val="066AFE"/>
                </a:solidFill>
                <a:latin typeface="Salesforce Sans"/>
                <a:ea typeface="Salesforce Sans"/>
                <a:cs typeface="Salesforce Sans"/>
                <a:sym typeface="Salesforce Sans"/>
              </a:rPr>
              <a:t>Via Contact </a:t>
            </a:r>
            <a:br>
              <a:rPr lang="en" sz="900" b="1">
                <a:solidFill>
                  <a:srgbClr val="066AFE"/>
                </a:solidFill>
                <a:latin typeface="Salesforce Sans"/>
                <a:ea typeface="Salesforce Sans"/>
                <a:cs typeface="Salesforce Sans"/>
                <a:sym typeface="Salesforce Sans"/>
              </a:rPr>
            </a:br>
            <a:r>
              <a:rPr lang="en" sz="900" b="1">
                <a:solidFill>
                  <a:srgbClr val="066AFE"/>
                </a:solidFill>
                <a:latin typeface="Salesforce Sans"/>
                <a:ea typeface="Salesforce Sans"/>
                <a:cs typeface="Salesforce Sans"/>
                <a:sym typeface="Salesforce Sans"/>
              </a:rPr>
              <a:t>Center</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1842" name="Google Shape;1842;p83"/>
          <p:cNvGrpSpPr/>
          <p:nvPr/>
        </p:nvGrpSpPr>
        <p:grpSpPr>
          <a:xfrm>
            <a:off x="9502346" y="7402283"/>
            <a:ext cx="1322400" cy="449700"/>
            <a:chOff x="755165" y="1828821"/>
            <a:chExt cx="1322400" cy="449700"/>
          </a:xfrm>
        </p:grpSpPr>
        <p:sp>
          <p:nvSpPr>
            <p:cNvPr id="1843" name="Google Shape;1843;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844" name="Google Shape;1844;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845" name="Google Shape;1845;p83"/>
          <p:cNvSpPr/>
          <p:nvPr/>
        </p:nvSpPr>
        <p:spPr>
          <a:xfrm>
            <a:off x="15184789" y="5637635"/>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Contract Lifecycle M</a:t>
            </a:r>
            <a:r>
              <a:rPr lang="en" sz="900" b="1">
                <a:solidFill>
                  <a:srgbClr val="066AFE"/>
                </a:solidFill>
                <a:latin typeface="Salesforce Sans"/>
                <a:ea typeface="Salesforce Sans"/>
                <a:cs typeface="Salesforce Sans"/>
                <a:sym typeface="Salesforce Sans"/>
              </a:rPr>
              <a:t>anagement</a:t>
            </a:r>
            <a:endParaRPr sz="900" b="1" i="0" u="none" strike="noStrike" cap="none">
              <a:solidFill>
                <a:srgbClr val="066AFE"/>
              </a:solidFill>
              <a:latin typeface="Salesforce Sans"/>
              <a:ea typeface="Salesforce Sans"/>
              <a:cs typeface="Salesforce Sans"/>
              <a:sym typeface="Salesforce Sans"/>
            </a:endParaRPr>
          </a:p>
        </p:txBody>
      </p:sp>
      <p:sp>
        <p:nvSpPr>
          <p:cNvPr id="1846" name="Google Shape;1846;p83"/>
          <p:cNvSpPr/>
          <p:nvPr/>
        </p:nvSpPr>
        <p:spPr>
          <a:xfrm>
            <a:off x="15184789" y="3540823"/>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Finance Op</a:t>
            </a:r>
            <a:r>
              <a:rPr lang="en" sz="900" b="1">
                <a:solidFill>
                  <a:srgbClr val="066AFE"/>
                </a:solidFill>
                <a:latin typeface="Salesforce Sans"/>
                <a:ea typeface="Salesforce Sans"/>
                <a:cs typeface="Salesforce Sans"/>
                <a:sym typeface="Salesforce Sans"/>
              </a:rPr>
              <a:t>erations</a:t>
            </a:r>
            <a:endParaRPr sz="900" b="1" i="0" u="none" strike="noStrike" cap="none">
              <a:solidFill>
                <a:srgbClr val="066AFE"/>
              </a:solidFill>
              <a:latin typeface="Salesforce Sans"/>
              <a:ea typeface="Salesforce Sans"/>
              <a:cs typeface="Salesforce Sans"/>
              <a:sym typeface="Salesforce Sans"/>
            </a:endParaRPr>
          </a:p>
        </p:txBody>
      </p:sp>
      <p:sp>
        <p:nvSpPr>
          <p:cNvPr id="1847" name="Google Shape;1847;p83"/>
          <p:cNvSpPr/>
          <p:nvPr/>
        </p:nvSpPr>
        <p:spPr>
          <a:xfrm>
            <a:off x="15184789" y="2755050"/>
            <a:ext cx="8412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1848" name="Google Shape;1848;p83"/>
          <p:cNvSpPr/>
          <p:nvPr/>
        </p:nvSpPr>
        <p:spPr>
          <a:xfrm>
            <a:off x="15184789" y="6282095"/>
            <a:ext cx="8412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Litigation &amp; Dispute</a:t>
            </a:r>
            <a:endParaRPr sz="900" b="1" i="0" u="none" strike="noStrike" cap="none">
              <a:solidFill>
                <a:srgbClr val="066AFE"/>
              </a:solidFill>
              <a:latin typeface="Salesforce Sans"/>
              <a:ea typeface="Salesforce Sans"/>
              <a:cs typeface="Salesforce Sans"/>
              <a:sym typeface="Salesforce Sans"/>
            </a:endParaRPr>
          </a:p>
        </p:txBody>
      </p:sp>
      <p:sp>
        <p:nvSpPr>
          <p:cNvPr id="1849" name="Google Shape;1849;p83"/>
          <p:cNvSpPr/>
          <p:nvPr/>
        </p:nvSpPr>
        <p:spPr>
          <a:xfrm>
            <a:off x="15184789" y="4238872"/>
            <a:ext cx="8412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Comp</a:t>
            </a:r>
            <a:r>
              <a:rPr lang="en" sz="900" b="1">
                <a:solidFill>
                  <a:srgbClr val="066AFE"/>
                </a:solidFill>
                <a:latin typeface="Salesforce Sans"/>
                <a:ea typeface="Salesforce Sans"/>
                <a:cs typeface="Salesforce Sans"/>
                <a:sym typeface="Salesforce Sans"/>
              </a:rPr>
              <a:t>liance</a:t>
            </a:r>
            <a:endParaRPr sz="900" b="1" i="0" u="none" strike="noStrike" cap="none">
              <a:solidFill>
                <a:srgbClr val="066AFE"/>
              </a:solidFill>
              <a:latin typeface="Salesforce Sans"/>
              <a:ea typeface="Salesforce Sans"/>
              <a:cs typeface="Salesforce Sans"/>
              <a:sym typeface="Salesforce Sans"/>
            </a:endParaRPr>
          </a:p>
        </p:txBody>
      </p:sp>
      <p:sp>
        <p:nvSpPr>
          <p:cNvPr id="1850" name="Google Shape;1850;p83"/>
          <p:cNvSpPr/>
          <p:nvPr/>
        </p:nvSpPr>
        <p:spPr>
          <a:xfrm>
            <a:off x="15184789" y="5190103"/>
            <a:ext cx="8412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Mgmt. &amp; Board Reporting Generation</a:t>
            </a:r>
            <a:endParaRPr sz="900" b="1" i="0" u="none" strike="noStrike" cap="none">
              <a:solidFill>
                <a:srgbClr val="066AFE"/>
              </a:solidFill>
              <a:latin typeface="Salesforce Sans"/>
              <a:ea typeface="Salesforce Sans"/>
              <a:cs typeface="Salesforce Sans"/>
              <a:sym typeface="Salesforce Sans"/>
            </a:endParaRPr>
          </a:p>
        </p:txBody>
      </p:sp>
      <p:sp>
        <p:nvSpPr>
          <p:cNvPr id="1851" name="Google Shape;1851;p83"/>
          <p:cNvSpPr/>
          <p:nvPr/>
        </p:nvSpPr>
        <p:spPr>
          <a:xfrm>
            <a:off x="15184789" y="6840813"/>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Selection</a:t>
            </a:r>
            <a:endParaRPr sz="900" b="1" i="0" u="none" strike="noStrike" cap="none">
              <a:solidFill>
                <a:srgbClr val="066AFE"/>
              </a:solidFill>
              <a:latin typeface="Salesforce Sans"/>
              <a:ea typeface="Salesforce Sans"/>
              <a:cs typeface="Salesforce Sans"/>
              <a:sym typeface="Salesforce Sans"/>
            </a:endParaRPr>
          </a:p>
        </p:txBody>
      </p:sp>
      <p:sp>
        <p:nvSpPr>
          <p:cNvPr id="1852" name="Google Shape;1852;p83"/>
          <p:cNvSpPr/>
          <p:nvPr/>
        </p:nvSpPr>
        <p:spPr>
          <a:xfrm>
            <a:off x="15184789" y="736451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Onboarding</a:t>
            </a:r>
            <a:endParaRPr sz="900" b="1" i="0" u="none" strike="noStrike" cap="none">
              <a:solidFill>
                <a:srgbClr val="066AFE"/>
              </a:solidFill>
              <a:latin typeface="Salesforce Sans"/>
              <a:ea typeface="Salesforce Sans"/>
              <a:cs typeface="Salesforce Sans"/>
              <a:sym typeface="Salesforce Sans"/>
            </a:endParaRPr>
          </a:p>
        </p:txBody>
      </p:sp>
      <p:sp>
        <p:nvSpPr>
          <p:cNvPr id="1853" name="Google Shape;1853;p83"/>
          <p:cNvSpPr/>
          <p:nvPr/>
        </p:nvSpPr>
        <p:spPr>
          <a:xfrm>
            <a:off x="15184789" y="789706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Collections &amp; Recovery</a:t>
            </a:r>
            <a:endParaRPr sz="900" b="1" i="0" u="none" strike="noStrike" cap="none">
              <a:solidFill>
                <a:srgbClr val="066AFE"/>
              </a:solidFill>
              <a:latin typeface="Salesforce Sans"/>
              <a:ea typeface="Salesforce Sans"/>
              <a:cs typeface="Salesforce Sans"/>
              <a:sym typeface="Salesforce Sans"/>
            </a:endParaRPr>
          </a:p>
        </p:txBody>
      </p:sp>
      <p:sp>
        <p:nvSpPr>
          <p:cNvPr id="1854" name="Google Shape;1854;p83"/>
          <p:cNvSpPr txBox="1"/>
          <p:nvPr/>
        </p:nvSpPr>
        <p:spPr>
          <a:xfrm>
            <a:off x="16339882" y="9381673"/>
            <a:ext cx="2365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sz="800" i="0" u="none" strike="noStrike" cap="none">
              <a:latin typeface="Salesforce Sans"/>
              <a:ea typeface="Salesforce Sans"/>
              <a:cs typeface="Salesforce Sans"/>
              <a:sym typeface="Salesforce Sans"/>
            </a:endParaRPr>
          </a:p>
        </p:txBody>
      </p:sp>
      <p:sp>
        <p:nvSpPr>
          <p:cNvPr id="1855" name="Google Shape;1855;p83"/>
          <p:cNvSpPr/>
          <p:nvPr/>
        </p:nvSpPr>
        <p:spPr>
          <a:xfrm>
            <a:off x="15184789" y="4961804"/>
            <a:ext cx="841200" cy="17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Tax &amp; Comp</a:t>
            </a:r>
            <a:endParaRPr sz="900" b="1" i="0" u="none" strike="noStrike" cap="none">
              <a:solidFill>
                <a:srgbClr val="066AFE"/>
              </a:solidFill>
              <a:latin typeface="Salesforce Sans"/>
              <a:ea typeface="Salesforce Sans"/>
              <a:cs typeface="Salesforce Sans"/>
              <a:sym typeface="Salesforce Sans"/>
            </a:endParaRPr>
          </a:p>
        </p:txBody>
      </p:sp>
      <p:sp>
        <p:nvSpPr>
          <p:cNvPr id="1856" name="Google Shape;1856;p83"/>
          <p:cNvSpPr txBox="1"/>
          <p:nvPr/>
        </p:nvSpPr>
        <p:spPr>
          <a:xfrm>
            <a:off x="13825720"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857" name="Google Shape;1857;p83"/>
          <p:cNvSpPr/>
          <p:nvPr/>
        </p:nvSpPr>
        <p:spPr>
          <a:xfrm>
            <a:off x="16175571" y="792612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858" name="Google Shape;1858;p83"/>
          <p:cNvSpPr/>
          <p:nvPr/>
        </p:nvSpPr>
        <p:spPr>
          <a:xfrm>
            <a:off x="16175571" y="87273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59" name="Google Shape;1859;p83"/>
          <p:cNvSpPr/>
          <p:nvPr/>
        </p:nvSpPr>
        <p:spPr>
          <a:xfrm>
            <a:off x="16175571" y="820012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60" name="Google Shape;1860;p83"/>
          <p:cNvSpPr/>
          <p:nvPr/>
        </p:nvSpPr>
        <p:spPr>
          <a:xfrm>
            <a:off x="16175571" y="846697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61" name="Google Shape;1861;p83"/>
          <p:cNvSpPr txBox="1"/>
          <p:nvPr/>
        </p:nvSpPr>
        <p:spPr>
          <a:xfrm>
            <a:off x="16339887" y="7669019"/>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1862" name="Google Shape;1862;p83"/>
          <p:cNvSpPr txBox="1"/>
          <p:nvPr/>
        </p:nvSpPr>
        <p:spPr>
          <a:xfrm>
            <a:off x="16339887" y="7892644"/>
            <a:ext cx="1243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63" name="Google Shape;1863;p83"/>
          <p:cNvSpPr txBox="1"/>
          <p:nvPr/>
        </p:nvSpPr>
        <p:spPr>
          <a:xfrm>
            <a:off x="16339887" y="8688231"/>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1864" name="Google Shape;1864;p83"/>
          <p:cNvSpPr txBox="1"/>
          <p:nvPr/>
        </p:nvSpPr>
        <p:spPr>
          <a:xfrm>
            <a:off x="16339887" y="8166641"/>
            <a:ext cx="1243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65" name="Google Shape;1865;p83"/>
          <p:cNvSpPr txBox="1"/>
          <p:nvPr/>
        </p:nvSpPr>
        <p:spPr>
          <a:xfrm>
            <a:off x="16339887" y="8429767"/>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66" name="Google Shape;1866;p83"/>
          <p:cNvSpPr/>
          <p:nvPr/>
        </p:nvSpPr>
        <p:spPr>
          <a:xfrm>
            <a:off x="16175571" y="2771840"/>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67" name="Google Shape;1867;p83"/>
          <p:cNvSpPr/>
          <p:nvPr/>
        </p:nvSpPr>
        <p:spPr>
          <a:xfrm>
            <a:off x="16175571" y="3334490"/>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68" name="Google Shape;1868;p83"/>
          <p:cNvSpPr/>
          <p:nvPr/>
        </p:nvSpPr>
        <p:spPr>
          <a:xfrm>
            <a:off x="16175571" y="356592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69" name="Google Shape;1869;p83"/>
          <p:cNvSpPr/>
          <p:nvPr/>
        </p:nvSpPr>
        <p:spPr>
          <a:xfrm>
            <a:off x="16175571" y="3068286"/>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70" name="Google Shape;1870;p83"/>
          <p:cNvSpPr txBox="1"/>
          <p:nvPr/>
        </p:nvSpPr>
        <p:spPr>
          <a:xfrm>
            <a:off x="16339887" y="2747877"/>
            <a:ext cx="13527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71" name="Google Shape;1871;p83"/>
          <p:cNvSpPr txBox="1"/>
          <p:nvPr/>
        </p:nvSpPr>
        <p:spPr>
          <a:xfrm>
            <a:off x="16339887" y="3309890"/>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1872" name="Google Shape;1872;p83"/>
          <p:cNvSpPr txBox="1"/>
          <p:nvPr/>
        </p:nvSpPr>
        <p:spPr>
          <a:xfrm>
            <a:off x="16339888" y="3532438"/>
            <a:ext cx="14184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1873" name="Google Shape;1873;p83"/>
          <p:cNvSpPr txBox="1"/>
          <p:nvPr/>
        </p:nvSpPr>
        <p:spPr>
          <a:xfrm>
            <a:off x="16339887" y="3034799"/>
            <a:ext cx="13527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marL="0" lvl="0" indent="0" algn="l" rtl="0">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74" name="Google Shape;1874;p83"/>
          <p:cNvSpPr/>
          <p:nvPr/>
        </p:nvSpPr>
        <p:spPr>
          <a:xfrm>
            <a:off x="16175571" y="16274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875" name="Google Shape;1875;p83"/>
          <p:cNvSpPr/>
          <p:nvPr/>
        </p:nvSpPr>
        <p:spPr>
          <a:xfrm>
            <a:off x="16175571" y="1903529"/>
            <a:ext cx="79200" cy="79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876" name="Google Shape;1876;p83"/>
          <p:cNvSpPr/>
          <p:nvPr/>
        </p:nvSpPr>
        <p:spPr>
          <a:xfrm>
            <a:off x="16175571" y="2174863"/>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1877" name="Google Shape;1877;p83"/>
          <p:cNvSpPr txBox="1"/>
          <p:nvPr/>
        </p:nvSpPr>
        <p:spPr>
          <a:xfrm>
            <a:off x="16339888" y="1593925"/>
            <a:ext cx="13239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1878" name="Google Shape;1878;p83"/>
          <p:cNvSpPr txBox="1"/>
          <p:nvPr/>
        </p:nvSpPr>
        <p:spPr>
          <a:xfrm>
            <a:off x="16339888" y="1865375"/>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1879" name="Google Shape;1879;p83"/>
          <p:cNvSpPr txBox="1"/>
          <p:nvPr/>
        </p:nvSpPr>
        <p:spPr>
          <a:xfrm>
            <a:off x="16339888" y="2403550"/>
            <a:ext cx="112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1880" name="Google Shape;1880;p83"/>
          <p:cNvSpPr txBox="1"/>
          <p:nvPr/>
        </p:nvSpPr>
        <p:spPr>
          <a:xfrm>
            <a:off x="16339888" y="2132088"/>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1881" name="Google Shape;1881;p83"/>
          <p:cNvGrpSpPr/>
          <p:nvPr/>
        </p:nvGrpSpPr>
        <p:grpSpPr>
          <a:xfrm>
            <a:off x="16175571" y="3720707"/>
            <a:ext cx="1653816" cy="147291"/>
            <a:chOff x="16170809" y="4177907"/>
            <a:chExt cx="1653816" cy="147291"/>
          </a:xfrm>
        </p:grpSpPr>
        <p:sp>
          <p:nvSpPr>
            <p:cNvPr id="1882" name="Google Shape;1882;p83"/>
            <p:cNvSpPr/>
            <p:nvPr/>
          </p:nvSpPr>
          <p:spPr>
            <a:xfrm>
              <a:off x="16170809" y="4177907"/>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sp>
          <p:nvSpPr>
            <p:cNvPr id="1883" name="Google Shape;1883;p83"/>
            <p:cNvSpPr txBox="1"/>
            <p:nvPr/>
          </p:nvSpPr>
          <p:spPr>
            <a:xfrm>
              <a:off x="16335125" y="419679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grpSp>
      <p:sp>
        <p:nvSpPr>
          <p:cNvPr id="1884" name="Google Shape;1884;p83"/>
          <p:cNvSpPr/>
          <p:nvPr/>
        </p:nvSpPr>
        <p:spPr>
          <a:xfrm>
            <a:off x="16175571" y="3982243"/>
            <a:ext cx="79200" cy="79200"/>
          </a:xfrm>
          <a:prstGeom prst="ellipse">
            <a:avLst/>
          </a:prstGeom>
          <a:solidFill>
            <a:srgbClr val="17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85" name="Google Shape;1885;p83"/>
          <p:cNvSpPr txBox="1"/>
          <p:nvPr/>
        </p:nvSpPr>
        <p:spPr>
          <a:xfrm>
            <a:off x="16339887" y="3948747"/>
            <a:ext cx="14895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1886" name="Google Shape;1886;p83"/>
          <p:cNvSpPr/>
          <p:nvPr/>
        </p:nvSpPr>
        <p:spPr>
          <a:xfrm>
            <a:off x="16175571" y="425791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87" name="Google Shape;1887;p83"/>
          <p:cNvSpPr txBox="1"/>
          <p:nvPr/>
        </p:nvSpPr>
        <p:spPr>
          <a:xfrm>
            <a:off x="16339887" y="422441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sz="800" i="0" u="none" strike="noStrike" cap="none">
              <a:latin typeface="Salesforce Sans"/>
              <a:ea typeface="Salesforce Sans"/>
              <a:cs typeface="Salesforce Sans"/>
              <a:sym typeface="Salesforce Sans"/>
            </a:endParaRPr>
          </a:p>
        </p:txBody>
      </p:sp>
      <p:sp>
        <p:nvSpPr>
          <p:cNvPr id="1888" name="Google Shape;1888;p83"/>
          <p:cNvSpPr/>
          <p:nvPr/>
        </p:nvSpPr>
        <p:spPr>
          <a:xfrm>
            <a:off x="16175571" y="440515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89" name="Google Shape;1889;p83"/>
          <p:cNvSpPr txBox="1"/>
          <p:nvPr/>
        </p:nvSpPr>
        <p:spPr>
          <a:xfrm>
            <a:off x="16339887" y="4371656"/>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sz="800" i="0" u="none" strike="noStrike" cap="none">
              <a:latin typeface="Salesforce Sans"/>
              <a:ea typeface="Salesforce Sans"/>
              <a:cs typeface="Salesforce Sans"/>
              <a:sym typeface="Salesforce Sans"/>
            </a:endParaRPr>
          </a:p>
        </p:txBody>
      </p:sp>
      <p:grpSp>
        <p:nvGrpSpPr>
          <p:cNvPr id="1890" name="Google Shape;1890;p83"/>
          <p:cNvGrpSpPr/>
          <p:nvPr/>
        </p:nvGrpSpPr>
        <p:grpSpPr>
          <a:xfrm>
            <a:off x="16175571" y="4519431"/>
            <a:ext cx="1653816" cy="128400"/>
            <a:chOff x="16170809" y="4938531"/>
            <a:chExt cx="1653816" cy="128400"/>
          </a:xfrm>
        </p:grpSpPr>
        <p:sp>
          <p:nvSpPr>
            <p:cNvPr id="1891" name="Google Shape;1891;p83"/>
            <p:cNvSpPr/>
            <p:nvPr/>
          </p:nvSpPr>
          <p:spPr>
            <a:xfrm>
              <a:off x="16170809" y="496313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sp>
          <p:nvSpPr>
            <p:cNvPr id="1892" name="Google Shape;1892;p83"/>
            <p:cNvSpPr txBox="1"/>
            <p:nvPr/>
          </p:nvSpPr>
          <p:spPr>
            <a:xfrm>
              <a:off x="16335125" y="49385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sz="800" i="0" u="none" strike="noStrike" cap="none">
                <a:latin typeface="Salesforce Sans"/>
                <a:ea typeface="Salesforce Sans"/>
                <a:cs typeface="Salesforce Sans"/>
                <a:sym typeface="Salesforce Sans"/>
              </a:endParaRPr>
            </a:p>
          </p:txBody>
        </p:sp>
      </p:grpSp>
      <p:sp>
        <p:nvSpPr>
          <p:cNvPr id="1893" name="Google Shape;1893;p83"/>
          <p:cNvSpPr/>
          <p:nvPr/>
        </p:nvSpPr>
        <p:spPr>
          <a:xfrm>
            <a:off x="16175571" y="470492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94" name="Google Shape;1894;p83"/>
          <p:cNvSpPr txBox="1"/>
          <p:nvPr/>
        </p:nvSpPr>
        <p:spPr>
          <a:xfrm>
            <a:off x="16339887" y="4671430"/>
            <a:ext cx="1489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895" name="Google Shape;1895;p83"/>
          <p:cNvSpPr txBox="1"/>
          <p:nvPr/>
        </p:nvSpPr>
        <p:spPr>
          <a:xfrm>
            <a:off x="16339887" y="489471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endParaRPr sz="800" i="0" u="none" strike="noStrike" cap="none">
              <a:latin typeface="Salesforce Sans"/>
              <a:ea typeface="Salesforce Sans"/>
              <a:cs typeface="Salesforce Sans"/>
              <a:sym typeface="Salesforce Sans"/>
            </a:endParaRPr>
          </a:p>
        </p:txBody>
      </p:sp>
      <p:sp>
        <p:nvSpPr>
          <p:cNvPr id="1896" name="Google Shape;1896;p83"/>
          <p:cNvSpPr txBox="1"/>
          <p:nvPr/>
        </p:nvSpPr>
        <p:spPr>
          <a:xfrm>
            <a:off x="16339887" y="494908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1897" name="Google Shape;1897;p83"/>
          <p:cNvSpPr/>
          <p:nvPr/>
        </p:nvSpPr>
        <p:spPr>
          <a:xfrm>
            <a:off x="16175571" y="56540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898" name="Google Shape;1898;p83"/>
          <p:cNvSpPr txBox="1"/>
          <p:nvPr/>
        </p:nvSpPr>
        <p:spPr>
          <a:xfrm>
            <a:off x="16339887" y="562052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1899" name="Google Shape;1899;p83"/>
          <p:cNvSpPr txBox="1"/>
          <p:nvPr/>
        </p:nvSpPr>
        <p:spPr>
          <a:xfrm>
            <a:off x="16339887" y="5768083"/>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900" name="Google Shape;1900;p83"/>
          <p:cNvSpPr/>
          <p:nvPr/>
        </p:nvSpPr>
        <p:spPr>
          <a:xfrm>
            <a:off x="16175571" y="607389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01" name="Google Shape;1901;p83"/>
          <p:cNvSpPr txBox="1"/>
          <p:nvPr/>
        </p:nvSpPr>
        <p:spPr>
          <a:xfrm>
            <a:off x="16339887" y="604040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1902" name="Google Shape;1902;p83"/>
          <p:cNvSpPr txBox="1"/>
          <p:nvPr/>
        </p:nvSpPr>
        <p:spPr>
          <a:xfrm>
            <a:off x="16339887" y="626368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1903" name="Google Shape;1903;p83"/>
          <p:cNvSpPr txBox="1"/>
          <p:nvPr/>
        </p:nvSpPr>
        <p:spPr>
          <a:xfrm>
            <a:off x="16339887" y="644902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1904" name="Google Shape;1904;p83"/>
          <p:cNvSpPr txBox="1"/>
          <p:nvPr/>
        </p:nvSpPr>
        <p:spPr>
          <a:xfrm>
            <a:off x="16339887" y="6633586"/>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1905" name="Google Shape;1905;p83"/>
          <p:cNvSpPr/>
          <p:nvPr/>
        </p:nvSpPr>
        <p:spPr>
          <a:xfrm>
            <a:off x="16175571" y="6866695"/>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06" name="Google Shape;1906;p83"/>
          <p:cNvSpPr txBox="1"/>
          <p:nvPr/>
        </p:nvSpPr>
        <p:spPr>
          <a:xfrm>
            <a:off x="16339887" y="6833210"/>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1907" name="Google Shape;1907;p83"/>
          <p:cNvSpPr/>
          <p:nvPr/>
        </p:nvSpPr>
        <p:spPr>
          <a:xfrm>
            <a:off x="16175571" y="701377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08" name="Google Shape;1908;p83"/>
          <p:cNvSpPr txBox="1"/>
          <p:nvPr/>
        </p:nvSpPr>
        <p:spPr>
          <a:xfrm>
            <a:off x="16339887" y="698029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1909" name="Google Shape;1909;p83"/>
          <p:cNvSpPr/>
          <p:nvPr/>
        </p:nvSpPr>
        <p:spPr>
          <a:xfrm>
            <a:off x="16175571" y="716101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10" name="Google Shape;1910;p83"/>
          <p:cNvSpPr txBox="1"/>
          <p:nvPr/>
        </p:nvSpPr>
        <p:spPr>
          <a:xfrm>
            <a:off x="16339887" y="7127531"/>
            <a:ext cx="14895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1911" name="Google Shape;1911;p83"/>
          <p:cNvSpPr txBox="1"/>
          <p:nvPr/>
        </p:nvSpPr>
        <p:spPr>
          <a:xfrm>
            <a:off x="16339887" y="7359132"/>
            <a:ext cx="1489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1912" name="Google Shape;1912;p83"/>
          <p:cNvSpPr/>
          <p:nvPr/>
        </p:nvSpPr>
        <p:spPr>
          <a:xfrm>
            <a:off x="16175571" y="770228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913" name="Google Shape;1913;p83"/>
          <p:cNvSpPr txBox="1"/>
          <p:nvPr/>
        </p:nvSpPr>
        <p:spPr>
          <a:xfrm>
            <a:off x="15190009"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914" name="Google Shape;1914;p83"/>
          <p:cNvGrpSpPr/>
          <p:nvPr/>
        </p:nvGrpSpPr>
        <p:grpSpPr>
          <a:xfrm>
            <a:off x="13711033" y="1635959"/>
            <a:ext cx="1322400" cy="449700"/>
            <a:chOff x="755165" y="1828821"/>
            <a:chExt cx="1322400" cy="449700"/>
          </a:xfrm>
        </p:grpSpPr>
        <p:sp>
          <p:nvSpPr>
            <p:cNvPr id="1915" name="Google Shape;1915;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916" name="Google Shape;1916;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917" name="Google Shape;1917;p83"/>
          <p:cNvSpPr txBox="1"/>
          <p:nvPr/>
        </p:nvSpPr>
        <p:spPr>
          <a:xfrm>
            <a:off x="16342114" y="1333500"/>
            <a:ext cx="14895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918" name="Google Shape;1918;p83"/>
          <p:cNvSpPr txBox="1"/>
          <p:nvPr/>
        </p:nvSpPr>
        <p:spPr>
          <a:xfrm>
            <a:off x="15184789" y="1610700"/>
            <a:ext cx="9633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People Operations</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1919" name="Google Shape;1919;p83"/>
          <p:cNvGrpSpPr/>
          <p:nvPr/>
        </p:nvGrpSpPr>
        <p:grpSpPr>
          <a:xfrm>
            <a:off x="13711033" y="7918896"/>
            <a:ext cx="1322400" cy="449700"/>
            <a:chOff x="755165" y="1828821"/>
            <a:chExt cx="1322400" cy="449700"/>
          </a:xfrm>
        </p:grpSpPr>
        <p:sp>
          <p:nvSpPr>
            <p:cNvPr id="1920" name="Google Shape;1920;p83"/>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1921" name="Google Shape;1921;p83"/>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1922" name="Google Shape;1922;p83"/>
          <p:cNvSpPr/>
          <p:nvPr/>
        </p:nvSpPr>
        <p:spPr>
          <a:xfrm>
            <a:off x="16175571" y="520296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23" name="Google Shape;1923;p83"/>
          <p:cNvSpPr txBox="1"/>
          <p:nvPr/>
        </p:nvSpPr>
        <p:spPr>
          <a:xfrm>
            <a:off x="16339887" y="516947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1924" name="Google Shape;1924;p83"/>
          <p:cNvSpPr txBox="1"/>
          <p:nvPr/>
        </p:nvSpPr>
        <p:spPr>
          <a:xfrm>
            <a:off x="16339887" y="531975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1925" name="Google Shape;1925;p83"/>
          <p:cNvSpPr/>
          <p:nvPr/>
        </p:nvSpPr>
        <p:spPr>
          <a:xfrm>
            <a:off x="16175571" y="754773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926" name="Google Shape;1926;p83"/>
          <p:cNvSpPr txBox="1"/>
          <p:nvPr/>
        </p:nvSpPr>
        <p:spPr>
          <a:xfrm>
            <a:off x="16339887" y="7514256"/>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927" name="Google Shape;1927;p83"/>
          <p:cNvSpPr/>
          <p:nvPr/>
        </p:nvSpPr>
        <p:spPr>
          <a:xfrm>
            <a:off x="16175571" y="887325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28" name="Google Shape;1928;p83"/>
          <p:cNvSpPr txBox="1"/>
          <p:nvPr/>
        </p:nvSpPr>
        <p:spPr>
          <a:xfrm>
            <a:off x="16339887" y="8836042"/>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929" name="Google Shape;1929;p83"/>
          <p:cNvSpPr/>
          <p:nvPr/>
        </p:nvSpPr>
        <p:spPr>
          <a:xfrm>
            <a:off x="16175571" y="914472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30" name="Google Shape;1930;p83"/>
          <p:cNvSpPr txBox="1"/>
          <p:nvPr/>
        </p:nvSpPr>
        <p:spPr>
          <a:xfrm>
            <a:off x="16339887" y="9107517"/>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1931" name="Google Shape;1931;p83"/>
          <p:cNvSpPr/>
          <p:nvPr/>
        </p:nvSpPr>
        <p:spPr>
          <a:xfrm>
            <a:off x="16175571" y="940627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1932" name="Google Shape;1932;p83"/>
          <p:cNvGrpSpPr/>
          <p:nvPr/>
        </p:nvGrpSpPr>
        <p:grpSpPr>
          <a:xfrm>
            <a:off x="16175571" y="9526048"/>
            <a:ext cx="2530136" cy="128400"/>
            <a:chOff x="16170809" y="9954673"/>
            <a:chExt cx="2530136" cy="128400"/>
          </a:xfrm>
        </p:grpSpPr>
        <p:sp>
          <p:nvSpPr>
            <p:cNvPr id="1933" name="Google Shape;1933;p83"/>
            <p:cNvSpPr txBox="1"/>
            <p:nvPr/>
          </p:nvSpPr>
          <p:spPr>
            <a:xfrm>
              <a:off x="16335145" y="9954673"/>
              <a:ext cx="2365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sz="800" i="0" u="none" strike="noStrike" cap="none">
                <a:latin typeface="Salesforce Sans"/>
                <a:ea typeface="Salesforce Sans"/>
                <a:cs typeface="Salesforce Sans"/>
                <a:sym typeface="Salesforce Sans"/>
              </a:endParaRPr>
            </a:p>
          </p:txBody>
        </p:sp>
        <p:sp>
          <p:nvSpPr>
            <p:cNvPr id="1934" name="Google Shape;1934;p83"/>
            <p:cNvSpPr/>
            <p:nvPr/>
          </p:nvSpPr>
          <p:spPr>
            <a:xfrm>
              <a:off x="16170809" y="997927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grpSp>
      <p:sp>
        <p:nvSpPr>
          <p:cNvPr id="1935" name="Google Shape;1935;p83"/>
          <p:cNvSpPr txBox="1"/>
          <p:nvPr/>
        </p:nvSpPr>
        <p:spPr>
          <a:xfrm>
            <a:off x="9694269" y="9906521"/>
            <a:ext cx="8385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matchingName="Industry_Pharma">
  <p:cSld name="TITLE_AND_BODY_5_1_1_1_1">
    <p:spTree>
      <p:nvGrpSpPr>
        <p:cNvPr id="1" name="Shape 1936"/>
        <p:cNvGrpSpPr/>
        <p:nvPr/>
      </p:nvGrpSpPr>
      <p:grpSpPr>
        <a:xfrm>
          <a:off x="0" y="0"/>
          <a:ext cx="0" cy="0"/>
          <a:chOff x="0" y="0"/>
          <a:chExt cx="0" cy="0"/>
        </a:xfrm>
      </p:grpSpPr>
      <p:sp>
        <p:nvSpPr>
          <p:cNvPr id="1937" name="Google Shape;1937;p84"/>
          <p:cNvSpPr txBox="1"/>
          <p:nvPr/>
        </p:nvSpPr>
        <p:spPr>
          <a:xfrm>
            <a:off x="857250" y="381000"/>
            <a:ext cx="16573500" cy="6651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1938" name="Google Shape;1938;p84"/>
          <p:cNvGrpSpPr/>
          <p:nvPr/>
        </p:nvGrpSpPr>
        <p:grpSpPr>
          <a:xfrm>
            <a:off x="5987400" y="1143000"/>
            <a:ext cx="6313200" cy="307800"/>
            <a:chOff x="10935900" y="1111148"/>
            <a:chExt cx="6313200" cy="307800"/>
          </a:xfrm>
        </p:grpSpPr>
        <p:grpSp>
          <p:nvGrpSpPr>
            <p:cNvPr id="1939" name="Google Shape;1939;p84"/>
            <p:cNvGrpSpPr/>
            <p:nvPr/>
          </p:nvGrpSpPr>
          <p:grpSpPr>
            <a:xfrm>
              <a:off x="10935900" y="1111148"/>
              <a:ext cx="6313200" cy="307800"/>
              <a:chOff x="11238000" y="958400"/>
              <a:chExt cx="6313200" cy="307800"/>
            </a:xfrm>
          </p:grpSpPr>
          <p:sp>
            <p:nvSpPr>
              <p:cNvPr id="1940" name="Google Shape;1940;p84"/>
              <p:cNvSpPr/>
              <p:nvPr/>
            </p:nvSpPr>
            <p:spPr>
              <a:xfrm>
                <a:off x="11238000" y="9614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1941" name="Google Shape;1941;p84"/>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942" name="Google Shape;1942;p84"/>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1943" name="Google Shape;1943;p84"/>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944" name="Google Shape;1944;p84"/>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1945" name="Google Shape;1945;p84"/>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946" name="Google Shape;1946;p84"/>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947" name="Google Shape;1947;p84"/>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1948" name="Google Shape;1948;p84"/>
            <p:cNvSpPr txBox="1"/>
            <p:nvPr/>
          </p:nvSpPr>
          <p:spPr>
            <a:xfrm>
              <a:off x="16504798" y="1185550"/>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1949" name="Google Shape;1949;p84"/>
          <p:cNvGrpSpPr/>
          <p:nvPr/>
        </p:nvGrpSpPr>
        <p:grpSpPr>
          <a:xfrm>
            <a:off x="439619" y="1524000"/>
            <a:ext cx="4336282" cy="8401512"/>
            <a:chOff x="478339" y="1521600"/>
            <a:chExt cx="4336282" cy="8401512"/>
          </a:xfrm>
        </p:grpSpPr>
        <p:sp>
          <p:nvSpPr>
            <p:cNvPr id="1950" name="Google Shape;1950;p84"/>
            <p:cNvSpPr/>
            <p:nvPr/>
          </p:nvSpPr>
          <p:spPr>
            <a:xfrm>
              <a:off x="1601900" y="2618605"/>
              <a:ext cx="8970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Early Disease Research </a:t>
              </a:r>
              <a:endParaRPr sz="945" b="1" i="0" u="none" strike="noStrike" cap="none">
                <a:solidFill>
                  <a:srgbClr val="066AFE"/>
                </a:solidFill>
                <a:latin typeface="Salesforce Sans"/>
                <a:ea typeface="Salesforce Sans"/>
                <a:cs typeface="Salesforce Sans"/>
                <a:sym typeface="Salesforce Sans"/>
              </a:endParaRPr>
            </a:p>
          </p:txBody>
        </p:sp>
        <p:sp>
          <p:nvSpPr>
            <p:cNvPr id="1951" name="Google Shape;1951;p84"/>
            <p:cNvSpPr/>
            <p:nvPr/>
          </p:nvSpPr>
          <p:spPr>
            <a:xfrm>
              <a:off x="1601900" y="9464113"/>
              <a:ext cx="14577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Regulatory</a:t>
              </a:r>
              <a:r>
                <a:rPr lang="en" sz="945" b="1">
                  <a:solidFill>
                    <a:srgbClr val="066AFE"/>
                  </a:solidFill>
                  <a:latin typeface="Salesforce Sans"/>
                  <a:ea typeface="Salesforce Sans"/>
                  <a:cs typeface="Salesforce Sans"/>
                  <a:sym typeface="Salesforce Sans"/>
                </a:rPr>
                <a:t> </a:t>
              </a:r>
              <a:br>
                <a:rPr lang="en" sz="945" b="1">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Intelligence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Monitoring </a:t>
              </a:r>
              <a:endParaRPr sz="945" b="1" i="0" u="none" strike="noStrike" cap="none">
                <a:solidFill>
                  <a:srgbClr val="066AFE"/>
                </a:solidFill>
                <a:latin typeface="Salesforce Sans"/>
                <a:ea typeface="Salesforce Sans"/>
                <a:cs typeface="Salesforce Sans"/>
                <a:sym typeface="Salesforce Sans"/>
              </a:endParaRPr>
            </a:p>
          </p:txBody>
        </p:sp>
        <p:sp>
          <p:nvSpPr>
            <p:cNvPr id="1952" name="Google Shape;1952;p84"/>
            <p:cNvSpPr/>
            <p:nvPr/>
          </p:nvSpPr>
          <p:spPr>
            <a:xfrm>
              <a:off x="1601900" y="3693863"/>
              <a:ext cx="12960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Drug / Compound Identification </a:t>
              </a:r>
              <a:endParaRPr sz="945" b="1" i="0" u="none" strike="noStrike" cap="none">
                <a:solidFill>
                  <a:srgbClr val="066AFE"/>
                </a:solidFill>
                <a:latin typeface="Salesforce Sans"/>
                <a:ea typeface="Salesforce Sans"/>
                <a:cs typeface="Salesforce Sans"/>
                <a:sym typeface="Salesforce Sans"/>
              </a:endParaRPr>
            </a:p>
          </p:txBody>
        </p:sp>
        <p:sp>
          <p:nvSpPr>
            <p:cNvPr id="1953" name="Google Shape;1953;p84"/>
            <p:cNvSpPr/>
            <p:nvPr/>
          </p:nvSpPr>
          <p:spPr>
            <a:xfrm>
              <a:off x="1601900" y="3158862"/>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Target Discovery </a:t>
              </a:r>
              <a:endParaRPr sz="945" b="1" i="0" u="none" strike="noStrike" cap="none">
                <a:solidFill>
                  <a:srgbClr val="066AFE"/>
                </a:solidFill>
                <a:latin typeface="Salesforce Sans"/>
                <a:ea typeface="Salesforce Sans"/>
                <a:cs typeface="Salesforce Sans"/>
                <a:sym typeface="Salesforce Sans"/>
              </a:endParaRPr>
            </a:p>
          </p:txBody>
        </p:sp>
        <p:sp>
          <p:nvSpPr>
            <p:cNvPr id="1954" name="Google Shape;1954;p84"/>
            <p:cNvSpPr/>
            <p:nvPr/>
          </p:nvSpPr>
          <p:spPr>
            <a:xfrm>
              <a:off x="1601900" y="4084100"/>
              <a:ext cx="11211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Biochemical Simulation &amp; Modelling</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highlight>
                  <a:srgbClr val="FFFF00"/>
                </a:highlight>
                <a:latin typeface="Salesforce Sans"/>
                <a:ea typeface="Salesforce Sans"/>
                <a:cs typeface="Salesforce Sans"/>
                <a:sym typeface="Salesforce Sans"/>
              </a:endParaRPr>
            </a:p>
          </p:txBody>
        </p:sp>
        <p:sp>
          <p:nvSpPr>
            <p:cNvPr id="1955" name="Google Shape;1955;p84"/>
            <p:cNvSpPr/>
            <p:nvPr/>
          </p:nvSpPr>
          <p:spPr>
            <a:xfrm>
              <a:off x="1601900" y="4562067"/>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Trial Protocol Design </a:t>
              </a:r>
              <a:endParaRPr sz="945" b="1" i="0" u="none" strike="noStrike" cap="none">
                <a:solidFill>
                  <a:srgbClr val="066AFE"/>
                </a:solidFill>
                <a:latin typeface="Salesforce Sans"/>
                <a:ea typeface="Salesforce Sans"/>
                <a:cs typeface="Salesforce Sans"/>
                <a:sym typeface="Salesforce Sans"/>
              </a:endParaRPr>
            </a:p>
          </p:txBody>
        </p:sp>
        <p:sp>
          <p:nvSpPr>
            <p:cNvPr id="1956" name="Google Shape;1956;p84"/>
            <p:cNvSpPr/>
            <p:nvPr/>
          </p:nvSpPr>
          <p:spPr>
            <a:xfrm>
              <a:off x="1601900" y="5363200"/>
              <a:ext cx="1121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Comparative Analysis </a:t>
              </a:r>
              <a:endParaRPr sz="945" b="1" i="0" u="none" strike="noStrike" cap="none">
                <a:solidFill>
                  <a:srgbClr val="066AFE"/>
                </a:solidFill>
                <a:latin typeface="Salesforce Sans"/>
                <a:ea typeface="Salesforce Sans"/>
                <a:cs typeface="Salesforce Sans"/>
                <a:sym typeface="Salesforce Sans"/>
              </a:endParaRPr>
            </a:p>
          </p:txBody>
        </p:sp>
        <p:sp>
          <p:nvSpPr>
            <p:cNvPr id="1957" name="Google Shape;1957;p84"/>
            <p:cNvSpPr/>
            <p:nvPr/>
          </p:nvSpPr>
          <p:spPr>
            <a:xfrm>
              <a:off x="1601900" y="6256263"/>
              <a:ext cx="11835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Study Pre-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Approval</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latin typeface="Salesforce Sans"/>
                <a:ea typeface="Salesforce Sans"/>
                <a:cs typeface="Salesforce Sans"/>
                <a:sym typeface="Salesforce Sans"/>
              </a:endParaRPr>
            </a:p>
          </p:txBody>
        </p:sp>
        <p:sp>
          <p:nvSpPr>
            <p:cNvPr id="1958" name="Google Shape;1958;p84"/>
            <p:cNvSpPr/>
            <p:nvPr/>
          </p:nvSpPr>
          <p:spPr>
            <a:xfrm>
              <a:off x="1601900" y="7298388"/>
              <a:ext cx="10920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Data Analysis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&amp; Results</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latin typeface="Salesforce Sans"/>
                <a:ea typeface="Salesforce Sans"/>
                <a:cs typeface="Salesforce Sans"/>
                <a:sym typeface="Salesforce Sans"/>
              </a:endParaRPr>
            </a:p>
          </p:txBody>
        </p:sp>
        <p:sp>
          <p:nvSpPr>
            <p:cNvPr id="1959" name="Google Shape;1959;p84"/>
            <p:cNvSpPr/>
            <p:nvPr/>
          </p:nvSpPr>
          <p:spPr>
            <a:xfrm>
              <a:off x="1601900" y="6629419"/>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Trial Execution </a:t>
              </a:r>
              <a:endParaRPr sz="945" b="1" i="0" u="none" strike="noStrike" cap="none">
                <a:solidFill>
                  <a:srgbClr val="066AFE"/>
                </a:solidFill>
                <a:latin typeface="Salesforce Sans"/>
                <a:ea typeface="Salesforce Sans"/>
                <a:cs typeface="Salesforce Sans"/>
                <a:sym typeface="Salesforce Sans"/>
              </a:endParaRPr>
            </a:p>
          </p:txBody>
        </p:sp>
        <p:sp>
          <p:nvSpPr>
            <p:cNvPr id="1960" name="Google Shape;1960;p84"/>
            <p:cNvSpPr/>
            <p:nvPr/>
          </p:nvSpPr>
          <p:spPr>
            <a:xfrm>
              <a:off x="1601900" y="5727840"/>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Study Startup </a:t>
              </a:r>
              <a:endParaRPr sz="945" b="1" i="0" u="none" strike="noStrike" cap="none">
                <a:solidFill>
                  <a:srgbClr val="066AFE"/>
                </a:solidFill>
                <a:latin typeface="Salesforce Sans"/>
                <a:ea typeface="Salesforce Sans"/>
                <a:cs typeface="Salesforce Sans"/>
                <a:sym typeface="Salesforce Sans"/>
              </a:endParaRPr>
            </a:p>
          </p:txBody>
        </p:sp>
        <p:sp>
          <p:nvSpPr>
            <p:cNvPr id="1961" name="Google Shape;1961;p84"/>
            <p:cNvSpPr/>
            <p:nvPr/>
          </p:nvSpPr>
          <p:spPr>
            <a:xfrm>
              <a:off x="1601900" y="7641472"/>
              <a:ext cx="10749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Initial</a:t>
              </a:r>
              <a:r>
                <a:rPr lang="en" sz="945" b="1">
                  <a:solidFill>
                    <a:srgbClr val="066AFE"/>
                  </a:solidFill>
                  <a:latin typeface="Salesforce Sans"/>
                  <a:ea typeface="Salesforce Sans"/>
                  <a:cs typeface="Salesforce Sans"/>
                  <a:sym typeface="Salesforce Sans"/>
                </a:rPr>
                <a:t> </a:t>
              </a:r>
              <a:r>
                <a:rPr lang="en" sz="945" b="1" i="0" u="none" strike="noStrike" cap="none">
                  <a:solidFill>
                    <a:srgbClr val="066AFE"/>
                  </a:solidFill>
                  <a:latin typeface="Salesforce Sans"/>
                  <a:ea typeface="Salesforce Sans"/>
                  <a:cs typeface="Salesforce Sans"/>
                  <a:sym typeface="Salesforce Sans"/>
                </a:rPr>
                <a:t>Regulatory Reporting </a:t>
              </a:r>
              <a:endParaRPr sz="945" b="1" i="0" u="none" strike="noStrike" cap="none">
                <a:solidFill>
                  <a:srgbClr val="066AFE"/>
                </a:solidFill>
                <a:latin typeface="Salesforce Sans"/>
                <a:ea typeface="Salesforce Sans"/>
                <a:cs typeface="Salesforce Sans"/>
                <a:sym typeface="Salesforce Sans"/>
              </a:endParaRPr>
            </a:p>
          </p:txBody>
        </p:sp>
        <p:sp>
          <p:nvSpPr>
            <p:cNvPr id="1962" name="Google Shape;1962;p84"/>
            <p:cNvSpPr/>
            <p:nvPr/>
          </p:nvSpPr>
          <p:spPr>
            <a:xfrm>
              <a:off x="1601900" y="8298843"/>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Regulatory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Inquiry </a:t>
              </a:r>
              <a:endParaRPr sz="945" b="1" i="0" u="none" strike="noStrike" cap="none">
                <a:solidFill>
                  <a:srgbClr val="066AFE"/>
                </a:solidFill>
                <a:latin typeface="Salesforce Sans"/>
                <a:ea typeface="Salesforce Sans"/>
                <a:cs typeface="Salesforce Sans"/>
                <a:sym typeface="Salesforce Sans"/>
              </a:endParaRPr>
            </a:p>
          </p:txBody>
        </p:sp>
        <p:sp>
          <p:nvSpPr>
            <p:cNvPr id="1963" name="Google Shape;1963;p84"/>
            <p:cNvSpPr/>
            <p:nvPr/>
          </p:nvSpPr>
          <p:spPr>
            <a:xfrm>
              <a:off x="1601900" y="8659599"/>
              <a:ext cx="10749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Post-Marketing Surveillance </a:t>
              </a:r>
              <a:endParaRPr sz="945" b="1" i="0" u="none" strike="noStrike" cap="none">
                <a:solidFill>
                  <a:srgbClr val="066AFE"/>
                </a:solidFill>
                <a:latin typeface="Salesforce Sans"/>
                <a:ea typeface="Salesforce Sans"/>
                <a:cs typeface="Salesforce Sans"/>
                <a:sym typeface="Salesforce Sans"/>
              </a:endParaRPr>
            </a:p>
          </p:txBody>
        </p:sp>
        <p:sp>
          <p:nvSpPr>
            <p:cNvPr id="1964" name="Google Shape;1964;p84"/>
            <p:cNvSpPr txBox="1"/>
            <p:nvPr/>
          </p:nvSpPr>
          <p:spPr>
            <a:xfrm>
              <a:off x="3048821" y="29421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sz="800" i="0" u="none" strike="noStrike" cap="none">
                <a:latin typeface="Salesforce Sans"/>
                <a:ea typeface="Salesforce Sans"/>
                <a:cs typeface="Salesforce Sans"/>
                <a:sym typeface="Salesforce Sans"/>
              </a:endParaRPr>
            </a:p>
          </p:txBody>
        </p:sp>
        <p:sp>
          <p:nvSpPr>
            <p:cNvPr id="1965" name="Google Shape;1965;p84"/>
            <p:cNvSpPr txBox="1"/>
            <p:nvPr/>
          </p:nvSpPr>
          <p:spPr>
            <a:xfrm>
              <a:off x="3048821" y="31572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1966" name="Google Shape;1966;p84"/>
            <p:cNvSpPr txBox="1"/>
            <p:nvPr/>
          </p:nvSpPr>
          <p:spPr>
            <a:xfrm>
              <a:off x="3048821" y="331296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1967" name="Google Shape;1967;p84"/>
            <p:cNvSpPr txBox="1"/>
            <p:nvPr/>
          </p:nvSpPr>
          <p:spPr>
            <a:xfrm>
              <a:off x="3048821" y="38679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1968" name="Google Shape;1968;p84"/>
            <p:cNvSpPr txBox="1"/>
            <p:nvPr/>
          </p:nvSpPr>
          <p:spPr>
            <a:xfrm>
              <a:off x="3048821" y="34749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1969" name="Google Shape;1969;p84"/>
            <p:cNvSpPr txBox="1"/>
            <p:nvPr/>
          </p:nvSpPr>
          <p:spPr>
            <a:xfrm>
              <a:off x="3048821" y="47146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sz="800" i="0" u="none" strike="noStrike" cap="none">
                <a:latin typeface="Salesforce Sans"/>
                <a:ea typeface="Salesforce Sans"/>
                <a:cs typeface="Salesforce Sans"/>
                <a:sym typeface="Salesforce Sans"/>
              </a:endParaRPr>
            </a:p>
          </p:txBody>
        </p:sp>
        <p:sp>
          <p:nvSpPr>
            <p:cNvPr id="1970" name="Google Shape;1970;p84"/>
            <p:cNvSpPr txBox="1"/>
            <p:nvPr/>
          </p:nvSpPr>
          <p:spPr>
            <a:xfrm>
              <a:off x="3048821" y="45589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1971" name="Google Shape;1971;p84"/>
            <p:cNvSpPr txBox="1"/>
            <p:nvPr/>
          </p:nvSpPr>
          <p:spPr>
            <a:xfrm>
              <a:off x="3048821" y="514764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1972" name="Google Shape;1972;p84"/>
            <p:cNvSpPr txBox="1"/>
            <p:nvPr/>
          </p:nvSpPr>
          <p:spPr>
            <a:xfrm>
              <a:off x="3048821" y="5364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1973" name="Google Shape;1973;p84"/>
            <p:cNvSpPr txBox="1"/>
            <p:nvPr/>
          </p:nvSpPr>
          <p:spPr>
            <a:xfrm>
              <a:off x="3048821" y="55177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1974" name="Google Shape;1974;p84"/>
            <p:cNvSpPr txBox="1"/>
            <p:nvPr/>
          </p:nvSpPr>
          <p:spPr>
            <a:xfrm>
              <a:off x="3048821" y="58875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1975" name="Google Shape;1975;p84"/>
            <p:cNvSpPr txBox="1"/>
            <p:nvPr/>
          </p:nvSpPr>
          <p:spPr>
            <a:xfrm>
              <a:off x="3048821" y="62629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1976" name="Google Shape;1976;p84"/>
            <p:cNvSpPr txBox="1"/>
            <p:nvPr/>
          </p:nvSpPr>
          <p:spPr>
            <a:xfrm>
              <a:off x="3048821" y="64163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1977" name="Google Shape;1977;p84"/>
            <p:cNvSpPr txBox="1"/>
            <p:nvPr/>
          </p:nvSpPr>
          <p:spPr>
            <a:xfrm>
              <a:off x="3048821" y="57317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1978" name="Google Shape;1978;p84"/>
            <p:cNvSpPr txBox="1"/>
            <p:nvPr/>
          </p:nvSpPr>
          <p:spPr>
            <a:xfrm>
              <a:off x="3048821" y="66243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sz="800" i="0" u="none" strike="noStrike" cap="none">
                <a:latin typeface="Salesforce Sans"/>
                <a:ea typeface="Salesforce Sans"/>
                <a:cs typeface="Salesforce Sans"/>
                <a:sym typeface="Salesforce Sans"/>
              </a:endParaRPr>
            </a:p>
          </p:txBody>
        </p:sp>
        <p:sp>
          <p:nvSpPr>
            <p:cNvPr id="1979" name="Google Shape;1979;p84"/>
            <p:cNvSpPr txBox="1"/>
            <p:nvPr/>
          </p:nvSpPr>
          <p:spPr>
            <a:xfrm>
              <a:off x="3048821" y="67800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sz="800" i="0" u="none" strike="noStrike" cap="none">
                <a:latin typeface="Salesforce Sans"/>
                <a:ea typeface="Salesforce Sans"/>
                <a:cs typeface="Salesforce Sans"/>
                <a:sym typeface="Salesforce Sans"/>
              </a:endParaRPr>
            </a:p>
          </p:txBody>
        </p:sp>
        <p:sp>
          <p:nvSpPr>
            <p:cNvPr id="1980" name="Google Shape;1980;p84"/>
            <p:cNvSpPr txBox="1"/>
            <p:nvPr/>
          </p:nvSpPr>
          <p:spPr>
            <a:xfrm>
              <a:off x="3048821" y="693584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sz="800" i="0" u="none" strike="noStrike" cap="none">
                <a:latin typeface="Salesforce Sans"/>
                <a:ea typeface="Salesforce Sans"/>
                <a:cs typeface="Salesforce Sans"/>
                <a:sym typeface="Salesforce Sans"/>
              </a:endParaRPr>
            </a:p>
          </p:txBody>
        </p:sp>
        <p:sp>
          <p:nvSpPr>
            <p:cNvPr id="1981" name="Google Shape;1981;p84"/>
            <p:cNvSpPr txBox="1"/>
            <p:nvPr/>
          </p:nvSpPr>
          <p:spPr>
            <a:xfrm>
              <a:off x="3048821" y="4869821"/>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1982" name="Google Shape;1982;p84"/>
            <p:cNvSpPr txBox="1"/>
            <p:nvPr/>
          </p:nvSpPr>
          <p:spPr>
            <a:xfrm>
              <a:off x="3048821" y="77911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sz="800" i="0" u="none" strike="noStrike" cap="none">
                <a:latin typeface="Salesforce Sans"/>
                <a:ea typeface="Salesforce Sans"/>
                <a:cs typeface="Salesforce Sans"/>
                <a:sym typeface="Salesforce Sans"/>
              </a:endParaRPr>
            </a:p>
          </p:txBody>
        </p:sp>
        <p:sp>
          <p:nvSpPr>
            <p:cNvPr id="1983" name="Google Shape;1983;p84"/>
            <p:cNvSpPr txBox="1"/>
            <p:nvPr/>
          </p:nvSpPr>
          <p:spPr>
            <a:xfrm>
              <a:off x="3048821" y="80883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sz="800" i="0" u="none" strike="noStrike" cap="none">
                <a:latin typeface="Salesforce Sans"/>
                <a:ea typeface="Salesforce Sans"/>
                <a:cs typeface="Salesforce Sans"/>
                <a:sym typeface="Salesforce Sans"/>
              </a:endParaRPr>
            </a:p>
          </p:txBody>
        </p:sp>
        <p:sp>
          <p:nvSpPr>
            <p:cNvPr id="1984" name="Google Shape;1984;p84"/>
            <p:cNvSpPr txBox="1"/>
            <p:nvPr/>
          </p:nvSpPr>
          <p:spPr>
            <a:xfrm>
              <a:off x="3048821" y="793973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sz="800" i="0" u="none" strike="noStrike" cap="none">
                <a:latin typeface="Salesforce Sans"/>
                <a:ea typeface="Salesforce Sans"/>
                <a:cs typeface="Salesforce Sans"/>
                <a:sym typeface="Salesforce Sans"/>
              </a:endParaRPr>
            </a:p>
          </p:txBody>
        </p:sp>
        <p:sp>
          <p:nvSpPr>
            <p:cNvPr id="1985" name="Google Shape;1985;p84"/>
            <p:cNvSpPr txBox="1"/>
            <p:nvPr/>
          </p:nvSpPr>
          <p:spPr>
            <a:xfrm>
              <a:off x="3048821" y="845123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sz="800" i="0" u="none" strike="noStrike" cap="none">
                <a:latin typeface="Salesforce Sans"/>
                <a:ea typeface="Salesforce Sans"/>
                <a:cs typeface="Salesforce Sans"/>
                <a:sym typeface="Salesforce Sans"/>
              </a:endParaRPr>
            </a:p>
          </p:txBody>
        </p:sp>
        <p:sp>
          <p:nvSpPr>
            <p:cNvPr id="1986" name="Google Shape;1986;p84"/>
            <p:cNvSpPr txBox="1"/>
            <p:nvPr/>
          </p:nvSpPr>
          <p:spPr>
            <a:xfrm>
              <a:off x="3048821" y="865988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sz="800" i="0" u="none" strike="noStrike" cap="none">
                <a:latin typeface="Salesforce Sans"/>
                <a:ea typeface="Salesforce Sans"/>
                <a:cs typeface="Salesforce Sans"/>
                <a:sym typeface="Salesforce Sans"/>
              </a:endParaRPr>
            </a:p>
          </p:txBody>
        </p:sp>
        <p:sp>
          <p:nvSpPr>
            <p:cNvPr id="1987" name="Google Shape;1987;p84"/>
            <p:cNvSpPr txBox="1"/>
            <p:nvPr/>
          </p:nvSpPr>
          <p:spPr>
            <a:xfrm>
              <a:off x="3048821" y="88084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sz="800" i="0" u="none" strike="noStrike" cap="none">
                <a:latin typeface="Salesforce Sans"/>
                <a:ea typeface="Salesforce Sans"/>
                <a:cs typeface="Salesforce Sans"/>
                <a:sym typeface="Salesforce Sans"/>
              </a:endParaRPr>
            </a:p>
          </p:txBody>
        </p:sp>
        <p:sp>
          <p:nvSpPr>
            <p:cNvPr id="1988" name="Google Shape;1988;p84"/>
            <p:cNvSpPr txBox="1"/>
            <p:nvPr/>
          </p:nvSpPr>
          <p:spPr>
            <a:xfrm>
              <a:off x="3048821" y="89571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sz="800" i="0" u="none" strike="noStrike" cap="none">
                <a:latin typeface="Salesforce Sans"/>
                <a:ea typeface="Salesforce Sans"/>
                <a:cs typeface="Salesforce Sans"/>
                <a:sym typeface="Salesforce Sans"/>
              </a:endParaRPr>
            </a:p>
          </p:txBody>
        </p:sp>
        <p:sp>
          <p:nvSpPr>
            <p:cNvPr id="1989" name="Google Shape;1989;p84"/>
            <p:cNvSpPr txBox="1"/>
            <p:nvPr/>
          </p:nvSpPr>
          <p:spPr>
            <a:xfrm>
              <a:off x="3048821" y="91083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sz="800" i="0" u="none" strike="noStrike" cap="none">
                <a:latin typeface="Salesforce Sans"/>
                <a:ea typeface="Salesforce Sans"/>
                <a:cs typeface="Salesforce Sans"/>
                <a:sym typeface="Salesforce Sans"/>
              </a:endParaRPr>
            </a:p>
          </p:txBody>
        </p:sp>
        <p:sp>
          <p:nvSpPr>
            <p:cNvPr id="1990" name="Google Shape;1990;p84"/>
            <p:cNvSpPr txBox="1"/>
            <p:nvPr/>
          </p:nvSpPr>
          <p:spPr>
            <a:xfrm>
              <a:off x="3048821" y="92481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sz="800" i="0" u="none" strike="noStrike" cap="none">
                <a:latin typeface="Salesforce Sans"/>
                <a:ea typeface="Salesforce Sans"/>
                <a:cs typeface="Salesforce Sans"/>
                <a:sym typeface="Salesforce Sans"/>
              </a:endParaRPr>
            </a:p>
          </p:txBody>
        </p:sp>
        <p:sp>
          <p:nvSpPr>
            <p:cNvPr id="1991" name="Google Shape;1991;p84"/>
            <p:cNvSpPr txBox="1"/>
            <p:nvPr/>
          </p:nvSpPr>
          <p:spPr>
            <a:xfrm>
              <a:off x="3048821" y="70898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sz="800" i="0" u="none" strike="noStrike" cap="none">
                <a:latin typeface="Salesforce Sans"/>
                <a:ea typeface="Salesforce Sans"/>
                <a:cs typeface="Salesforce Sans"/>
                <a:sym typeface="Salesforce Sans"/>
              </a:endParaRPr>
            </a:p>
          </p:txBody>
        </p:sp>
        <p:sp>
          <p:nvSpPr>
            <p:cNvPr id="1992" name="Google Shape;1992;p84"/>
            <p:cNvSpPr txBox="1"/>
            <p:nvPr/>
          </p:nvSpPr>
          <p:spPr>
            <a:xfrm>
              <a:off x="3048821" y="72998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sz="800" i="0" u="none" strike="noStrike" cap="none">
                <a:latin typeface="Salesforce Sans"/>
                <a:ea typeface="Salesforce Sans"/>
                <a:cs typeface="Salesforce Sans"/>
                <a:sym typeface="Salesforce Sans"/>
              </a:endParaRPr>
            </a:p>
          </p:txBody>
        </p:sp>
        <p:sp>
          <p:nvSpPr>
            <p:cNvPr id="1993" name="Google Shape;1993;p84"/>
            <p:cNvSpPr txBox="1"/>
            <p:nvPr/>
          </p:nvSpPr>
          <p:spPr>
            <a:xfrm>
              <a:off x="3048821" y="74308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sz="800" i="0" u="none" strike="noStrike" cap="none">
                <a:latin typeface="Salesforce Sans"/>
                <a:ea typeface="Salesforce Sans"/>
                <a:cs typeface="Salesforce Sans"/>
                <a:sym typeface="Salesforce Sans"/>
              </a:endParaRPr>
            </a:p>
          </p:txBody>
        </p:sp>
        <p:sp>
          <p:nvSpPr>
            <p:cNvPr id="1994" name="Google Shape;1994;p84"/>
            <p:cNvSpPr txBox="1"/>
            <p:nvPr/>
          </p:nvSpPr>
          <p:spPr>
            <a:xfrm>
              <a:off x="3048821" y="764251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sz="800" i="0" u="none" strike="noStrike" cap="none">
                <a:latin typeface="Salesforce Sans"/>
                <a:ea typeface="Salesforce Sans"/>
                <a:cs typeface="Salesforce Sans"/>
                <a:sym typeface="Salesforce Sans"/>
              </a:endParaRPr>
            </a:p>
          </p:txBody>
        </p:sp>
        <p:sp>
          <p:nvSpPr>
            <p:cNvPr id="1995" name="Google Shape;1995;p84"/>
            <p:cNvSpPr/>
            <p:nvPr/>
          </p:nvSpPr>
          <p:spPr>
            <a:xfrm>
              <a:off x="2912773" y="34980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96" name="Google Shape;1996;p84"/>
            <p:cNvSpPr/>
            <p:nvPr/>
          </p:nvSpPr>
          <p:spPr>
            <a:xfrm>
              <a:off x="2912773" y="57503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1997" name="Google Shape;1997;p84"/>
            <p:cNvSpPr/>
            <p:nvPr/>
          </p:nvSpPr>
          <p:spPr>
            <a:xfrm>
              <a:off x="2912773" y="67986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1998" name="Google Shape;1998;p84"/>
            <p:cNvSpPr txBox="1"/>
            <p:nvPr/>
          </p:nvSpPr>
          <p:spPr>
            <a:xfrm>
              <a:off x="3048821" y="1765988"/>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1999" name="Google Shape;1999;p84"/>
            <p:cNvSpPr/>
            <p:nvPr/>
          </p:nvSpPr>
          <p:spPr>
            <a:xfrm>
              <a:off x="2912773" y="1784438"/>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00" name="Google Shape;2000;p84"/>
            <p:cNvSpPr txBox="1"/>
            <p:nvPr/>
          </p:nvSpPr>
          <p:spPr>
            <a:xfrm>
              <a:off x="3048821" y="1921000"/>
              <a:ext cx="17658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2001" name="Google Shape;2001;p84"/>
            <p:cNvSpPr/>
            <p:nvPr/>
          </p:nvSpPr>
          <p:spPr>
            <a:xfrm>
              <a:off x="2912773" y="19394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02" name="Google Shape;2002;p84"/>
            <p:cNvSpPr txBox="1"/>
            <p:nvPr/>
          </p:nvSpPr>
          <p:spPr>
            <a:xfrm>
              <a:off x="3048821" y="20760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2003" name="Google Shape;2003;p84"/>
            <p:cNvSpPr/>
            <p:nvPr/>
          </p:nvSpPr>
          <p:spPr>
            <a:xfrm>
              <a:off x="2912773" y="209445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04" name="Google Shape;2004;p84"/>
            <p:cNvSpPr txBox="1"/>
            <p:nvPr/>
          </p:nvSpPr>
          <p:spPr>
            <a:xfrm>
              <a:off x="3048821" y="22367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2005" name="Google Shape;2005;p84"/>
            <p:cNvSpPr/>
            <p:nvPr/>
          </p:nvSpPr>
          <p:spPr>
            <a:xfrm>
              <a:off x="2912773" y="225524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06" name="Google Shape;2006;p84"/>
            <p:cNvSpPr txBox="1"/>
            <p:nvPr/>
          </p:nvSpPr>
          <p:spPr>
            <a:xfrm>
              <a:off x="3048821" y="24020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2007" name="Google Shape;2007;p84"/>
            <p:cNvSpPr/>
            <p:nvPr/>
          </p:nvSpPr>
          <p:spPr>
            <a:xfrm>
              <a:off x="2912773" y="242051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08" name="Google Shape;2008;p84"/>
            <p:cNvSpPr txBox="1"/>
            <p:nvPr/>
          </p:nvSpPr>
          <p:spPr>
            <a:xfrm>
              <a:off x="3048821" y="27733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2009" name="Google Shape;2009;p84"/>
            <p:cNvSpPr/>
            <p:nvPr/>
          </p:nvSpPr>
          <p:spPr>
            <a:xfrm>
              <a:off x="2912773" y="27917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10" name="Google Shape;2010;p84"/>
            <p:cNvSpPr/>
            <p:nvPr/>
          </p:nvSpPr>
          <p:spPr>
            <a:xfrm>
              <a:off x="2912773" y="29607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11" name="Google Shape;2011;p84"/>
            <p:cNvSpPr/>
            <p:nvPr/>
          </p:nvSpPr>
          <p:spPr>
            <a:xfrm>
              <a:off x="2912773" y="31756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12" name="Google Shape;2012;p84"/>
            <p:cNvSpPr txBox="1"/>
            <p:nvPr/>
          </p:nvSpPr>
          <p:spPr>
            <a:xfrm>
              <a:off x="3048821" y="26199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2013" name="Google Shape;2013;p84"/>
            <p:cNvSpPr/>
            <p:nvPr/>
          </p:nvSpPr>
          <p:spPr>
            <a:xfrm>
              <a:off x="2912773" y="263838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14" name="Google Shape;2014;p84"/>
            <p:cNvSpPr/>
            <p:nvPr/>
          </p:nvSpPr>
          <p:spPr>
            <a:xfrm>
              <a:off x="2912773" y="38864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015" name="Google Shape;2015;p84"/>
            <p:cNvSpPr/>
            <p:nvPr/>
          </p:nvSpPr>
          <p:spPr>
            <a:xfrm>
              <a:off x="2912773" y="45775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016" name="Google Shape;2016;p84"/>
            <p:cNvSpPr/>
            <p:nvPr/>
          </p:nvSpPr>
          <p:spPr>
            <a:xfrm>
              <a:off x="2912773" y="55363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017" name="Google Shape;2017;p84"/>
            <p:cNvSpPr/>
            <p:nvPr/>
          </p:nvSpPr>
          <p:spPr>
            <a:xfrm>
              <a:off x="2912773" y="664293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18" name="Google Shape;2018;p84"/>
            <p:cNvSpPr/>
            <p:nvPr/>
          </p:nvSpPr>
          <p:spPr>
            <a:xfrm>
              <a:off x="2912773" y="84698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19" name="Google Shape;2019;p84"/>
            <p:cNvSpPr/>
            <p:nvPr/>
          </p:nvSpPr>
          <p:spPr>
            <a:xfrm>
              <a:off x="2912773" y="882709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0" name="Google Shape;2020;p84"/>
            <p:cNvSpPr/>
            <p:nvPr/>
          </p:nvSpPr>
          <p:spPr>
            <a:xfrm>
              <a:off x="2912773" y="897570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21" name="Google Shape;2021;p84"/>
            <p:cNvSpPr/>
            <p:nvPr/>
          </p:nvSpPr>
          <p:spPr>
            <a:xfrm>
              <a:off x="2912773" y="91269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2" name="Google Shape;2022;p84"/>
            <p:cNvSpPr/>
            <p:nvPr/>
          </p:nvSpPr>
          <p:spPr>
            <a:xfrm>
              <a:off x="2912773" y="92667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3" name="Google Shape;2023;p84"/>
            <p:cNvSpPr/>
            <p:nvPr/>
          </p:nvSpPr>
          <p:spPr>
            <a:xfrm>
              <a:off x="2912773" y="710847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4" name="Google Shape;2024;p84"/>
            <p:cNvSpPr/>
            <p:nvPr/>
          </p:nvSpPr>
          <p:spPr>
            <a:xfrm>
              <a:off x="2912773" y="795833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5" name="Google Shape;2025;p84"/>
            <p:cNvSpPr/>
            <p:nvPr/>
          </p:nvSpPr>
          <p:spPr>
            <a:xfrm>
              <a:off x="2912773" y="47332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026" name="Google Shape;2026;p84"/>
            <p:cNvSpPr/>
            <p:nvPr/>
          </p:nvSpPr>
          <p:spPr>
            <a:xfrm>
              <a:off x="2912773" y="48884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27" name="Google Shape;2027;p84"/>
            <p:cNvSpPr/>
            <p:nvPr/>
          </p:nvSpPr>
          <p:spPr>
            <a:xfrm>
              <a:off x="2912773" y="51662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28" name="Google Shape;2028;p84"/>
            <p:cNvSpPr/>
            <p:nvPr/>
          </p:nvSpPr>
          <p:spPr>
            <a:xfrm>
              <a:off x="2912773" y="33315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29" name="Google Shape;2029;p84"/>
            <p:cNvSpPr txBox="1"/>
            <p:nvPr/>
          </p:nvSpPr>
          <p:spPr>
            <a:xfrm>
              <a:off x="3048821" y="369439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2030" name="Google Shape;2030;p84"/>
            <p:cNvSpPr/>
            <p:nvPr/>
          </p:nvSpPr>
          <p:spPr>
            <a:xfrm>
              <a:off x="2912773" y="3712841"/>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1" name="Google Shape;2031;p84"/>
            <p:cNvSpPr/>
            <p:nvPr/>
          </p:nvSpPr>
          <p:spPr>
            <a:xfrm>
              <a:off x="2912773" y="53829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032" name="Google Shape;2032;p84"/>
            <p:cNvSpPr/>
            <p:nvPr/>
          </p:nvSpPr>
          <p:spPr>
            <a:xfrm>
              <a:off x="2912773" y="5906140"/>
              <a:ext cx="91200" cy="91200"/>
            </a:xfrm>
            <a:prstGeom prst="ellipse">
              <a:avLst/>
            </a:prstGeom>
            <a:solidFill>
              <a:srgbClr val="1560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33" name="Google Shape;2033;p84"/>
            <p:cNvSpPr/>
            <p:nvPr/>
          </p:nvSpPr>
          <p:spPr>
            <a:xfrm>
              <a:off x="2912773" y="64349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4" name="Google Shape;2034;p84"/>
            <p:cNvSpPr/>
            <p:nvPr/>
          </p:nvSpPr>
          <p:spPr>
            <a:xfrm>
              <a:off x="2912773" y="62815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5" name="Google Shape;2035;p84"/>
            <p:cNvSpPr/>
            <p:nvPr/>
          </p:nvSpPr>
          <p:spPr>
            <a:xfrm>
              <a:off x="2912773" y="695444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36" name="Google Shape;2036;p84"/>
            <p:cNvSpPr/>
            <p:nvPr/>
          </p:nvSpPr>
          <p:spPr>
            <a:xfrm>
              <a:off x="2912773" y="731847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7" name="Google Shape;2037;p84"/>
            <p:cNvSpPr/>
            <p:nvPr/>
          </p:nvSpPr>
          <p:spPr>
            <a:xfrm>
              <a:off x="2912773" y="78097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8" name="Google Shape;2038;p84"/>
            <p:cNvSpPr/>
            <p:nvPr/>
          </p:nvSpPr>
          <p:spPr>
            <a:xfrm>
              <a:off x="2912773" y="76611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39" name="Google Shape;2039;p84"/>
            <p:cNvSpPr/>
            <p:nvPr/>
          </p:nvSpPr>
          <p:spPr>
            <a:xfrm>
              <a:off x="2912773" y="810694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40" name="Google Shape;2040;p84"/>
            <p:cNvSpPr/>
            <p:nvPr/>
          </p:nvSpPr>
          <p:spPr>
            <a:xfrm>
              <a:off x="2912773" y="86784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41" name="Google Shape;2041;p84"/>
            <p:cNvSpPr txBox="1"/>
            <p:nvPr/>
          </p:nvSpPr>
          <p:spPr>
            <a:xfrm>
              <a:off x="3048821" y="605125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2042" name="Google Shape;2042;p84"/>
            <p:cNvSpPr/>
            <p:nvPr/>
          </p:nvSpPr>
          <p:spPr>
            <a:xfrm>
              <a:off x="2910959" y="606985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43" name="Google Shape;2043;p84"/>
            <p:cNvSpPr txBox="1"/>
            <p:nvPr/>
          </p:nvSpPr>
          <p:spPr>
            <a:xfrm>
              <a:off x="3048821" y="82956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2044" name="Google Shape;2044;p84"/>
            <p:cNvSpPr/>
            <p:nvPr/>
          </p:nvSpPr>
          <p:spPr>
            <a:xfrm>
              <a:off x="2910948" y="831427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2045" name="Google Shape;2045;p84"/>
            <p:cNvSpPr txBox="1"/>
            <p:nvPr/>
          </p:nvSpPr>
          <p:spPr>
            <a:xfrm>
              <a:off x="47833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046" name="Google Shape;2046;p84"/>
            <p:cNvSpPr txBox="1"/>
            <p:nvPr/>
          </p:nvSpPr>
          <p:spPr>
            <a:xfrm>
              <a:off x="160190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047" name="Google Shape;2047;p84"/>
            <p:cNvGrpSpPr/>
            <p:nvPr/>
          </p:nvGrpSpPr>
          <p:grpSpPr>
            <a:xfrm>
              <a:off x="497950" y="1791256"/>
              <a:ext cx="952566" cy="449700"/>
              <a:chOff x="755108" y="1946374"/>
              <a:chExt cx="1322458" cy="449700"/>
            </a:xfrm>
          </p:grpSpPr>
          <p:sp>
            <p:nvSpPr>
              <p:cNvPr id="2048" name="Google Shape;2048;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049" name="Google Shape;2049;p84"/>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2050" name="Google Shape;2050;p84"/>
            <p:cNvSpPr txBox="1"/>
            <p:nvPr/>
          </p:nvSpPr>
          <p:spPr>
            <a:xfrm>
              <a:off x="3050649"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051" name="Google Shape;2051;p84"/>
            <p:cNvSpPr txBox="1"/>
            <p:nvPr/>
          </p:nvSpPr>
          <p:spPr>
            <a:xfrm>
              <a:off x="1601900" y="1769425"/>
              <a:ext cx="10224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Agentforce Life Sciences Pre-built Clinical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2052" name="Google Shape;2052;p84"/>
            <p:cNvGrpSpPr/>
            <p:nvPr/>
          </p:nvGrpSpPr>
          <p:grpSpPr>
            <a:xfrm>
              <a:off x="497991" y="5752646"/>
              <a:ext cx="952525" cy="449700"/>
              <a:chOff x="755165" y="1951713"/>
              <a:chExt cx="1322400" cy="449700"/>
            </a:xfrm>
          </p:grpSpPr>
          <p:sp>
            <p:nvSpPr>
              <p:cNvPr id="2053" name="Google Shape;2053;p84"/>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054" name="Google Shape;2054;p84"/>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2055" name="Google Shape;2055;p84"/>
            <p:cNvGrpSpPr/>
            <p:nvPr/>
          </p:nvGrpSpPr>
          <p:grpSpPr>
            <a:xfrm>
              <a:off x="497991" y="2647426"/>
              <a:ext cx="952525" cy="449700"/>
              <a:chOff x="755165" y="1951713"/>
              <a:chExt cx="1322400" cy="449700"/>
            </a:xfrm>
          </p:grpSpPr>
          <p:sp>
            <p:nvSpPr>
              <p:cNvPr id="2056" name="Google Shape;2056;p84"/>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057" name="Google Shape;2057;p84"/>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2058" name="Google Shape;2058;p84"/>
            <p:cNvSpPr txBox="1"/>
            <p:nvPr/>
          </p:nvSpPr>
          <p:spPr>
            <a:xfrm>
              <a:off x="3048821" y="42411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2059" name="Google Shape;2059;p84"/>
            <p:cNvSpPr txBox="1"/>
            <p:nvPr/>
          </p:nvSpPr>
          <p:spPr>
            <a:xfrm>
              <a:off x="3048821" y="40854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2060" name="Google Shape;2060;p84"/>
            <p:cNvSpPr/>
            <p:nvPr/>
          </p:nvSpPr>
          <p:spPr>
            <a:xfrm>
              <a:off x="2912773" y="41040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061" name="Google Shape;2061;p84"/>
            <p:cNvSpPr/>
            <p:nvPr/>
          </p:nvSpPr>
          <p:spPr>
            <a:xfrm>
              <a:off x="2912773" y="42597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062" name="Google Shape;2062;p84"/>
            <p:cNvSpPr txBox="1"/>
            <p:nvPr/>
          </p:nvSpPr>
          <p:spPr>
            <a:xfrm>
              <a:off x="3048821" y="94748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sz="800" i="0" u="none" strike="noStrike" cap="none">
                <a:latin typeface="Salesforce Sans"/>
                <a:ea typeface="Salesforce Sans"/>
                <a:cs typeface="Salesforce Sans"/>
                <a:sym typeface="Salesforce Sans"/>
              </a:endParaRPr>
            </a:p>
          </p:txBody>
        </p:sp>
        <p:sp>
          <p:nvSpPr>
            <p:cNvPr id="2063" name="Google Shape;2063;p84"/>
            <p:cNvSpPr txBox="1"/>
            <p:nvPr/>
          </p:nvSpPr>
          <p:spPr>
            <a:xfrm>
              <a:off x="3048821" y="96260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sz="800" i="0" u="none" strike="noStrike" cap="none">
                <a:latin typeface="Salesforce Sans"/>
                <a:ea typeface="Salesforce Sans"/>
                <a:cs typeface="Salesforce Sans"/>
                <a:sym typeface="Salesforce Sans"/>
              </a:endParaRPr>
            </a:p>
          </p:txBody>
        </p:sp>
        <p:sp>
          <p:nvSpPr>
            <p:cNvPr id="2064" name="Google Shape;2064;p84"/>
            <p:cNvSpPr txBox="1"/>
            <p:nvPr/>
          </p:nvSpPr>
          <p:spPr>
            <a:xfrm>
              <a:off x="3048821" y="97658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sz="800" i="0" u="none" strike="noStrike" cap="none">
                <a:latin typeface="Salesforce Sans"/>
                <a:ea typeface="Salesforce Sans"/>
                <a:cs typeface="Salesforce Sans"/>
                <a:sym typeface="Salesforce Sans"/>
              </a:endParaRPr>
            </a:p>
          </p:txBody>
        </p:sp>
        <p:sp>
          <p:nvSpPr>
            <p:cNvPr id="2065" name="Google Shape;2065;p84"/>
            <p:cNvSpPr/>
            <p:nvPr/>
          </p:nvSpPr>
          <p:spPr>
            <a:xfrm>
              <a:off x="2912773" y="94934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066" name="Google Shape;2066;p84"/>
            <p:cNvSpPr/>
            <p:nvPr/>
          </p:nvSpPr>
          <p:spPr>
            <a:xfrm>
              <a:off x="2912773" y="96446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067" name="Google Shape;2067;p84"/>
            <p:cNvSpPr/>
            <p:nvPr/>
          </p:nvSpPr>
          <p:spPr>
            <a:xfrm>
              <a:off x="2912773" y="978445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sp>
        <p:nvSpPr>
          <p:cNvPr id="2068" name="Google Shape;2068;p84"/>
          <p:cNvSpPr/>
          <p:nvPr/>
        </p:nvSpPr>
        <p:spPr>
          <a:xfrm>
            <a:off x="5862391" y="2797656"/>
            <a:ext cx="7596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GTM Strategy </a:t>
            </a:r>
            <a:endParaRPr sz="900" b="1" i="0" u="none" strike="noStrike" cap="none">
              <a:solidFill>
                <a:srgbClr val="066AFE"/>
              </a:solidFill>
              <a:latin typeface="Salesforce Sans"/>
              <a:ea typeface="Salesforce Sans"/>
              <a:cs typeface="Salesforce Sans"/>
              <a:sym typeface="Salesforce Sans"/>
            </a:endParaRPr>
          </a:p>
        </p:txBody>
      </p:sp>
      <p:sp>
        <p:nvSpPr>
          <p:cNvPr id="2069" name="Google Shape;2069;p84"/>
          <p:cNvSpPr/>
          <p:nvPr/>
        </p:nvSpPr>
        <p:spPr>
          <a:xfrm>
            <a:off x="5862392" y="3312375"/>
            <a:ext cx="11286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GTM Operations </a:t>
            </a:r>
            <a:endParaRPr sz="900" b="1" i="0" u="none" strike="noStrike" cap="none">
              <a:solidFill>
                <a:srgbClr val="066AFE"/>
              </a:solidFill>
              <a:latin typeface="Salesforce Sans"/>
              <a:ea typeface="Salesforce Sans"/>
              <a:cs typeface="Salesforce Sans"/>
              <a:sym typeface="Salesforce Sans"/>
            </a:endParaRPr>
          </a:p>
        </p:txBody>
      </p:sp>
      <p:sp>
        <p:nvSpPr>
          <p:cNvPr id="2070" name="Google Shape;2070;p84"/>
          <p:cNvSpPr/>
          <p:nvPr/>
        </p:nvSpPr>
        <p:spPr>
          <a:xfrm>
            <a:off x="5862391" y="4265350"/>
            <a:ext cx="1022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Field Rep Outreach </a:t>
            </a:r>
            <a:endParaRPr sz="900" b="1" i="0" u="none" strike="noStrike" cap="none">
              <a:solidFill>
                <a:srgbClr val="066AFE"/>
              </a:solidFill>
              <a:latin typeface="Salesforce Sans"/>
              <a:ea typeface="Salesforce Sans"/>
              <a:cs typeface="Salesforce Sans"/>
              <a:sym typeface="Salesforce Sans"/>
            </a:endParaRPr>
          </a:p>
        </p:txBody>
      </p:sp>
      <p:sp>
        <p:nvSpPr>
          <p:cNvPr id="2071" name="Google Shape;2071;p84"/>
          <p:cNvSpPr/>
          <p:nvPr/>
        </p:nvSpPr>
        <p:spPr>
          <a:xfrm>
            <a:off x="5862391" y="4903650"/>
            <a:ext cx="12285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Contract Development </a:t>
            </a:r>
            <a:endParaRPr sz="900" b="1" i="0" u="none" strike="noStrike" cap="none">
              <a:solidFill>
                <a:srgbClr val="066AFE"/>
              </a:solidFill>
              <a:latin typeface="Salesforce Sans"/>
              <a:ea typeface="Salesforce Sans"/>
              <a:cs typeface="Salesforce Sans"/>
              <a:sym typeface="Salesforce Sans"/>
            </a:endParaRPr>
          </a:p>
        </p:txBody>
      </p:sp>
      <p:sp>
        <p:nvSpPr>
          <p:cNvPr id="2072" name="Google Shape;2072;p84"/>
          <p:cNvSpPr/>
          <p:nvPr/>
        </p:nvSpPr>
        <p:spPr>
          <a:xfrm>
            <a:off x="5862391" y="5420900"/>
            <a:ext cx="1271700" cy="459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Pricing and Reimbursement Modeling</a:t>
            </a:r>
            <a:r>
              <a:rPr lang="en" sz="900" b="1">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2073" name="Google Shape;2073;p84"/>
          <p:cNvSpPr/>
          <p:nvPr/>
        </p:nvSpPr>
        <p:spPr>
          <a:xfrm>
            <a:off x="5862391" y="5914950"/>
            <a:ext cx="12987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Marketing</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Campaign Creation </a:t>
            </a:r>
            <a:endParaRPr sz="900" b="1" i="0" u="none" strike="noStrike" cap="none">
              <a:solidFill>
                <a:srgbClr val="066AFE"/>
              </a:solidFill>
              <a:latin typeface="Salesforce Sans"/>
              <a:ea typeface="Salesforce Sans"/>
              <a:cs typeface="Salesforce Sans"/>
              <a:sym typeface="Salesforce Sans"/>
            </a:endParaRPr>
          </a:p>
        </p:txBody>
      </p:sp>
      <p:sp>
        <p:nvSpPr>
          <p:cNvPr id="2074" name="Google Shape;2074;p84"/>
          <p:cNvSpPr/>
          <p:nvPr/>
        </p:nvSpPr>
        <p:spPr>
          <a:xfrm>
            <a:off x="5862391" y="6571825"/>
            <a:ext cx="1022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MLR Review Autom. </a:t>
            </a:r>
            <a:endParaRPr sz="900" b="1" i="0" u="none" strike="noStrike" cap="none">
              <a:solidFill>
                <a:srgbClr val="066AFE"/>
              </a:solidFill>
              <a:latin typeface="Salesforce Sans"/>
              <a:ea typeface="Salesforce Sans"/>
              <a:cs typeface="Salesforce Sans"/>
              <a:sym typeface="Salesforce Sans"/>
            </a:endParaRPr>
          </a:p>
        </p:txBody>
      </p:sp>
      <p:sp>
        <p:nvSpPr>
          <p:cNvPr id="2075" name="Google Shape;2075;p84"/>
          <p:cNvSpPr/>
          <p:nvPr/>
        </p:nvSpPr>
        <p:spPr>
          <a:xfrm>
            <a:off x="5862391" y="7056125"/>
            <a:ext cx="12450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Campaign</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Performance Tracking &amp;</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Opt. </a:t>
            </a:r>
            <a:endParaRPr sz="900" b="1" i="0" u="none" strike="noStrike" cap="none">
              <a:solidFill>
                <a:srgbClr val="066AFE"/>
              </a:solidFill>
              <a:latin typeface="Salesforce Sans"/>
              <a:ea typeface="Salesforce Sans"/>
              <a:cs typeface="Salesforce Sans"/>
              <a:sym typeface="Salesforce Sans"/>
            </a:endParaRPr>
          </a:p>
        </p:txBody>
      </p:sp>
      <p:sp>
        <p:nvSpPr>
          <p:cNvPr id="2076" name="Google Shape;2076;p84"/>
          <p:cNvSpPr/>
          <p:nvPr/>
        </p:nvSpPr>
        <p:spPr>
          <a:xfrm>
            <a:off x="5862391" y="7542075"/>
            <a:ext cx="987900" cy="229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Patient Support</a:t>
            </a:r>
            <a:endParaRPr sz="900" b="1" i="0" u="none" strike="noStrike" cap="none">
              <a:solidFill>
                <a:srgbClr val="066AFE"/>
              </a:solidFill>
              <a:latin typeface="Salesforce Sans"/>
              <a:ea typeface="Salesforce Sans"/>
              <a:cs typeface="Salesforce Sans"/>
              <a:sym typeface="Salesforce Sans"/>
            </a:endParaRPr>
          </a:p>
        </p:txBody>
      </p:sp>
      <p:sp>
        <p:nvSpPr>
          <p:cNvPr id="2077" name="Google Shape;2077;p84"/>
          <p:cNvSpPr/>
          <p:nvPr/>
        </p:nvSpPr>
        <p:spPr>
          <a:xfrm>
            <a:off x="5862391" y="8591105"/>
            <a:ext cx="7596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Support Cases </a:t>
            </a:r>
            <a:endParaRPr sz="900" b="1" i="0" u="none" strike="noStrike" cap="none">
              <a:solidFill>
                <a:srgbClr val="066AFE"/>
              </a:solidFill>
              <a:latin typeface="Salesforce Sans"/>
              <a:ea typeface="Salesforce Sans"/>
              <a:cs typeface="Salesforce Sans"/>
              <a:sym typeface="Salesforce Sans"/>
            </a:endParaRPr>
          </a:p>
        </p:txBody>
      </p:sp>
      <p:sp>
        <p:nvSpPr>
          <p:cNvPr id="2078" name="Google Shape;2078;p84"/>
          <p:cNvSpPr/>
          <p:nvPr/>
        </p:nvSpPr>
        <p:spPr>
          <a:xfrm>
            <a:off x="5862391" y="2271225"/>
            <a:ext cx="11286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66AFE"/>
                </a:solidFill>
                <a:latin typeface="Salesforce Sans"/>
                <a:ea typeface="Salesforce Sans"/>
                <a:cs typeface="Salesforce Sans"/>
                <a:sym typeface="Salesforce Sans"/>
              </a:rPr>
              <a:t>Agentforce Life Sciences Pre-built Commercial </a:t>
            </a:r>
            <a:endParaRPr sz="900" b="1" i="0" u="none" strike="noStrike" cap="none">
              <a:solidFill>
                <a:srgbClr val="066AFE"/>
              </a:solidFill>
              <a:latin typeface="Salesforce Sans"/>
              <a:ea typeface="Salesforce Sans"/>
              <a:cs typeface="Salesforce Sans"/>
              <a:sym typeface="Salesforce Sans"/>
            </a:endParaRPr>
          </a:p>
        </p:txBody>
      </p:sp>
      <p:sp>
        <p:nvSpPr>
          <p:cNvPr id="2079" name="Google Shape;2079;p84"/>
          <p:cNvSpPr txBox="1"/>
          <p:nvPr/>
        </p:nvSpPr>
        <p:spPr>
          <a:xfrm>
            <a:off x="7363519" y="2947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sz="800" i="0" u="none" strike="noStrike" cap="none">
              <a:latin typeface="Salesforce Sans"/>
              <a:ea typeface="Salesforce Sans"/>
              <a:cs typeface="Salesforce Sans"/>
              <a:sym typeface="Salesforce Sans"/>
            </a:endParaRPr>
          </a:p>
        </p:txBody>
      </p:sp>
      <p:sp>
        <p:nvSpPr>
          <p:cNvPr id="2080" name="Google Shape;2080;p84"/>
          <p:cNvSpPr txBox="1"/>
          <p:nvPr/>
        </p:nvSpPr>
        <p:spPr>
          <a:xfrm>
            <a:off x="7363519" y="309293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2081" name="Google Shape;2081;p84"/>
          <p:cNvSpPr txBox="1"/>
          <p:nvPr/>
        </p:nvSpPr>
        <p:spPr>
          <a:xfrm>
            <a:off x="7363519" y="33058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2082" name="Google Shape;2082;p84"/>
          <p:cNvSpPr txBox="1"/>
          <p:nvPr/>
        </p:nvSpPr>
        <p:spPr>
          <a:xfrm>
            <a:off x="7363519" y="3752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2083" name="Google Shape;2083;p84"/>
          <p:cNvSpPr txBox="1"/>
          <p:nvPr/>
        </p:nvSpPr>
        <p:spPr>
          <a:xfrm>
            <a:off x="7363519" y="34551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2084" name="Google Shape;2084;p84"/>
          <p:cNvSpPr txBox="1"/>
          <p:nvPr/>
        </p:nvSpPr>
        <p:spPr>
          <a:xfrm>
            <a:off x="7363519" y="44059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i="0" u="none" strike="noStrike" cap="none">
              <a:latin typeface="Salesforce Sans"/>
              <a:ea typeface="Salesforce Sans"/>
              <a:cs typeface="Salesforce Sans"/>
              <a:sym typeface="Salesforce Sans"/>
            </a:endParaRPr>
          </a:p>
        </p:txBody>
      </p:sp>
      <p:sp>
        <p:nvSpPr>
          <p:cNvPr id="2085" name="Google Shape;2085;p84"/>
          <p:cNvSpPr txBox="1"/>
          <p:nvPr/>
        </p:nvSpPr>
        <p:spPr>
          <a:xfrm>
            <a:off x="7363519" y="42596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2086" name="Google Shape;2086;p84"/>
          <p:cNvSpPr txBox="1"/>
          <p:nvPr/>
        </p:nvSpPr>
        <p:spPr>
          <a:xfrm>
            <a:off x="7363519" y="4700220"/>
            <a:ext cx="1457700" cy="119700"/>
          </a:xfrm>
          <a:prstGeom prst="rect">
            <a:avLst/>
          </a:prstGeom>
          <a:noFill/>
          <a:ln>
            <a:noFill/>
          </a:ln>
        </p:spPr>
        <p:txBody>
          <a:bodyPr spcFirstLastPara="1" wrap="square" lIns="4950" tIns="4950" rIns="4950" bIns="0" anchor="ctr" anchorCtr="0">
            <a:spAutoFit/>
          </a:bodyPr>
          <a:lstStyle/>
          <a:p>
            <a:pPr marL="0" lvl="0" indent="0" algn="l" rtl="0">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2087" name="Google Shape;2087;p84"/>
          <p:cNvSpPr txBox="1"/>
          <p:nvPr/>
        </p:nvSpPr>
        <p:spPr>
          <a:xfrm>
            <a:off x="7363519" y="490471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2088" name="Google Shape;2088;p84"/>
          <p:cNvSpPr txBox="1"/>
          <p:nvPr/>
        </p:nvSpPr>
        <p:spPr>
          <a:xfrm>
            <a:off x="7363519" y="505338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2089" name="Google Shape;2089;p84"/>
          <p:cNvSpPr txBox="1"/>
          <p:nvPr/>
        </p:nvSpPr>
        <p:spPr>
          <a:xfrm>
            <a:off x="7363519" y="541369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2090" name="Google Shape;2090;p84"/>
          <p:cNvSpPr txBox="1"/>
          <p:nvPr/>
        </p:nvSpPr>
        <p:spPr>
          <a:xfrm>
            <a:off x="7363519" y="57065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2091" name="Google Shape;2091;p84"/>
          <p:cNvSpPr txBox="1"/>
          <p:nvPr/>
        </p:nvSpPr>
        <p:spPr>
          <a:xfrm>
            <a:off x="7363519" y="59173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2092" name="Google Shape;2092;p84"/>
          <p:cNvSpPr txBox="1"/>
          <p:nvPr/>
        </p:nvSpPr>
        <p:spPr>
          <a:xfrm>
            <a:off x="7363519" y="52007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2093" name="Google Shape;2093;p84"/>
          <p:cNvSpPr txBox="1"/>
          <p:nvPr/>
        </p:nvSpPr>
        <p:spPr>
          <a:xfrm>
            <a:off x="7363519" y="606476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2094" name="Google Shape;2094;p84"/>
          <p:cNvSpPr txBox="1"/>
          <p:nvPr/>
        </p:nvSpPr>
        <p:spPr>
          <a:xfrm>
            <a:off x="7363519" y="62109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sz="800" i="0" u="none" strike="noStrike" cap="none">
              <a:latin typeface="Salesforce Sans"/>
              <a:ea typeface="Salesforce Sans"/>
              <a:cs typeface="Salesforce Sans"/>
              <a:sym typeface="Salesforce Sans"/>
            </a:endParaRPr>
          </a:p>
        </p:txBody>
      </p:sp>
      <p:sp>
        <p:nvSpPr>
          <p:cNvPr id="2095" name="Google Shape;2095;p84"/>
          <p:cNvSpPr txBox="1"/>
          <p:nvPr/>
        </p:nvSpPr>
        <p:spPr>
          <a:xfrm>
            <a:off x="7363519" y="455154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2096" name="Google Shape;2096;p84"/>
          <p:cNvSpPr txBox="1"/>
          <p:nvPr/>
        </p:nvSpPr>
        <p:spPr>
          <a:xfrm>
            <a:off x="7363519" y="7206146"/>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sz="800" i="0" u="none" strike="noStrike" cap="none">
              <a:latin typeface="Salesforce Sans"/>
              <a:ea typeface="Salesforce Sans"/>
              <a:cs typeface="Salesforce Sans"/>
              <a:sym typeface="Salesforce Sans"/>
            </a:endParaRPr>
          </a:p>
        </p:txBody>
      </p:sp>
      <p:sp>
        <p:nvSpPr>
          <p:cNvPr id="2097" name="Google Shape;2097;p84"/>
          <p:cNvSpPr txBox="1"/>
          <p:nvPr/>
        </p:nvSpPr>
        <p:spPr>
          <a:xfrm>
            <a:off x="7363519" y="76843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sz="800" i="0" u="none" strike="noStrike" cap="none">
              <a:latin typeface="Salesforce Sans"/>
              <a:ea typeface="Salesforce Sans"/>
              <a:cs typeface="Salesforce Sans"/>
              <a:sym typeface="Salesforce Sans"/>
            </a:endParaRPr>
          </a:p>
        </p:txBody>
      </p:sp>
      <p:sp>
        <p:nvSpPr>
          <p:cNvPr id="2098" name="Google Shape;2098;p84"/>
          <p:cNvSpPr txBox="1"/>
          <p:nvPr/>
        </p:nvSpPr>
        <p:spPr>
          <a:xfrm>
            <a:off x="7363519" y="754208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sz="800" i="0" u="none" strike="noStrike" cap="none">
              <a:latin typeface="Salesforce Sans"/>
              <a:ea typeface="Salesforce Sans"/>
              <a:cs typeface="Salesforce Sans"/>
              <a:sym typeface="Salesforce Sans"/>
            </a:endParaRPr>
          </a:p>
        </p:txBody>
      </p:sp>
      <p:sp>
        <p:nvSpPr>
          <p:cNvPr id="2099" name="Google Shape;2099;p84"/>
          <p:cNvSpPr txBox="1"/>
          <p:nvPr/>
        </p:nvSpPr>
        <p:spPr>
          <a:xfrm>
            <a:off x="7363519" y="7983736"/>
            <a:ext cx="1457700" cy="374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2100" name="Google Shape;2100;p84"/>
          <p:cNvSpPr txBox="1"/>
          <p:nvPr/>
        </p:nvSpPr>
        <p:spPr>
          <a:xfrm>
            <a:off x="7363525" y="8255879"/>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2101" name="Google Shape;2101;p84"/>
          <p:cNvSpPr txBox="1"/>
          <p:nvPr/>
        </p:nvSpPr>
        <p:spPr>
          <a:xfrm>
            <a:off x="7363519" y="85912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sz="800" i="0" u="none" strike="noStrike" cap="none">
              <a:latin typeface="Salesforce Sans"/>
              <a:ea typeface="Salesforce Sans"/>
              <a:cs typeface="Salesforce Sans"/>
              <a:sym typeface="Salesforce Sans"/>
            </a:endParaRPr>
          </a:p>
        </p:txBody>
      </p:sp>
      <p:sp>
        <p:nvSpPr>
          <p:cNvPr id="2102" name="Google Shape;2102;p84"/>
          <p:cNvSpPr txBox="1"/>
          <p:nvPr/>
        </p:nvSpPr>
        <p:spPr>
          <a:xfrm>
            <a:off x="7363519" y="87424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sz="800" i="0" u="none" strike="noStrike" cap="none">
              <a:latin typeface="Salesforce Sans"/>
              <a:ea typeface="Salesforce Sans"/>
              <a:cs typeface="Salesforce Sans"/>
              <a:sym typeface="Salesforce Sans"/>
            </a:endParaRPr>
          </a:p>
        </p:txBody>
      </p:sp>
      <p:sp>
        <p:nvSpPr>
          <p:cNvPr id="2103" name="Google Shape;2103;p84"/>
          <p:cNvSpPr txBox="1"/>
          <p:nvPr/>
        </p:nvSpPr>
        <p:spPr>
          <a:xfrm>
            <a:off x="7363519" y="88822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2104" name="Google Shape;2104;p84"/>
          <p:cNvSpPr txBox="1"/>
          <p:nvPr/>
        </p:nvSpPr>
        <p:spPr>
          <a:xfrm>
            <a:off x="7363532" y="6571575"/>
            <a:ext cx="1854300" cy="374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2105" name="Google Shape;2105;p84"/>
          <p:cNvSpPr txBox="1"/>
          <p:nvPr/>
        </p:nvSpPr>
        <p:spPr>
          <a:xfrm>
            <a:off x="7363519" y="68420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2106" name="Google Shape;2106;p84"/>
          <p:cNvSpPr txBox="1"/>
          <p:nvPr/>
        </p:nvSpPr>
        <p:spPr>
          <a:xfrm>
            <a:off x="7363519" y="70534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2107" name="Google Shape;2107;p84"/>
          <p:cNvSpPr/>
          <p:nvPr/>
        </p:nvSpPr>
        <p:spPr>
          <a:xfrm>
            <a:off x="7227472" y="347817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highlight>
                <a:srgbClr val="022AC0"/>
              </a:highlight>
              <a:latin typeface="Salesforce Sans"/>
              <a:ea typeface="Salesforce Sans"/>
              <a:cs typeface="Salesforce Sans"/>
              <a:sym typeface="Salesforce Sans"/>
            </a:endParaRPr>
          </a:p>
        </p:txBody>
      </p:sp>
      <p:sp>
        <p:nvSpPr>
          <p:cNvPr id="2108" name="Google Shape;2108;p84"/>
          <p:cNvSpPr/>
          <p:nvPr/>
        </p:nvSpPr>
        <p:spPr>
          <a:xfrm>
            <a:off x="7227472" y="521938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09" name="Google Shape;2109;p84"/>
          <p:cNvSpPr/>
          <p:nvPr/>
        </p:nvSpPr>
        <p:spPr>
          <a:xfrm>
            <a:off x="7227472" y="62295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10" name="Google Shape;2110;p84"/>
          <p:cNvSpPr txBox="1"/>
          <p:nvPr/>
        </p:nvSpPr>
        <p:spPr>
          <a:xfrm>
            <a:off x="7363519"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2111" name="Google Shape;2111;p84"/>
          <p:cNvSpPr/>
          <p:nvPr/>
        </p:nvSpPr>
        <p:spPr>
          <a:xfrm>
            <a:off x="7227472"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12" name="Google Shape;2112;p84"/>
          <p:cNvSpPr txBox="1"/>
          <p:nvPr/>
        </p:nvSpPr>
        <p:spPr>
          <a:xfrm>
            <a:off x="7363519" y="1920225"/>
            <a:ext cx="17658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2113" name="Google Shape;2113;p84"/>
          <p:cNvSpPr/>
          <p:nvPr/>
        </p:nvSpPr>
        <p:spPr>
          <a:xfrm>
            <a:off x="7227472" y="19386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14" name="Google Shape;2114;p84"/>
          <p:cNvSpPr txBox="1"/>
          <p:nvPr/>
        </p:nvSpPr>
        <p:spPr>
          <a:xfrm>
            <a:off x="7363519" y="206888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2115" name="Google Shape;2115;p84"/>
          <p:cNvSpPr/>
          <p:nvPr/>
        </p:nvSpPr>
        <p:spPr>
          <a:xfrm>
            <a:off x="7227472" y="208733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16" name="Google Shape;2116;p84"/>
          <p:cNvSpPr txBox="1"/>
          <p:nvPr/>
        </p:nvSpPr>
        <p:spPr>
          <a:xfrm>
            <a:off x="7363531" y="2277300"/>
            <a:ext cx="16779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2117" name="Google Shape;2117;p84"/>
          <p:cNvSpPr/>
          <p:nvPr/>
        </p:nvSpPr>
        <p:spPr>
          <a:xfrm>
            <a:off x="7227472" y="229573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18" name="Google Shape;2118;p84"/>
          <p:cNvSpPr txBox="1"/>
          <p:nvPr/>
        </p:nvSpPr>
        <p:spPr>
          <a:xfrm>
            <a:off x="7363529" y="2426700"/>
            <a:ext cx="1801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2119" name="Google Shape;2119;p84"/>
          <p:cNvSpPr/>
          <p:nvPr/>
        </p:nvSpPr>
        <p:spPr>
          <a:xfrm>
            <a:off x="7227472" y="2445143"/>
            <a:ext cx="91200" cy="91200"/>
          </a:xfrm>
          <a:prstGeom prst="ellipse">
            <a:avLst/>
          </a:prstGeom>
          <a:solidFill>
            <a:schemeClr val="lt2"/>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20" name="Google Shape;2120;p84"/>
          <p:cNvSpPr txBox="1"/>
          <p:nvPr/>
        </p:nvSpPr>
        <p:spPr>
          <a:xfrm>
            <a:off x="7363519" y="279793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2121" name="Google Shape;2121;p84"/>
          <p:cNvSpPr/>
          <p:nvPr/>
        </p:nvSpPr>
        <p:spPr>
          <a:xfrm>
            <a:off x="7227472" y="281638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22" name="Google Shape;2122;p84"/>
          <p:cNvSpPr/>
          <p:nvPr/>
        </p:nvSpPr>
        <p:spPr>
          <a:xfrm>
            <a:off x="7227472" y="296629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23" name="Google Shape;2123;p84"/>
          <p:cNvSpPr/>
          <p:nvPr/>
        </p:nvSpPr>
        <p:spPr>
          <a:xfrm>
            <a:off x="7227472" y="311138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24" name="Google Shape;2124;p84"/>
          <p:cNvSpPr txBox="1"/>
          <p:nvPr/>
        </p:nvSpPr>
        <p:spPr>
          <a:xfrm>
            <a:off x="7363532" y="2588825"/>
            <a:ext cx="18543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2125" name="Google Shape;2125;p84"/>
          <p:cNvSpPr/>
          <p:nvPr/>
        </p:nvSpPr>
        <p:spPr>
          <a:xfrm>
            <a:off x="7227472" y="260728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26" name="Google Shape;2126;p84"/>
          <p:cNvSpPr/>
          <p:nvPr/>
        </p:nvSpPr>
        <p:spPr>
          <a:xfrm>
            <a:off x="7227472" y="37713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27" name="Google Shape;2127;p84"/>
          <p:cNvSpPr/>
          <p:nvPr/>
        </p:nvSpPr>
        <p:spPr>
          <a:xfrm>
            <a:off x="7227472" y="4278293"/>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28" name="Google Shape;2128;p84"/>
          <p:cNvSpPr/>
          <p:nvPr/>
        </p:nvSpPr>
        <p:spPr>
          <a:xfrm>
            <a:off x="7227472" y="507198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129" name="Google Shape;2129;p84"/>
          <p:cNvSpPr/>
          <p:nvPr/>
        </p:nvSpPr>
        <p:spPr>
          <a:xfrm>
            <a:off x="7227472" y="608336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30" name="Google Shape;2130;p84"/>
          <p:cNvSpPr/>
          <p:nvPr/>
        </p:nvSpPr>
        <p:spPr>
          <a:xfrm>
            <a:off x="7227472" y="800233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31" name="Google Shape;2131;p84"/>
          <p:cNvSpPr/>
          <p:nvPr/>
        </p:nvSpPr>
        <p:spPr>
          <a:xfrm>
            <a:off x="7227472" y="86098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32" name="Google Shape;2132;p84"/>
          <p:cNvSpPr/>
          <p:nvPr/>
        </p:nvSpPr>
        <p:spPr>
          <a:xfrm>
            <a:off x="7227472" y="87610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33" name="Google Shape;2133;p84"/>
          <p:cNvSpPr/>
          <p:nvPr/>
        </p:nvSpPr>
        <p:spPr>
          <a:xfrm>
            <a:off x="7227472" y="890080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34" name="Google Shape;2134;p84"/>
          <p:cNvSpPr/>
          <p:nvPr/>
        </p:nvSpPr>
        <p:spPr>
          <a:xfrm>
            <a:off x="7227472" y="6590174"/>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35" name="Google Shape;2135;p84"/>
          <p:cNvSpPr/>
          <p:nvPr/>
        </p:nvSpPr>
        <p:spPr>
          <a:xfrm>
            <a:off x="7227472" y="75606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36" name="Google Shape;2136;p84"/>
          <p:cNvSpPr/>
          <p:nvPr/>
        </p:nvSpPr>
        <p:spPr>
          <a:xfrm>
            <a:off x="7227472" y="442452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37" name="Google Shape;2137;p84"/>
          <p:cNvSpPr/>
          <p:nvPr/>
        </p:nvSpPr>
        <p:spPr>
          <a:xfrm>
            <a:off x="7227472" y="45701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38" name="Google Shape;2138;p84"/>
          <p:cNvSpPr/>
          <p:nvPr/>
        </p:nvSpPr>
        <p:spPr>
          <a:xfrm>
            <a:off x="7227472" y="47188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39" name="Google Shape;2139;p84"/>
          <p:cNvSpPr/>
          <p:nvPr/>
        </p:nvSpPr>
        <p:spPr>
          <a:xfrm>
            <a:off x="7227472" y="33244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0" name="Google Shape;2140;p84"/>
          <p:cNvSpPr txBox="1"/>
          <p:nvPr/>
        </p:nvSpPr>
        <p:spPr>
          <a:xfrm>
            <a:off x="7363519" y="360471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2141" name="Google Shape;2141;p84"/>
          <p:cNvSpPr/>
          <p:nvPr/>
        </p:nvSpPr>
        <p:spPr>
          <a:xfrm>
            <a:off x="7227472" y="362316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2" name="Google Shape;2142;p84"/>
          <p:cNvSpPr/>
          <p:nvPr/>
        </p:nvSpPr>
        <p:spPr>
          <a:xfrm>
            <a:off x="7227472" y="49231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143" name="Google Shape;2143;p84"/>
          <p:cNvSpPr/>
          <p:nvPr/>
        </p:nvSpPr>
        <p:spPr>
          <a:xfrm>
            <a:off x="7227472" y="54322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44" name="Google Shape;2144;p84"/>
          <p:cNvSpPr/>
          <p:nvPr/>
        </p:nvSpPr>
        <p:spPr>
          <a:xfrm>
            <a:off x="7227472" y="59359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5" name="Google Shape;2145;p84"/>
          <p:cNvSpPr/>
          <p:nvPr/>
        </p:nvSpPr>
        <p:spPr>
          <a:xfrm>
            <a:off x="7227472" y="57251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6" name="Google Shape;2146;p84"/>
          <p:cNvSpPr/>
          <p:nvPr/>
        </p:nvSpPr>
        <p:spPr>
          <a:xfrm>
            <a:off x="7227472" y="686062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7" name="Google Shape;2147;p84"/>
          <p:cNvSpPr/>
          <p:nvPr/>
        </p:nvSpPr>
        <p:spPr>
          <a:xfrm>
            <a:off x="7227472" y="722474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8" name="Google Shape;2148;p84"/>
          <p:cNvSpPr/>
          <p:nvPr/>
        </p:nvSpPr>
        <p:spPr>
          <a:xfrm>
            <a:off x="7227472" y="707204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49" name="Google Shape;2149;p84"/>
          <p:cNvSpPr/>
          <p:nvPr/>
        </p:nvSpPr>
        <p:spPr>
          <a:xfrm>
            <a:off x="7227472" y="770294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50" name="Google Shape;2150;p84"/>
          <p:cNvSpPr/>
          <p:nvPr/>
        </p:nvSpPr>
        <p:spPr>
          <a:xfrm>
            <a:off x="7227472" y="827448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51" name="Google Shape;2151;p84"/>
          <p:cNvSpPr txBox="1"/>
          <p:nvPr/>
        </p:nvSpPr>
        <p:spPr>
          <a:xfrm>
            <a:off x="7363519" y="55583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2152" name="Google Shape;2152;p84"/>
          <p:cNvSpPr/>
          <p:nvPr/>
        </p:nvSpPr>
        <p:spPr>
          <a:xfrm>
            <a:off x="7225657" y="557695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153" name="Google Shape;2153;p84"/>
          <p:cNvSpPr txBox="1"/>
          <p:nvPr/>
        </p:nvSpPr>
        <p:spPr>
          <a:xfrm>
            <a:off x="7363519" y="78345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2154" name="Google Shape;2154;p84"/>
          <p:cNvSpPr/>
          <p:nvPr/>
        </p:nvSpPr>
        <p:spPr>
          <a:xfrm>
            <a:off x="7225647" y="785312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2155" name="Google Shape;2155;p84"/>
          <p:cNvSpPr txBox="1"/>
          <p:nvPr/>
        </p:nvSpPr>
        <p:spPr>
          <a:xfrm>
            <a:off x="4738830"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156" name="Google Shape;2156;p84"/>
          <p:cNvSpPr txBox="1"/>
          <p:nvPr/>
        </p:nvSpPr>
        <p:spPr>
          <a:xfrm>
            <a:off x="5862398"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157" name="Google Shape;2157;p84"/>
          <p:cNvGrpSpPr/>
          <p:nvPr/>
        </p:nvGrpSpPr>
        <p:grpSpPr>
          <a:xfrm>
            <a:off x="4758441" y="1793656"/>
            <a:ext cx="952566" cy="449700"/>
            <a:chOff x="755108" y="1946374"/>
            <a:chExt cx="1322458" cy="449700"/>
          </a:xfrm>
        </p:grpSpPr>
        <p:sp>
          <p:nvSpPr>
            <p:cNvPr id="2158" name="Google Shape;2158;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159" name="Google Shape;2159;p84"/>
            <p:cNvSpPr txBox="1"/>
            <p:nvPr/>
          </p:nvSpPr>
          <p:spPr>
            <a:xfrm>
              <a:off x="755108" y="2046571"/>
              <a:ext cx="13224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2160" name="Google Shape;2160;p84"/>
          <p:cNvSpPr txBox="1"/>
          <p:nvPr/>
        </p:nvSpPr>
        <p:spPr>
          <a:xfrm>
            <a:off x="7365348"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161" name="Google Shape;2161;p84"/>
          <p:cNvSpPr txBox="1"/>
          <p:nvPr/>
        </p:nvSpPr>
        <p:spPr>
          <a:xfrm>
            <a:off x="5862391" y="177182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CMC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2162" name="Google Shape;2162;p84"/>
          <p:cNvGrpSpPr/>
          <p:nvPr/>
        </p:nvGrpSpPr>
        <p:grpSpPr>
          <a:xfrm>
            <a:off x="4758483" y="2298575"/>
            <a:ext cx="952525" cy="449700"/>
            <a:chOff x="755165" y="1951713"/>
            <a:chExt cx="1322400" cy="449700"/>
          </a:xfrm>
        </p:grpSpPr>
        <p:sp>
          <p:nvSpPr>
            <p:cNvPr id="2163" name="Google Shape;2163;p84"/>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164" name="Google Shape;2164;p84"/>
            <p:cNvSpPr txBox="1"/>
            <p:nvPr/>
          </p:nvSpPr>
          <p:spPr>
            <a:xfrm>
              <a:off x="755177" y="2114166"/>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165" name="Google Shape;2165;p84"/>
          <p:cNvSpPr txBox="1"/>
          <p:nvPr/>
        </p:nvSpPr>
        <p:spPr>
          <a:xfrm>
            <a:off x="7363519" y="40499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2166" name="Google Shape;2166;p84"/>
          <p:cNvSpPr txBox="1"/>
          <p:nvPr/>
        </p:nvSpPr>
        <p:spPr>
          <a:xfrm>
            <a:off x="7363519" y="39036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2167" name="Google Shape;2167;p84"/>
          <p:cNvSpPr/>
          <p:nvPr/>
        </p:nvSpPr>
        <p:spPr>
          <a:xfrm>
            <a:off x="7227472" y="39222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68" name="Google Shape;2168;p84"/>
          <p:cNvSpPr/>
          <p:nvPr/>
        </p:nvSpPr>
        <p:spPr>
          <a:xfrm>
            <a:off x="7227472" y="406849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69" name="Google Shape;2169;p84"/>
          <p:cNvSpPr txBox="1"/>
          <p:nvPr/>
        </p:nvSpPr>
        <p:spPr>
          <a:xfrm>
            <a:off x="7363519" y="90327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sz="800" i="0" u="none" strike="noStrike" cap="none">
              <a:latin typeface="Salesforce Sans"/>
              <a:ea typeface="Salesforce Sans"/>
              <a:cs typeface="Salesforce Sans"/>
              <a:sym typeface="Salesforce Sans"/>
            </a:endParaRPr>
          </a:p>
        </p:txBody>
      </p:sp>
      <p:sp>
        <p:nvSpPr>
          <p:cNvPr id="2170" name="Google Shape;2170;p84"/>
          <p:cNvSpPr/>
          <p:nvPr/>
        </p:nvSpPr>
        <p:spPr>
          <a:xfrm>
            <a:off x="7227472" y="905135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171" name="Google Shape;2171;p84"/>
          <p:cNvSpPr txBox="1"/>
          <p:nvPr/>
        </p:nvSpPr>
        <p:spPr>
          <a:xfrm>
            <a:off x="12692075" y="9253412"/>
            <a:ext cx="5313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sp>
        <p:nvSpPr>
          <p:cNvPr id="2172" name="Google Shape;2172;p84"/>
          <p:cNvSpPr txBox="1"/>
          <p:nvPr/>
        </p:nvSpPr>
        <p:spPr>
          <a:xfrm>
            <a:off x="11943450" y="38721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2173" name="Google Shape;2173;p84"/>
          <p:cNvSpPr txBox="1"/>
          <p:nvPr/>
        </p:nvSpPr>
        <p:spPr>
          <a:xfrm>
            <a:off x="11943450" y="3725875"/>
            <a:ext cx="720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2174" name="Google Shape;2174;p84"/>
          <p:cNvSpPr/>
          <p:nvPr/>
        </p:nvSpPr>
        <p:spPr>
          <a:xfrm>
            <a:off x="11807402" y="374446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75" name="Google Shape;2175;p84"/>
          <p:cNvSpPr/>
          <p:nvPr/>
        </p:nvSpPr>
        <p:spPr>
          <a:xfrm>
            <a:off x="11807402" y="3890697"/>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176" name="Google Shape;2176;p84"/>
          <p:cNvSpPr/>
          <p:nvPr/>
        </p:nvSpPr>
        <p:spPr>
          <a:xfrm>
            <a:off x="10457798" y="2260900"/>
            <a:ext cx="12198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Real-World Evidence and Data Generation </a:t>
            </a:r>
            <a:endParaRPr sz="845" b="1" i="0" u="none" strike="noStrike" cap="none">
              <a:solidFill>
                <a:srgbClr val="086AFE"/>
              </a:solidFill>
              <a:latin typeface="Salesforce Sans"/>
              <a:ea typeface="Salesforce Sans"/>
              <a:cs typeface="Salesforce Sans"/>
              <a:sym typeface="Salesforce Sans"/>
            </a:endParaRPr>
          </a:p>
        </p:txBody>
      </p:sp>
      <p:sp>
        <p:nvSpPr>
          <p:cNvPr id="2177" name="Google Shape;2177;p84"/>
          <p:cNvSpPr/>
          <p:nvPr/>
        </p:nvSpPr>
        <p:spPr>
          <a:xfrm>
            <a:off x="10457798" y="2744484"/>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Advisory Board and Congress Management </a:t>
            </a:r>
            <a:endParaRPr sz="845" b="1" i="0" u="none" strike="noStrike" cap="none">
              <a:solidFill>
                <a:srgbClr val="086AFE"/>
              </a:solidFill>
              <a:latin typeface="Salesforce Sans"/>
              <a:ea typeface="Salesforce Sans"/>
              <a:cs typeface="Salesforce Sans"/>
              <a:sym typeface="Salesforce Sans"/>
            </a:endParaRPr>
          </a:p>
        </p:txBody>
      </p:sp>
      <p:sp>
        <p:nvSpPr>
          <p:cNvPr id="2178" name="Google Shape;2178;p84"/>
          <p:cNvSpPr/>
          <p:nvPr/>
        </p:nvSpPr>
        <p:spPr>
          <a:xfrm>
            <a:off x="10457798" y="3371300"/>
            <a:ext cx="10749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Internal Training &amp; </a:t>
            </a:r>
            <a:r>
              <a:rPr lang="en" sz="845" b="1">
                <a:solidFill>
                  <a:srgbClr val="086AFE"/>
                </a:solidFill>
                <a:latin typeface="Salesforce Sans"/>
                <a:ea typeface="Salesforce Sans"/>
                <a:cs typeface="Salesforce Sans"/>
                <a:sym typeface="Salesforce Sans"/>
              </a:rPr>
              <a:t>Enablement</a:t>
            </a:r>
            <a:r>
              <a:rPr lang="en" sz="845" b="1" i="0" u="none" strike="noStrike" cap="none">
                <a:solidFill>
                  <a:srgbClr val="086AFE"/>
                </a:solidFill>
                <a:latin typeface="Salesforce Sans"/>
                <a:ea typeface="Salesforce Sans"/>
                <a:cs typeface="Salesforce Sans"/>
                <a:sym typeface="Salesforce Sans"/>
              </a:rPr>
              <a:t> </a:t>
            </a:r>
            <a:endParaRPr sz="845" b="1" i="0" u="none" strike="noStrike" cap="none">
              <a:solidFill>
                <a:srgbClr val="086AFE"/>
              </a:solidFill>
              <a:latin typeface="Salesforce Sans"/>
              <a:ea typeface="Salesforce Sans"/>
              <a:cs typeface="Salesforce Sans"/>
              <a:sym typeface="Salesforce Sans"/>
            </a:endParaRPr>
          </a:p>
        </p:txBody>
      </p:sp>
      <p:sp>
        <p:nvSpPr>
          <p:cNvPr id="2179" name="Google Shape;2179;p84"/>
          <p:cNvSpPr/>
          <p:nvPr/>
        </p:nvSpPr>
        <p:spPr>
          <a:xfrm>
            <a:off x="10457798" y="3730100"/>
            <a:ext cx="1148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Scientific Communication </a:t>
            </a:r>
            <a:endParaRPr sz="845" b="1" i="0" u="none" strike="noStrike" cap="none">
              <a:solidFill>
                <a:srgbClr val="086AFE"/>
              </a:solidFill>
              <a:latin typeface="Salesforce Sans"/>
              <a:ea typeface="Salesforce Sans"/>
              <a:cs typeface="Salesforce Sans"/>
              <a:sym typeface="Salesforce Sans"/>
            </a:endParaRPr>
          </a:p>
        </p:txBody>
      </p:sp>
      <p:sp>
        <p:nvSpPr>
          <p:cNvPr id="2180" name="Google Shape;2180;p84"/>
          <p:cNvSpPr/>
          <p:nvPr/>
        </p:nvSpPr>
        <p:spPr>
          <a:xfrm>
            <a:off x="10457798" y="4383219"/>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Med. Insight Mgmt. </a:t>
            </a:r>
            <a:endParaRPr sz="845" b="1" i="0" u="none" strike="noStrike" cap="none">
              <a:solidFill>
                <a:srgbClr val="086AFE"/>
              </a:solidFill>
              <a:latin typeface="Salesforce Sans"/>
              <a:ea typeface="Salesforce Sans"/>
              <a:cs typeface="Salesforce Sans"/>
              <a:sym typeface="Salesforce Sans"/>
            </a:endParaRPr>
          </a:p>
        </p:txBody>
      </p:sp>
      <p:sp>
        <p:nvSpPr>
          <p:cNvPr id="2181" name="Google Shape;2181;p84"/>
          <p:cNvSpPr/>
          <p:nvPr/>
        </p:nvSpPr>
        <p:spPr>
          <a:xfrm>
            <a:off x="10457798" y="4738050"/>
            <a:ext cx="11286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Production Planning &amp; Scheduling </a:t>
            </a:r>
            <a:endParaRPr sz="845" b="1" i="0" u="none" strike="noStrike" cap="none">
              <a:solidFill>
                <a:srgbClr val="086AFE"/>
              </a:solidFill>
              <a:latin typeface="Salesforce Sans"/>
              <a:ea typeface="Salesforce Sans"/>
              <a:cs typeface="Salesforce Sans"/>
              <a:sym typeface="Salesforce Sans"/>
            </a:endParaRPr>
          </a:p>
        </p:txBody>
      </p:sp>
      <p:sp>
        <p:nvSpPr>
          <p:cNvPr id="2182" name="Google Shape;2182;p84"/>
          <p:cNvSpPr/>
          <p:nvPr/>
        </p:nvSpPr>
        <p:spPr>
          <a:xfrm>
            <a:off x="10457798" y="5241380"/>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Manufacturing Execution </a:t>
            </a:r>
            <a:endParaRPr sz="845" b="1" i="0" u="none" strike="noStrike" cap="none">
              <a:solidFill>
                <a:srgbClr val="086AFE"/>
              </a:solidFill>
              <a:latin typeface="Salesforce Sans"/>
              <a:ea typeface="Salesforce Sans"/>
              <a:cs typeface="Salesforce Sans"/>
              <a:sym typeface="Salesforce Sans"/>
            </a:endParaRPr>
          </a:p>
        </p:txBody>
      </p:sp>
      <p:sp>
        <p:nvSpPr>
          <p:cNvPr id="2183" name="Google Shape;2183;p84"/>
          <p:cNvSpPr/>
          <p:nvPr/>
        </p:nvSpPr>
        <p:spPr>
          <a:xfrm>
            <a:off x="10457798" y="6000864"/>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Quality Management and Control </a:t>
            </a:r>
            <a:endParaRPr sz="845" b="1" i="0" u="none" strike="noStrike" cap="none">
              <a:solidFill>
                <a:srgbClr val="086AFE"/>
              </a:solidFill>
              <a:latin typeface="Salesforce Sans"/>
              <a:ea typeface="Salesforce Sans"/>
              <a:cs typeface="Salesforce Sans"/>
              <a:sym typeface="Salesforce Sans"/>
            </a:endParaRPr>
          </a:p>
        </p:txBody>
      </p:sp>
      <p:sp>
        <p:nvSpPr>
          <p:cNvPr id="2184" name="Google Shape;2184;p84"/>
          <p:cNvSpPr/>
          <p:nvPr/>
        </p:nvSpPr>
        <p:spPr>
          <a:xfrm>
            <a:off x="10457798" y="6627127"/>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Supply Chain and Procurement </a:t>
            </a:r>
            <a:endParaRPr sz="845" b="1" i="0" u="none" strike="noStrike" cap="none">
              <a:solidFill>
                <a:srgbClr val="086AFE"/>
              </a:solidFill>
              <a:latin typeface="Salesforce Sans"/>
              <a:ea typeface="Salesforce Sans"/>
              <a:cs typeface="Salesforce Sans"/>
              <a:sym typeface="Salesforce Sans"/>
            </a:endParaRPr>
          </a:p>
        </p:txBody>
      </p:sp>
      <p:sp>
        <p:nvSpPr>
          <p:cNvPr id="2185" name="Google Shape;2185;p84"/>
          <p:cNvSpPr/>
          <p:nvPr/>
        </p:nvSpPr>
        <p:spPr>
          <a:xfrm>
            <a:off x="10457798" y="7253118"/>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Logistics Management and Delivery </a:t>
            </a:r>
            <a:endParaRPr sz="845" b="1" i="0" u="none" strike="noStrike" cap="none">
              <a:solidFill>
                <a:srgbClr val="086AFE"/>
              </a:solidFill>
              <a:latin typeface="Salesforce Sans"/>
              <a:ea typeface="Salesforce Sans"/>
              <a:cs typeface="Salesforce Sans"/>
              <a:sym typeface="Salesforce Sans"/>
            </a:endParaRPr>
          </a:p>
        </p:txBody>
      </p:sp>
      <p:sp>
        <p:nvSpPr>
          <p:cNvPr id="2186" name="Google Shape;2186;p84"/>
          <p:cNvSpPr/>
          <p:nvPr/>
        </p:nvSpPr>
        <p:spPr>
          <a:xfrm>
            <a:off x="10457798" y="8028211"/>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Maint. &amp; Asset Reliability </a:t>
            </a:r>
            <a:endParaRPr sz="845" b="1" i="0" u="none" strike="noStrike" cap="none">
              <a:solidFill>
                <a:srgbClr val="086AFE"/>
              </a:solidFill>
              <a:latin typeface="Salesforce Sans"/>
              <a:ea typeface="Salesforce Sans"/>
              <a:cs typeface="Salesforce Sans"/>
              <a:sym typeface="Salesforce Sans"/>
            </a:endParaRPr>
          </a:p>
        </p:txBody>
      </p:sp>
      <p:sp>
        <p:nvSpPr>
          <p:cNvPr id="2187" name="Google Shape;2187;p84"/>
          <p:cNvSpPr/>
          <p:nvPr/>
        </p:nvSpPr>
        <p:spPr>
          <a:xfrm>
            <a:off x="10457798" y="8391075"/>
            <a:ext cx="11211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Digital </a:t>
            </a:r>
            <a:br>
              <a:rPr lang="en" sz="845" b="1" i="0" u="none" strike="noStrike" cap="none">
                <a:solidFill>
                  <a:srgbClr val="086AFE"/>
                </a:solidFill>
                <a:latin typeface="Salesforce Sans"/>
                <a:ea typeface="Salesforce Sans"/>
                <a:cs typeface="Salesforce Sans"/>
                <a:sym typeface="Salesforce Sans"/>
              </a:rPr>
            </a:br>
            <a:r>
              <a:rPr lang="en" sz="845" b="1" i="0" u="none" strike="noStrike" cap="none">
                <a:solidFill>
                  <a:srgbClr val="086AFE"/>
                </a:solidFill>
                <a:latin typeface="Salesforce Sans"/>
                <a:ea typeface="Salesforce Sans"/>
                <a:cs typeface="Salesforce Sans"/>
                <a:sym typeface="Salesforce Sans"/>
              </a:rPr>
              <a:t>Enablement </a:t>
            </a:r>
            <a:endParaRPr sz="845" b="1" i="0" u="none" strike="noStrike" cap="none">
              <a:solidFill>
                <a:srgbClr val="086AFE"/>
              </a:solidFill>
              <a:latin typeface="Salesforce Sans"/>
              <a:ea typeface="Salesforce Sans"/>
              <a:cs typeface="Salesforce Sans"/>
              <a:sym typeface="Salesforce Sans"/>
            </a:endParaRPr>
          </a:p>
        </p:txBody>
      </p:sp>
      <p:sp>
        <p:nvSpPr>
          <p:cNvPr id="2188" name="Google Shape;2188;p84"/>
          <p:cNvSpPr txBox="1"/>
          <p:nvPr/>
        </p:nvSpPr>
        <p:spPr>
          <a:xfrm>
            <a:off x="11943450" y="28873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sz="800" i="0" u="none" strike="noStrike" cap="none">
              <a:latin typeface="Salesforce Sans"/>
              <a:ea typeface="Salesforce Sans"/>
              <a:cs typeface="Salesforce Sans"/>
              <a:sym typeface="Salesforce Sans"/>
            </a:endParaRPr>
          </a:p>
        </p:txBody>
      </p:sp>
      <p:sp>
        <p:nvSpPr>
          <p:cNvPr id="2189" name="Google Shape;2189;p84"/>
          <p:cNvSpPr txBox="1"/>
          <p:nvPr/>
        </p:nvSpPr>
        <p:spPr>
          <a:xfrm>
            <a:off x="11943450" y="3032611"/>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2190" name="Google Shape;2190;p84"/>
          <p:cNvSpPr txBox="1"/>
          <p:nvPr/>
        </p:nvSpPr>
        <p:spPr>
          <a:xfrm>
            <a:off x="11943450" y="35147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2191" name="Google Shape;2191;p84"/>
          <p:cNvSpPr txBox="1"/>
          <p:nvPr/>
        </p:nvSpPr>
        <p:spPr>
          <a:xfrm>
            <a:off x="11943450" y="4379545"/>
            <a:ext cx="1457700" cy="269700"/>
          </a:xfrm>
          <a:prstGeom prst="rect">
            <a:avLst/>
          </a:prstGeom>
          <a:noFill/>
          <a:ln>
            <a:noFill/>
          </a:ln>
        </p:spPr>
        <p:txBody>
          <a:bodyPr spcFirstLastPara="1" wrap="square" lIns="4950" tIns="4950" rIns="4950" bIns="0" anchor="ctr" anchorCtr="0">
            <a:spAutoFit/>
          </a:bodyPr>
          <a:lstStyle/>
          <a:p>
            <a:pPr marL="0" lvl="0" indent="0" algn="l" rtl="0">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2192" name="Google Shape;2192;p84"/>
          <p:cNvSpPr txBox="1"/>
          <p:nvPr/>
        </p:nvSpPr>
        <p:spPr>
          <a:xfrm>
            <a:off x="11943450" y="473326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193" name="Google Shape;2193;p84"/>
          <p:cNvSpPr txBox="1"/>
          <p:nvPr/>
        </p:nvSpPr>
        <p:spPr>
          <a:xfrm>
            <a:off x="11943450" y="48819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2194" name="Google Shape;2194;p84"/>
          <p:cNvSpPr txBox="1"/>
          <p:nvPr/>
        </p:nvSpPr>
        <p:spPr>
          <a:xfrm>
            <a:off x="11943450" y="523906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2195" name="Google Shape;2195;p84"/>
          <p:cNvSpPr txBox="1"/>
          <p:nvPr/>
        </p:nvSpPr>
        <p:spPr>
          <a:xfrm>
            <a:off x="11943450" y="5658925"/>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2196" name="Google Shape;2196;p84"/>
          <p:cNvSpPr txBox="1"/>
          <p:nvPr/>
        </p:nvSpPr>
        <p:spPr>
          <a:xfrm>
            <a:off x="11943450" y="59935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2197" name="Google Shape;2197;p84"/>
          <p:cNvSpPr txBox="1"/>
          <p:nvPr/>
        </p:nvSpPr>
        <p:spPr>
          <a:xfrm>
            <a:off x="11943450" y="5029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2198" name="Google Shape;2198;p84"/>
          <p:cNvSpPr txBox="1"/>
          <p:nvPr/>
        </p:nvSpPr>
        <p:spPr>
          <a:xfrm>
            <a:off x="11943450" y="614096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sz="800" i="0" u="none" strike="noStrike" cap="none">
              <a:latin typeface="Salesforce Sans"/>
              <a:ea typeface="Salesforce Sans"/>
              <a:cs typeface="Salesforce Sans"/>
              <a:sym typeface="Salesforce Sans"/>
            </a:endParaRPr>
          </a:p>
        </p:txBody>
      </p:sp>
      <p:sp>
        <p:nvSpPr>
          <p:cNvPr id="2199" name="Google Shape;2199;p84"/>
          <p:cNvSpPr txBox="1"/>
          <p:nvPr/>
        </p:nvSpPr>
        <p:spPr>
          <a:xfrm>
            <a:off x="11943450" y="6290368"/>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2200" name="Google Shape;2200;p84"/>
          <p:cNvSpPr/>
          <p:nvPr/>
        </p:nvSpPr>
        <p:spPr>
          <a:xfrm>
            <a:off x="11807402" y="50479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01" name="Google Shape;2201;p84"/>
          <p:cNvSpPr/>
          <p:nvPr/>
        </p:nvSpPr>
        <p:spPr>
          <a:xfrm>
            <a:off x="11807402" y="63089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02" name="Google Shape;2202;p84"/>
          <p:cNvSpPr txBox="1"/>
          <p:nvPr/>
        </p:nvSpPr>
        <p:spPr>
          <a:xfrm>
            <a:off x="11943450"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2203" name="Google Shape;2203;p84"/>
          <p:cNvSpPr/>
          <p:nvPr/>
        </p:nvSpPr>
        <p:spPr>
          <a:xfrm>
            <a:off x="11807402"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04" name="Google Shape;2204;p84"/>
          <p:cNvSpPr txBox="1"/>
          <p:nvPr/>
        </p:nvSpPr>
        <p:spPr>
          <a:xfrm>
            <a:off x="11943450" y="1920225"/>
            <a:ext cx="17658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2205" name="Google Shape;2205;p84"/>
          <p:cNvSpPr/>
          <p:nvPr/>
        </p:nvSpPr>
        <p:spPr>
          <a:xfrm>
            <a:off x="11807402" y="19386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06" name="Google Shape;2206;p84"/>
          <p:cNvSpPr txBox="1"/>
          <p:nvPr/>
        </p:nvSpPr>
        <p:spPr>
          <a:xfrm>
            <a:off x="11943462" y="2255075"/>
            <a:ext cx="16779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2207" name="Google Shape;2207;p84"/>
          <p:cNvSpPr/>
          <p:nvPr/>
        </p:nvSpPr>
        <p:spPr>
          <a:xfrm>
            <a:off x="11807402" y="22735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08" name="Google Shape;2208;p84"/>
          <p:cNvSpPr txBox="1"/>
          <p:nvPr/>
        </p:nvSpPr>
        <p:spPr>
          <a:xfrm>
            <a:off x="11943460" y="2404475"/>
            <a:ext cx="1801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2209" name="Google Shape;2209;p84"/>
          <p:cNvSpPr/>
          <p:nvPr/>
        </p:nvSpPr>
        <p:spPr>
          <a:xfrm>
            <a:off x="11807402" y="24229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10" name="Google Shape;2210;p84"/>
          <p:cNvSpPr txBox="1"/>
          <p:nvPr/>
        </p:nvSpPr>
        <p:spPr>
          <a:xfrm>
            <a:off x="11943450" y="27376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2211" name="Google Shape;2211;p84"/>
          <p:cNvSpPr/>
          <p:nvPr/>
        </p:nvSpPr>
        <p:spPr>
          <a:xfrm>
            <a:off x="11807402" y="27560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12" name="Google Shape;2212;p84"/>
          <p:cNvSpPr/>
          <p:nvPr/>
        </p:nvSpPr>
        <p:spPr>
          <a:xfrm>
            <a:off x="11807402" y="29059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13" name="Google Shape;2213;p84"/>
          <p:cNvSpPr/>
          <p:nvPr/>
        </p:nvSpPr>
        <p:spPr>
          <a:xfrm>
            <a:off x="11807402" y="30510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14" name="Google Shape;2214;p84"/>
          <p:cNvSpPr/>
          <p:nvPr/>
        </p:nvSpPr>
        <p:spPr>
          <a:xfrm>
            <a:off x="11807402" y="3533223"/>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15" name="Google Shape;2215;p84"/>
          <p:cNvSpPr/>
          <p:nvPr/>
        </p:nvSpPr>
        <p:spPr>
          <a:xfrm>
            <a:off x="11807402" y="49005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216" name="Google Shape;2216;p84"/>
          <p:cNvSpPr/>
          <p:nvPr/>
        </p:nvSpPr>
        <p:spPr>
          <a:xfrm>
            <a:off x="11807402" y="61595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17" name="Google Shape;2217;p84"/>
          <p:cNvSpPr/>
          <p:nvPr/>
        </p:nvSpPr>
        <p:spPr>
          <a:xfrm>
            <a:off x="11807402" y="43981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18" name="Google Shape;2218;p84"/>
          <p:cNvSpPr txBox="1"/>
          <p:nvPr/>
        </p:nvSpPr>
        <p:spPr>
          <a:xfrm>
            <a:off x="11943450" y="33665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2219" name="Google Shape;2219;p84"/>
          <p:cNvSpPr/>
          <p:nvPr/>
        </p:nvSpPr>
        <p:spPr>
          <a:xfrm>
            <a:off x="11807402" y="338504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20" name="Google Shape;2220;p84"/>
          <p:cNvSpPr/>
          <p:nvPr/>
        </p:nvSpPr>
        <p:spPr>
          <a:xfrm>
            <a:off x="11807402" y="47517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221" name="Google Shape;2221;p84"/>
          <p:cNvSpPr/>
          <p:nvPr/>
        </p:nvSpPr>
        <p:spPr>
          <a:xfrm>
            <a:off x="11807402" y="52576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22" name="Google Shape;2222;p84"/>
          <p:cNvSpPr/>
          <p:nvPr/>
        </p:nvSpPr>
        <p:spPr>
          <a:xfrm>
            <a:off x="11807402" y="60121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23" name="Google Shape;2223;p84"/>
          <p:cNvSpPr/>
          <p:nvPr/>
        </p:nvSpPr>
        <p:spPr>
          <a:xfrm>
            <a:off x="11807402" y="56775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24" name="Google Shape;2224;p84"/>
          <p:cNvSpPr txBox="1"/>
          <p:nvPr/>
        </p:nvSpPr>
        <p:spPr>
          <a:xfrm>
            <a:off x="11943450" y="5386908"/>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2225" name="Google Shape;2225;p84"/>
          <p:cNvSpPr/>
          <p:nvPr/>
        </p:nvSpPr>
        <p:spPr>
          <a:xfrm>
            <a:off x="11805588" y="54055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26" name="Google Shape;2226;p84"/>
          <p:cNvSpPr txBox="1"/>
          <p:nvPr/>
        </p:nvSpPr>
        <p:spPr>
          <a:xfrm>
            <a:off x="933424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27" name="Google Shape;2227;p84"/>
          <p:cNvSpPr txBox="1"/>
          <p:nvPr/>
        </p:nvSpPr>
        <p:spPr>
          <a:xfrm>
            <a:off x="10457798"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28" name="Google Shape;2228;p84"/>
          <p:cNvGrpSpPr/>
          <p:nvPr/>
        </p:nvGrpSpPr>
        <p:grpSpPr>
          <a:xfrm>
            <a:off x="9353860" y="1793656"/>
            <a:ext cx="952566" cy="449700"/>
            <a:chOff x="755108" y="1946374"/>
            <a:chExt cx="1322458" cy="449700"/>
          </a:xfrm>
        </p:grpSpPr>
        <p:sp>
          <p:nvSpPr>
            <p:cNvPr id="2229" name="Google Shape;2229;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230" name="Google Shape;2230;p84"/>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2231" name="Google Shape;2231;p84"/>
          <p:cNvSpPr txBox="1"/>
          <p:nvPr/>
        </p:nvSpPr>
        <p:spPr>
          <a:xfrm>
            <a:off x="11945279"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32" name="Google Shape;2232;p84"/>
          <p:cNvSpPr txBox="1"/>
          <p:nvPr/>
        </p:nvSpPr>
        <p:spPr>
          <a:xfrm>
            <a:off x="10457798"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Scientific Publication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2233" name="Google Shape;2233;p84"/>
          <p:cNvGrpSpPr/>
          <p:nvPr/>
        </p:nvGrpSpPr>
        <p:grpSpPr>
          <a:xfrm>
            <a:off x="9353860" y="4763556"/>
            <a:ext cx="952566" cy="449700"/>
            <a:chOff x="755108" y="1946374"/>
            <a:chExt cx="1322458" cy="449700"/>
          </a:xfrm>
        </p:grpSpPr>
        <p:sp>
          <p:nvSpPr>
            <p:cNvPr id="2234" name="Google Shape;2234;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235" name="Google Shape;2235;p84"/>
            <p:cNvSpPr txBox="1"/>
            <p:nvPr/>
          </p:nvSpPr>
          <p:spPr>
            <a:xfrm>
              <a:off x="755108" y="2046571"/>
              <a:ext cx="13224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2236" name="Google Shape;2236;p84"/>
          <p:cNvSpPr txBox="1"/>
          <p:nvPr/>
        </p:nvSpPr>
        <p:spPr>
          <a:xfrm>
            <a:off x="11943450" y="41692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2237" name="Google Shape;2237;p84"/>
          <p:cNvSpPr txBox="1"/>
          <p:nvPr/>
        </p:nvSpPr>
        <p:spPr>
          <a:xfrm>
            <a:off x="11943450" y="40198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2238" name="Google Shape;2238;p84"/>
          <p:cNvSpPr/>
          <p:nvPr/>
        </p:nvSpPr>
        <p:spPr>
          <a:xfrm>
            <a:off x="11807402" y="403846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39" name="Google Shape;2239;p84"/>
          <p:cNvSpPr/>
          <p:nvPr/>
        </p:nvSpPr>
        <p:spPr>
          <a:xfrm>
            <a:off x="11807402" y="418787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40" name="Google Shape;2240;p84"/>
          <p:cNvSpPr txBox="1"/>
          <p:nvPr/>
        </p:nvSpPr>
        <p:spPr>
          <a:xfrm>
            <a:off x="11943450" y="6622310"/>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2241" name="Google Shape;2241;p84"/>
          <p:cNvSpPr txBox="1"/>
          <p:nvPr/>
        </p:nvSpPr>
        <p:spPr>
          <a:xfrm>
            <a:off x="11943450" y="689041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sz="800" i="0" u="none" strike="noStrike" cap="none">
              <a:latin typeface="Salesforce Sans"/>
              <a:ea typeface="Salesforce Sans"/>
              <a:cs typeface="Salesforce Sans"/>
              <a:sym typeface="Salesforce Sans"/>
            </a:endParaRPr>
          </a:p>
        </p:txBody>
      </p:sp>
      <p:sp>
        <p:nvSpPr>
          <p:cNvPr id="2242" name="Google Shape;2242;p84"/>
          <p:cNvSpPr txBox="1"/>
          <p:nvPr/>
        </p:nvSpPr>
        <p:spPr>
          <a:xfrm>
            <a:off x="11943450" y="70398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sz="800" i="0" u="none" strike="noStrike" cap="none">
              <a:latin typeface="Salesforce Sans"/>
              <a:ea typeface="Salesforce Sans"/>
              <a:cs typeface="Salesforce Sans"/>
              <a:sym typeface="Salesforce Sans"/>
            </a:endParaRPr>
          </a:p>
        </p:txBody>
      </p:sp>
      <p:sp>
        <p:nvSpPr>
          <p:cNvPr id="2243" name="Google Shape;2243;p84"/>
          <p:cNvSpPr/>
          <p:nvPr/>
        </p:nvSpPr>
        <p:spPr>
          <a:xfrm>
            <a:off x="11807402" y="70584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44" name="Google Shape;2244;p84"/>
          <p:cNvSpPr/>
          <p:nvPr/>
        </p:nvSpPr>
        <p:spPr>
          <a:xfrm>
            <a:off x="11807402" y="690901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45" name="Google Shape;2245;p84"/>
          <p:cNvSpPr/>
          <p:nvPr/>
        </p:nvSpPr>
        <p:spPr>
          <a:xfrm>
            <a:off x="11807402" y="66409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46" name="Google Shape;2246;p84"/>
          <p:cNvSpPr txBox="1"/>
          <p:nvPr/>
        </p:nvSpPr>
        <p:spPr>
          <a:xfrm>
            <a:off x="11943450" y="7248360"/>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2247" name="Google Shape;2247;p84"/>
          <p:cNvSpPr txBox="1"/>
          <p:nvPr/>
        </p:nvSpPr>
        <p:spPr>
          <a:xfrm>
            <a:off x="11943450" y="751963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sz="800" i="0" u="none" strike="noStrike" cap="none">
              <a:latin typeface="Salesforce Sans"/>
              <a:ea typeface="Salesforce Sans"/>
              <a:cs typeface="Salesforce Sans"/>
              <a:sym typeface="Salesforce Sans"/>
            </a:endParaRPr>
          </a:p>
        </p:txBody>
      </p:sp>
      <p:sp>
        <p:nvSpPr>
          <p:cNvPr id="2248" name="Google Shape;2248;p84"/>
          <p:cNvSpPr txBox="1"/>
          <p:nvPr/>
        </p:nvSpPr>
        <p:spPr>
          <a:xfrm>
            <a:off x="11943450" y="76658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sz="800" i="0" u="none" strike="noStrike" cap="none">
              <a:latin typeface="Salesforce Sans"/>
              <a:ea typeface="Salesforce Sans"/>
              <a:cs typeface="Salesforce Sans"/>
              <a:sym typeface="Salesforce Sans"/>
            </a:endParaRPr>
          </a:p>
        </p:txBody>
      </p:sp>
      <p:sp>
        <p:nvSpPr>
          <p:cNvPr id="2249" name="Google Shape;2249;p84"/>
          <p:cNvSpPr/>
          <p:nvPr/>
        </p:nvSpPr>
        <p:spPr>
          <a:xfrm>
            <a:off x="11807402" y="76844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50" name="Google Shape;2250;p84"/>
          <p:cNvSpPr/>
          <p:nvPr/>
        </p:nvSpPr>
        <p:spPr>
          <a:xfrm>
            <a:off x="11807402" y="753823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51" name="Google Shape;2251;p84"/>
          <p:cNvSpPr/>
          <p:nvPr/>
        </p:nvSpPr>
        <p:spPr>
          <a:xfrm>
            <a:off x="11807402" y="72669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52" name="Google Shape;2252;p84"/>
          <p:cNvSpPr txBox="1"/>
          <p:nvPr/>
        </p:nvSpPr>
        <p:spPr>
          <a:xfrm>
            <a:off x="11943450" y="7813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sz="800" i="0" u="none" strike="noStrike" cap="none">
              <a:latin typeface="Salesforce Sans"/>
              <a:ea typeface="Salesforce Sans"/>
              <a:cs typeface="Salesforce Sans"/>
              <a:sym typeface="Salesforce Sans"/>
            </a:endParaRPr>
          </a:p>
        </p:txBody>
      </p:sp>
      <p:sp>
        <p:nvSpPr>
          <p:cNvPr id="2253" name="Google Shape;2253;p84"/>
          <p:cNvSpPr/>
          <p:nvPr/>
        </p:nvSpPr>
        <p:spPr>
          <a:xfrm>
            <a:off x="11807402" y="78323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54" name="Google Shape;2254;p84"/>
          <p:cNvSpPr txBox="1"/>
          <p:nvPr/>
        </p:nvSpPr>
        <p:spPr>
          <a:xfrm>
            <a:off x="11943450" y="80236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sz="800" i="0" u="none" strike="noStrike" cap="none">
              <a:latin typeface="Salesforce Sans"/>
              <a:ea typeface="Salesforce Sans"/>
              <a:cs typeface="Salesforce Sans"/>
              <a:sym typeface="Salesforce Sans"/>
            </a:endParaRPr>
          </a:p>
        </p:txBody>
      </p:sp>
      <p:sp>
        <p:nvSpPr>
          <p:cNvPr id="2255" name="Google Shape;2255;p84"/>
          <p:cNvSpPr/>
          <p:nvPr/>
        </p:nvSpPr>
        <p:spPr>
          <a:xfrm>
            <a:off x="11807402" y="804227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56" name="Google Shape;2256;p84"/>
          <p:cNvSpPr txBox="1"/>
          <p:nvPr/>
        </p:nvSpPr>
        <p:spPr>
          <a:xfrm>
            <a:off x="11943450" y="81744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sz="800" i="0" u="none" strike="noStrike" cap="none">
              <a:latin typeface="Salesforce Sans"/>
              <a:ea typeface="Salesforce Sans"/>
              <a:cs typeface="Salesforce Sans"/>
              <a:sym typeface="Salesforce Sans"/>
            </a:endParaRPr>
          </a:p>
        </p:txBody>
      </p:sp>
      <p:sp>
        <p:nvSpPr>
          <p:cNvPr id="2257" name="Google Shape;2257;p84"/>
          <p:cNvSpPr/>
          <p:nvPr/>
        </p:nvSpPr>
        <p:spPr>
          <a:xfrm>
            <a:off x="11807402" y="8193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58" name="Google Shape;2258;p84"/>
          <p:cNvSpPr txBox="1"/>
          <p:nvPr/>
        </p:nvSpPr>
        <p:spPr>
          <a:xfrm>
            <a:off x="11943450" y="838558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sz="800" i="0" u="none" strike="noStrike" cap="none">
              <a:latin typeface="Salesforce Sans"/>
              <a:ea typeface="Salesforce Sans"/>
              <a:cs typeface="Salesforce Sans"/>
              <a:sym typeface="Salesforce Sans"/>
            </a:endParaRPr>
          </a:p>
        </p:txBody>
      </p:sp>
      <p:sp>
        <p:nvSpPr>
          <p:cNvPr id="2259" name="Google Shape;2259;p84"/>
          <p:cNvSpPr txBox="1"/>
          <p:nvPr/>
        </p:nvSpPr>
        <p:spPr>
          <a:xfrm>
            <a:off x="11943450" y="85318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sz="800" i="0" u="none" strike="noStrike" cap="none">
              <a:latin typeface="Salesforce Sans"/>
              <a:ea typeface="Salesforce Sans"/>
              <a:cs typeface="Salesforce Sans"/>
              <a:sym typeface="Salesforce Sans"/>
            </a:endParaRPr>
          </a:p>
        </p:txBody>
      </p:sp>
      <p:sp>
        <p:nvSpPr>
          <p:cNvPr id="2260" name="Google Shape;2260;p84"/>
          <p:cNvSpPr/>
          <p:nvPr/>
        </p:nvSpPr>
        <p:spPr>
          <a:xfrm>
            <a:off x="11807402" y="85504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261" name="Google Shape;2261;p84"/>
          <p:cNvSpPr/>
          <p:nvPr/>
        </p:nvSpPr>
        <p:spPr>
          <a:xfrm>
            <a:off x="11807402" y="84041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2262" name="Google Shape;2262;p84"/>
          <p:cNvGrpSpPr/>
          <p:nvPr/>
        </p:nvGrpSpPr>
        <p:grpSpPr>
          <a:xfrm>
            <a:off x="13511249" y="1524000"/>
            <a:ext cx="4643641" cy="7611424"/>
            <a:chOff x="13511249" y="1521600"/>
            <a:chExt cx="4643641" cy="7611424"/>
          </a:xfrm>
        </p:grpSpPr>
        <p:sp>
          <p:nvSpPr>
            <p:cNvPr id="2263" name="Google Shape;2263;p84"/>
            <p:cNvSpPr txBox="1"/>
            <p:nvPr/>
          </p:nvSpPr>
          <p:spPr>
            <a:xfrm>
              <a:off x="15954375" y="8942425"/>
              <a:ext cx="17658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2264" name="Google Shape;2264;p84"/>
            <p:cNvSpPr/>
            <p:nvPr/>
          </p:nvSpPr>
          <p:spPr>
            <a:xfrm>
              <a:off x="15818327" y="89610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65" name="Google Shape;2265;p84"/>
            <p:cNvSpPr/>
            <p:nvPr/>
          </p:nvSpPr>
          <p:spPr>
            <a:xfrm>
              <a:off x="14634810" y="2273975"/>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Attraction </a:t>
              </a:r>
              <a:endParaRPr sz="900" b="1" i="0" u="none" strike="noStrike" cap="none">
                <a:solidFill>
                  <a:srgbClr val="086AFE"/>
                </a:solidFill>
                <a:latin typeface="Salesforce Sans"/>
                <a:ea typeface="Salesforce Sans"/>
                <a:cs typeface="Salesforce Sans"/>
                <a:sym typeface="Salesforce Sans"/>
              </a:endParaRPr>
            </a:p>
          </p:txBody>
        </p:sp>
        <p:sp>
          <p:nvSpPr>
            <p:cNvPr id="2266" name="Google Shape;2266;p84"/>
            <p:cNvSpPr/>
            <p:nvPr/>
          </p:nvSpPr>
          <p:spPr>
            <a:xfrm>
              <a:off x="14634810" y="2923992"/>
              <a:ext cx="10224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Mgmt. &amp; Develop. </a:t>
              </a:r>
              <a:endParaRPr sz="900" b="1" i="0" u="none" strike="noStrike" cap="none">
                <a:solidFill>
                  <a:srgbClr val="086AFE"/>
                </a:solidFill>
                <a:latin typeface="Salesforce Sans"/>
                <a:ea typeface="Salesforce Sans"/>
                <a:cs typeface="Salesforce Sans"/>
                <a:sym typeface="Salesforce Sans"/>
              </a:endParaRPr>
            </a:p>
          </p:txBody>
        </p:sp>
        <p:sp>
          <p:nvSpPr>
            <p:cNvPr id="2267" name="Google Shape;2267;p84"/>
            <p:cNvSpPr/>
            <p:nvPr/>
          </p:nvSpPr>
          <p:spPr>
            <a:xfrm>
              <a:off x="14634810" y="3431510"/>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Operations </a:t>
              </a:r>
              <a:endParaRPr sz="900" b="1" i="0" u="none" strike="noStrike" cap="none">
                <a:solidFill>
                  <a:srgbClr val="086AFE"/>
                </a:solidFill>
                <a:latin typeface="Salesforce Sans"/>
                <a:ea typeface="Salesforce Sans"/>
                <a:cs typeface="Salesforce Sans"/>
                <a:sym typeface="Salesforce Sans"/>
              </a:endParaRPr>
            </a:p>
          </p:txBody>
        </p:sp>
        <p:sp>
          <p:nvSpPr>
            <p:cNvPr id="2268" name="Google Shape;2268;p84"/>
            <p:cNvSpPr/>
            <p:nvPr/>
          </p:nvSpPr>
          <p:spPr>
            <a:xfrm>
              <a:off x="14634810" y="4597148"/>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Finance Operations </a:t>
              </a:r>
              <a:endParaRPr sz="900" b="1" i="0" u="none" strike="noStrike" cap="none">
                <a:solidFill>
                  <a:srgbClr val="086AFE"/>
                </a:solidFill>
                <a:latin typeface="Salesforce Sans"/>
                <a:ea typeface="Salesforce Sans"/>
                <a:cs typeface="Salesforce Sans"/>
                <a:sym typeface="Salesforce Sans"/>
              </a:endParaRPr>
            </a:p>
          </p:txBody>
        </p:sp>
        <p:sp>
          <p:nvSpPr>
            <p:cNvPr id="2269" name="Google Shape;2269;p84"/>
            <p:cNvSpPr/>
            <p:nvPr/>
          </p:nvSpPr>
          <p:spPr>
            <a:xfrm>
              <a:off x="14634796" y="5615263"/>
              <a:ext cx="10920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Tax and Compl. </a:t>
              </a:r>
              <a:endParaRPr sz="900" b="1" i="0" u="none" strike="noStrike" cap="none">
                <a:solidFill>
                  <a:srgbClr val="086AFE"/>
                </a:solidFill>
                <a:latin typeface="Salesforce Sans"/>
                <a:ea typeface="Salesforce Sans"/>
                <a:cs typeface="Salesforce Sans"/>
                <a:sym typeface="Salesforce Sans"/>
              </a:endParaRPr>
            </a:p>
          </p:txBody>
        </p:sp>
        <p:sp>
          <p:nvSpPr>
            <p:cNvPr id="2270" name="Google Shape;2270;p84"/>
            <p:cNvSpPr/>
            <p:nvPr/>
          </p:nvSpPr>
          <p:spPr>
            <a:xfrm>
              <a:off x="14634797" y="5972725"/>
              <a:ext cx="10749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IT Helpdesk </a:t>
              </a:r>
              <a:endParaRPr sz="900" b="1" i="0" u="none" strike="noStrike" cap="none">
                <a:solidFill>
                  <a:srgbClr val="086AFE"/>
                </a:solidFill>
                <a:latin typeface="Salesforce Sans"/>
                <a:ea typeface="Salesforce Sans"/>
                <a:cs typeface="Salesforce Sans"/>
                <a:sym typeface="Salesforce Sans"/>
              </a:endParaRPr>
            </a:p>
          </p:txBody>
        </p:sp>
        <p:sp>
          <p:nvSpPr>
            <p:cNvPr id="2271" name="Google Shape;2271;p84"/>
            <p:cNvSpPr/>
            <p:nvPr/>
          </p:nvSpPr>
          <p:spPr>
            <a:xfrm>
              <a:off x="14634795" y="7114150"/>
              <a:ext cx="11634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Infra &amp;</a:t>
              </a:r>
              <a:r>
                <a:rPr lang="en" sz="900" b="1">
                  <a:solidFill>
                    <a:srgbClr val="086AFE"/>
                  </a:solidFill>
                  <a:latin typeface="Salesforce Sans"/>
                  <a:ea typeface="Salesforce Sans"/>
                  <a:cs typeface="Salesforce Sans"/>
                  <a:sym typeface="Salesforce Sans"/>
                </a:rPr>
                <a:t> </a:t>
              </a:r>
              <a:r>
                <a:rPr lang="en" sz="900" b="1" i="0" u="none" strike="noStrike" cap="none">
                  <a:solidFill>
                    <a:srgbClr val="086AFE"/>
                  </a:solidFill>
                  <a:latin typeface="Salesforce Sans"/>
                  <a:ea typeface="Salesforce Sans"/>
                  <a:cs typeface="Salesforce Sans"/>
                  <a:sym typeface="Salesforce Sans"/>
                </a:rPr>
                <a:t>Application Mgmt. </a:t>
              </a:r>
              <a:endParaRPr sz="900" b="1" i="0" u="none" strike="noStrike" cap="none">
                <a:solidFill>
                  <a:srgbClr val="086AFE"/>
                </a:solidFill>
                <a:latin typeface="Salesforce Sans"/>
                <a:ea typeface="Salesforce Sans"/>
                <a:cs typeface="Salesforce Sans"/>
                <a:sym typeface="Salesforce Sans"/>
              </a:endParaRPr>
            </a:p>
          </p:txBody>
        </p:sp>
        <p:sp>
          <p:nvSpPr>
            <p:cNvPr id="2272" name="Google Shape;2272;p84"/>
            <p:cNvSpPr/>
            <p:nvPr/>
          </p:nvSpPr>
          <p:spPr>
            <a:xfrm>
              <a:off x="14634810" y="5253844"/>
              <a:ext cx="9873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Treasury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2273" name="Google Shape;2273;p84"/>
            <p:cNvSpPr/>
            <p:nvPr/>
          </p:nvSpPr>
          <p:spPr>
            <a:xfrm>
              <a:off x="14634798" y="8143000"/>
              <a:ext cx="1148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Litigation &amp; </a:t>
              </a:r>
              <a:r>
                <a:rPr lang="en" sz="900" b="1">
                  <a:solidFill>
                    <a:srgbClr val="086AFE"/>
                  </a:solidFill>
                  <a:latin typeface="Salesforce Sans"/>
                  <a:ea typeface="Salesforce Sans"/>
                  <a:cs typeface="Salesforce Sans"/>
                  <a:sym typeface="Salesforce Sans"/>
                </a:rPr>
                <a:t>IP</a:t>
              </a:r>
              <a:r>
                <a:rPr lang="en" sz="900" b="1" i="0" u="none" strike="noStrike" cap="none">
                  <a:solidFill>
                    <a:srgbClr val="086AFE"/>
                  </a:solidFill>
                  <a:latin typeface="Salesforce Sans"/>
                  <a:ea typeface="Salesforce Sans"/>
                  <a:cs typeface="Salesforce Sans"/>
                  <a:sym typeface="Salesforce Sans"/>
                </a:rPr>
                <a:t> Protection</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2274" name="Google Shape;2274;p84"/>
            <p:cNvSpPr/>
            <p:nvPr/>
          </p:nvSpPr>
          <p:spPr>
            <a:xfrm>
              <a:off x="14634810" y="7613234"/>
              <a:ext cx="987300" cy="459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Mgmt. &amp; Board Reporting Generation </a:t>
              </a:r>
              <a:endParaRPr sz="900" b="1" i="0" u="none" strike="noStrike" cap="none">
                <a:solidFill>
                  <a:srgbClr val="086AFE"/>
                </a:solidFill>
                <a:latin typeface="Salesforce Sans"/>
                <a:ea typeface="Salesforce Sans"/>
                <a:cs typeface="Salesforce Sans"/>
                <a:sym typeface="Salesforce Sans"/>
              </a:endParaRPr>
            </a:p>
          </p:txBody>
        </p:sp>
        <p:sp>
          <p:nvSpPr>
            <p:cNvPr id="2275" name="Google Shape;2275;p84"/>
            <p:cNvSpPr/>
            <p:nvPr/>
          </p:nvSpPr>
          <p:spPr>
            <a:xfrm>
              <a:off x="14634810" y="4092746"/>
              <a:ext cx="9873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Financial Strategy &amp; Planning</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2276" name="Google Shape;2276;p84"/>
            <p:cNvSpPr/>
            <p:nvPr/>
          </p:nvSpPr>
          <p:spPr>
            <a:xfrm>
              <a:off x="14634810" y="8502725"/>
              <a:ext cx="987300" cy="63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86AFE"/>
                  </a:solidFill>
                  <a:latin typeface="Salesforce Sans"/>
                  <a:ea typeface="Salesforce Sans"/>
                  <a:cs typeface="Salesforce Sans"/>
                  <a:sym typeface="Salesforce Sans"/>
                </a:rPr>
                <a:t>Agentforce Life Sciences Pre-built Patient Services </a:t>
              </a:r>
              <a:endParaRPr sz="900" b="1" i="0" u="none" strike="noStrike" cap="none">
                <a:solidFill>
                  <a:srgbClr val="086AFE"/>
                </a:solidFill>
                <a:latin typeface="Salesforce Sans"/>
                <a:ea typeface="Salesforce Sans"/>
                <a:cs typeface="Salesforce Sans"/>
                <a:sym typeface="Salesforce Sans"/>
              </a:endParaRPr>
            </a:p>
          </p:txBody>
        </p:sp>
        <p:sp>
          <p:nvSpPr>
            <p:cNvPr id="2277" name="Google Shape;2277;p84"/>
            <p:cNvSpPr txBox="1"/>
            <p:nvPr/>
          </p:nvSpPr>
          <p:spPr>
            <a:xfrm>
              <a:off x="1351124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78" name="Google Shape;2278;p84"/>
            <p:cNvSpPr txBox="1"/>
            <p:nvPr/>
          </p:nvSpPr>
          <p:spPr>
            <a:xfrm>
              <a:off x="1463481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79" name="Google Shape;2279;p84"/>
            <p:cNvGrpSpPr/>
            <p:nvPr/>
          </p:nvGrpSpPr>
          <p:grpSpPr>
            <a:xfrm>
              <a:off x="13530860" y="1791256"/>
              <a:ext cx="952566" cy="449700"/>
              <a:chOff x="755108" y="1946374"/>
              <a:chExt cx="1322458" cy="449700"/>
            </a:xfrm>
          </p:grpSpPr>
          <p:sp>
            <p:nvSpPr>
              <p:cNvPr id="2280" name="Google Shape;2280;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281" name="Google Shape;2281;p84"/>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2282" name="Google Shape;2282;p84"/>
            <p:cNvSpPr txBox="1"/>
            <p:nvPr/>
          </p:nvSpPr>
          <p:spPr>
            <a:xfrm>
              <a:off x="1595439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83" name="Google Shape;2283;p84"/>
            <p:cNvSpPr txBox="1"/>
            <p:nvPr/>
          </p:nvSpPr>
          <p:spPr>
            <a:xfrm>
              <a:off x="14634810" y="17694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People Strategy &amp; Planning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2284" name="Google Shape;2284;p84"/>
            <p:cNvSpPr txBox="1"/>
            <p:nvPr/>
          </p:nvSpPr>
          <p:spPr>
            <a:xfrm>
              <a:off x="15954375" y="47447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285" name="Google Shape;2285;p84"/>
            <p:cNvSpPr txBox="1"/>
            <p:nvPr/>
          </p:nvSpPr>
          <p:spPr>
            <a:xfrm>
              <a:off x="15954375" y="459847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2286" name="Google Shape;2286;p84"/>
            <p:cNvSpPr/>
            <p:nvPr/>
          </p:nvSpPr>
          <p:spPr>
            <a:xfrm>
              <a:off x="15818327" y="4617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87" name="Google Shape;2287;p84"/>
            <p:cNvSpPr/>
            <p:nvPr/>
          </p:nvSpPr>
          <p:spPr>
            <a:xfrm>
              <a:off x="15818327" y="4763298"/>
              <a:ext cx="91200" cy="91200"/>
            </a:xfrm>
            <a:prstGeom prst="ellipse">
              <a:avLst/>
            </a:prstGeom>
            <a:solidFill>
              <a:schemeClr val="lt2"/>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88" name="Google Shape;2288;p84"/>
            <p:cNvSpPr txBox="1"/>
            <p:nvPr/>
          </p:nvSpPr>
          <p:spPr>
            <a:xfrm>
              <a:off x="15954375" y="30754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2289" name="Google Shape;2289;p84"/>
            <p:cNvSpPr txBox="1"/>
            <p:nvPr/>
          </p:nvSpPr>
          <p:spPr>
            <a:xfrm>
              <a:off x="15954375" y="32207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2290" name="Google Shape;2290;p84"/>
            <p:cNvSpPr txBox="1"/>
            <p:nvPr/>
          </p:nvSpPr>
          <p:spPr>
            <a:xfrm>
              <a:off x="15954375" y="56132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2291" name="Google Shape;2291;p84"/>
            <p:cNvSpPr txBox="1"/>
            <p:nvPr/>
          </p:nvSpPr>
          <p:spPr>
            <a:xfrm>
              <a:off x="15954375" y="5760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2292" name="Google Shape;2292;p84"/>
            <p:cNvSpPr/>
            <p:nvPr/>
          </p:nvSpPr>
          <p:spPr>
            <a:xfrm>
              <a:off x="15818327" y="57792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293" name="Google Shape;2293;p84"/>
            <p:cNvSpPr txBox="1"/>
            <p:nvPr/>
          </p:nvSpPr>
          <p:spPr>
            <a:xfrm>
              <a:off x="15954375" y="29257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2294" name="Google Shape;2294;p84"/>
            <p:cNvSpPr/>
            <p:nvPr/>
          </p:nvSpPr>
          <p:spPr>
            <a:xfrm>
              <a:off x="15818327" y="29441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95" name="Google Shape;2295;p84"/>
            <p:cNvSpPr/>
            <p:nvPr/>
          </p:nvSpPr>
          <p:spPr>
            <a:xfrm>
              <a:off x="15818327" y="30940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96" name="Google Shape;2296;p84"/>
            <p:cNvSpPr/>
            <p:nvPr/>
          </p:nvSpPr>
          <p:spPr>
            <a:xfrm>
              <a:off x="15818327" y="32391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297" name="Google Shape;2297;p84"/>
            <p:cNvSpPr/>
            <p:nvPr/>
          </p:nvSpPr>
          <p:spPr>
            <a:xfrm>
              <a:off x="15818327" y="56318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298" name="Google Shape;2298;p84"/>
            <p:cNvSpPr txBox="1"/>
            <p:nvPr/>
          </p:nvSpPr>
          <p:spPr>
            <a:xfrm>
              <a:off x="15954375" y="50418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2299" name="Google Shape;2299;p84"/>
            <p:cNvSpPr txBox="1"/>
            <p:nvPr/>
          </p:nvSpPr>
          <p:spPr>
            <a:xfrm>
              <a:off x="15954390" y="4892475"/>
              <a:ext cx="2200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2300" name="Google Shape;2300;p84"/>
            <p:cNvSpPr/>
            <p:nvPr/>
          </p:nvSpPr>
          <p:spPr>
            <a:xfrm>
              <a:off x="15818327" y="4911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01" name="Google Shape;2301;p84"/>
            <p:cNvSpPr/>
            <p:nvPr/>
          </p:nvSpPr>
          <p:spPr>
            <a:xfrm>
              <a:off x="15818327" y="50604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02" name="Google Shape;2302;p84"/>
            <p:cNvSpPr txBox="1"/>
            <p:nvPr/>
          </p:nvSpPr>
          <p:spPr>
            <a:xfrm>
              <a:off x="15954375" y="761482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2303" name="Google Shape;2303;p84"/>
            <p:cNvSpPr txBox="1"/>
            <p:nvPr/>
          </p:nvSpPr>
          <p:spPr>
            <a:xfrm>
              <a:off x="15954375" y="776105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2304" name="Google Shape;2304;p84"/>
            <p:cNvSpPr/>
            <p:nvPr/>
          </p:nvSpPr>
          <p:spPr>
            <a:xfrm>
              <a:off x="15818327" y="77796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305" name="Google Shape;2305;p84"/>
            <p:cNvSpPr/>
            <p:nvPr/>
          </p:nvSpPr>
          <p:spPr>
            <a:xfrm>
              <a:off x="15818327" y="76334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306" name="Google Shape;2306;p84"/>
            <p:cNvSpPr txBox="1"/>
            <p:nvPr/>
          </p:nvSpPr>
          <p:spPr>
            <a:xfrm>
              <a:off x="15954375" y="813982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sz="800" i="0" u="none" strike="noStrike" cap="none">
                <a:latin typeface="Salesforce Sans"/>
                <a:ea typeface="Salesforce Sans"/>
                <a:cs typeface="Salesforce Sans"/>
                <a:sym typeface="Salesforce Sans"/>
              </a:endParaRPr>
            </a:p>
          </p:txBody>
        </p:sp>
        <p:sp>
          <p:nvSpPr>
            <p:cNvPr id="2307" name="Google Shape;2307;p84"/>
            <p:cNvSpPr txBox="1"/>
            <p:nvPr/>
          </p:nvSpPr>
          <p:spPr>
            <a:xfrm>
              <a:off x="15954375" y="828605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sz="800" i="0" u="none" strike="noStrike" cap="none">
                <a:latin typeface="Salesforce Sans"/>
                <a:ea typeface="Salesforce Sans"/>
                <a:cs typeface="Salesforce Sans"/>
                <a:sym typeface="Salesforce Sans"/>
              </a:endParaRPr>
            </a:p>
          </p:txBody>
        </p:sp>
        <p:sp>
          <p:nvSpPr>
            <p:cNvPr id="2308" name="Google Shape;2308;p84"/>
            <p:cNvSpPr/>
            <p:nvPr/>
          </p:nvSpPr>
          <p:spPr>
            <a:xfrm>
              <a:off x="15818327" y="83046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309" name="Google Shape;2309;p84"/>
            <p:cNvSpPr/>
            <p:nvPr/>
          </p:nvSpPr>
          <p:spPr>
            <a:xfrm>
              <a:off x="15818327" y="81584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2310" name="Google Shape;2310;p84"/>
            <p:cNvGrpSpPr/>
            <p:nvPr/>
          </p:nvGrpSpPr>
          <p:grpSpPr>
            <a:xfrm>
              <a:off x="13530860" y="8529418"/>
              <a:ext cx="952566" cy="488922"/>
              <a:chOff x="755108" y="1946374"/>
              <a:chExt cx="1322458" cy="488922"/>
            </a:xfrm>
          </p:grpSpPr>
          <p:sp>
            <p:nvSpPr>
              <p:cNvPr id="2311" name="Google Shape;2311;p84"/>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312" name="Google Shape;2312;p84"/>
              <p:cNvSpPr txBox="1"/>
              <p:nvPr/>
            </p:nvSpPr>
            <p:spPr>
              <a:xfrm>
                <a:off x="755108" y="2061196"/>
                <a:ext cx="1322400" cy="3741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marL="0" marR="0" lvl="0" indent="0" algn="l" rtl="0">
                  <a:lnSpc>
                    <a:spcPct val="90000"/>
                  </a:lnSpc>
                  <a:spcBef>
                    <a:spcPts val="0"/>
                  </a:spcBef>
                  <a:spcAft>
                    <a:spcPts val="0"/>
                  </a:spcAft>
                  <a:buClr>
                    <a:srgbClr val="FFFFFF"/>
                  </a:buClr>
                  <a:buSzPts val="900"/>
                  <a:buFont typeface="Questrial"/>
                  <a:buNone/>
                </a:pPr>
                <a:endParaRPr sz="900">
                  <a:solidFill>
                    <a:srgbClr val="FFFFFF"/>
                  </a:solidFill>
                  <a:latin typeface="Avant Garde Demi SFDC"/>
                  <a:ea typeface="Avant Garde Demi SFDC"/>
                  <a:cs typeface="Avant Garde Demi SFDC"/>
                  <a:sym typeface="Avant Garde Demi SFDC"/>
                </a:endParaRPr>
              </a:p>
            </p:txBody>
          </p:sp>
        </p:grpSp>
        <p:sp>
          <p:nvSpPr>
            <p:cNvPr id="2313" name="Google Shape;2313;p84"/>
            <p:cNvSpPr txBox="1"/>
            <p:nvPr/>
          </p:nvSpPr>
          <p:spPr>
            <a:xfrm>
              <a:off x="15954375" y="8645238"/>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2314" name="Google Shape;2314;p84"/>
            <p:cNvSpPr txBox="1"/>
            <p:nvPr/>
          </p:nvSpPr>
          <p:spPr>
            <a:xfrm>
              <a:off x="15954387" y="8499000"/>
              <a:ext cx="176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2315" name="Google Shape;2315;p84"/>
            <p:cNvSpPr/>
            <p:nvPr/>
          </p:nvSpPr>
          <p:spPr>
            <a:xfrm>
              <a:off x="15818327" y="851760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16" name="Google Shape;2316;p84"/>
            <p:cNvSpPr/>
            <p:nvPr/>
          </p:nvSpPr>
          <p:spPr>
            <a:xfrm>
              <a:off x="15818327" y="866383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17" name="Google Shape;2317;p84"/>
            <p:cNvSpPr txBox="1"/>
            <p:nvPr/>
          </p:nvSpPr>
          <p:spPr>
            <a:xfrm>
              <a:off x="15954375" y="87930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2318" name="Google Shape;2318;p84"/>
            <p:cNvSpPr/>
            <p:nvPr/>
          </p:nvSpPr>
          <p:spPr>
            <a:xfrm>
              <a:off x="15818327" y="881160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19" name="Google Shape;2319;p84"/>
            <p:cNvSpPr txBox="1"/>
            <p:nvPr/>
          </p:nvSpPr>
          <p:spPr>
            <a:xfrm>
              <a:off x="15954388" y="7107500"/>
              <a:ext cx="193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2320" name="Google Shape;2320;p84"/>
            <p:cNvSpPr txBox="1"/>
            <p:nvPr/>
          </p:nvSpPr>
          <p:spPr>
            <a:xfrm>
              <a:off x="15954375" y="7256184"/>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2321" name="Google Shape;2321;p84"/>
            <p:cNvSpPr txBox="1"/>
            <p:nvPr/>
          </p:nvSpPr>
          <p:spPr>
            <a:xfrm>
              <a:off x="15954375" y="74035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2322" name="Google Shape;2322;p84"/>
            <p:cNvSpPr/>
            <p:nvPr/>
          </p:nvSpPr>
          <p:spPr>
            <a:xfrm>
              <a:off x="15818327" y="74221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23" name="Google Shape;2323;p84"/>
            <p:cNvSpPr/>
            <p:nvPr/>
          </p:nvSpPr>
          <p:spPr>
            <a:xfrm>
              <a:off x="15818327" y="727478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24" name="Google Shape;2324;p84"/>
            <p:cNvSpPr/>
            <p:nvPr/>
          </p:nvSpPr>
          <p:spPr>
            <a:xfrm>
              <a:off x="15818327" y="71259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325" name="Google Shape;2325;p84"/>
            <p:cNvSpPr txBox="1"/>
            <p:nvPr/>
          </p:nvSpPr>
          <p:spPr>
            <a:xfrm>
              <a:off x="15954375" y="65986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326" name="Google Shape;2326;p84"/>
            <p:cNvSpPr txBox="1"/>
            <p:nvPr/>
          </p:nvSpPr>
          <p:spPr>
            <a:xfrm>
              <a:off x="15954375" y="67473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2327" name="Google Shape;2327;p84"/>
            <p:cNvSpPr txBox="1"/>
            <p:nvPr/>
          </p:nvSpPr>
          <p:spPr>
            <a:xfrm>
              <a:off x="15954386" y="6894725"/>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2328" name="Google Shape;2328;p84"/>
            <p:cNvSpPr/>
            <p:nvPr/>
          </p:nvSpPr>
          <p:spPr>
            <a:xfrm>
              <a:off x="15818327" y="69133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29" name="Google Shape;2329;p84"/>
            <p:cNvSpPr/>
            <p:nvPr/>
          </p:nvSpPr>
          <p:spPr>
            <a:xfrm>
              <a:off x="15818327" y="67659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30" name="Google Shape;2330;p84"/>
            <p:cNvSpPr/>
            <p:nvPr/>
          </p:nvSpPr>
          <p:spPr>
            <a:xfrm>
              <a:off x="15818327" y="66170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331" name="Google Shape;2331;p84"/>
            <p:cNvSpPr txBox="1"/>
            <p:nvPr/>
          </p:nvSpPr>
          <p:spPr>
            <a:xfrm>
              <a:off x="15954375" y="59723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2332" name="Google Shape;2332;p84"/>
            <p:cNvSpPr txBox="1"/>
            <p:nvPr/>
          </p:nvSpPr>
          <p:spPr>
            <a:xfrm>
              <a:off x="15954375" y="61210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2333" name="Google Shape;2333;p84"/>
            <p:cNvSpPr/>
            <p:nvPr/>
          </p:nvSpPr>
          <p:spPr>
            <a:xfrm>
              <a:off x="15818327" y="61396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34" name="Google Shape;2334;p84"/>
            <p:cNvSpPr/>
            <p:nvPr/>
          </p:nvSpPr>
          <p:spPr>
            <a:xfrm>
              <a:off x="15818327" y="599079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335" name="Google Shape;2335;p84"/>
            <p:cNvSpPr txBox="1"/>
            <p:nvPr/>
          </p:nvSpPr>
          <p:spPr>
            <a:xfrm>
              <a:off x="15954375" y="52525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2336" name="Google Shape;2336;p84"/>
            <p:cNvSpPr txBox="1"/>
            <p:nvPr/>
          </p:nvSpPr>
          <p:spPr>
            <a:xfrm>
              <a:off x="15954375" y="539993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2337" name="Google Shape;2337;p84"/>
            <p:cNvSpPr/>
            <p:nvPr/>
          </p:nvSpPr>
          <p:spPr>
            <a:xfrm>
              <a:off x="15818327" y="54185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38" name="Google Shape;2338;p84"/>
            <p:cNvSpPr/>
            <p:nvPr/>
          </p:nvSpPr>
          <p:spPr>
            <a:xfrm>
              <a:off x="15818327" y="52711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39" name="Google Shape;2339;p84"/>
            <p:cNvSpPr txBox="1"/>
            <p:nvPr/>
          </p:nvSpPr>
          <p:spPr>
            <a:xfrm>
              <a:off x="15954386" y="4088650"/>
              <a:ext cx="1626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2340" name="Google Shape;2340;p84"/>
            <p:cNvSpPr txBox="1"/>
            <p:nvPr/>
          </p:nvSpPr>
          <p:spPr>
            <a:xfrm>
              <a:off x="15954384" y="4237325"/>
              <a:ext cx="206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2341" name="Google Shape;2341;p84"/>
            <p:cNvSpPr txBox="1"/>
            <p:nvPr/>
          </p:nvSpPr>
          <p:spPr>
            <a:xfrm>
              <a:off x="15954388" y="4384725"/>
              <a:ext cx="1902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2342" name="Google Shape;2342;p84"/>
            <p:cNvSpPr/>
            <p:nvPr/>
          </p:nvSpPr>
          <p:spPr>
            <a:xfrm>
              <a:off x="15818327" y="44033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43" name="Google Shape;2343;p84"/>
            <p:cNvSpPr/>
            <p:nvPr/>
          </p:nvSpPr>
          <p:spPr>
            <a:xfrm>
              <a:off x="15818327" y="42559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44" name="Google Shape;2344;p84"/>
            <p:cNvSpPr/>
            <p:nvPr/>
          </p:nvSpPr>
          <p:spPr>
            <a:xfrm>
              <a:off x="15818327" y="41070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345" name="Google Shape;2345;p84"/>
            <p:cNvSpPr txBox="1"/>
            <p:nvPr/>
          </p:nvSpPr>
          <p:spPr>
            <a:xfrm>
              <a:off x="15954375" y="35790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2346" name="Google Shape;2346;p84"/>
            <p:cNvSpPr txBox="1"/>
            <p:nvPr/>
          </p:nvSpPr>
          <p:spPr>
            <a:xfrm>
              <a:off x="15954385" y="3432775"/>
              <a:ext cx="1864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2347" name="Google Shape;2347;p84"/>
            <p:cNvSpPr/>
            <p:nvPr/>
          </p:nvSpPr>
          <p:spPr>
            <a:xfrm>
              <a:off x="15818327" y="34513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48" name="Google Shape;2348;p84"/>
            <p:cNvSpPr/>
            <p:nvPr/>
          </p:nvSpPr>
          <p:spPr>
            <a:xfrm>
              <a:off x="15818327" y="35975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49" name="Google Shape;2349;p84"/>
            <p:cNvSpPr txBox="1"/>
            <p:nvPr/>
          </p:nvSpPr>
          <p:spPr>
            <a:xfrm>
              <a:off x="15954375" y="38761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2350" name="Google Shape;2350;p84"/>
            <p:cNvSpPr txBox="1"/>
            <p:nvPr/>
          </p:nvSpPr>
          <p:spPr>
            <a:xfrm>
              <a:off x="15954375" y="372677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2351" name="Google Shape;2351;p84"/>
            <p:cNvSpPr/>
            <p:nvPr/>
          </p:nvSpPr>
          <p:spPr>
            <a:xfrm>
              <a:off x="15818327" y="37453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52" name="Google Shape;2352;p84"/>
            <p:cNvSpPr/>
            <p:nvPr/>
          </p:nvSpPr>
          <p:spPr>
            <a:xfrm>
              <a:off x="15818327" y="38947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53" name="Google Shape;2353;p84"/>
            <p:cNvSpPr txBox="1"/>
            <p:nvPr/>
          </p:nvSpPr>
          <p:spPr>
            <a:xfrm>
              <a:off x="15954375" y="241842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2354" name="Google Shape;2354;p84"/>
            <p:cNvSpPr txBox="1"/>
            <p:nvPr/>
          </p:nvSpPr>
          <p:spPr>
            <a:xfrm>
              <a:off x="15954386" y="2272200"/>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2355" name="Google Shape;2355;p84"/>
            <p:cNvSpPr/>
            <p:nvPr/>
          </p:nvSpPr>
          <p:spPr>
            <a:xfrm>
              <a:off x="15818327" y="229079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56" name="Google Shape;2356;p84"/>
            <p:cNvSpPr/>
            <p:nvPr/>
          </p:nvSpPr>
          <p:spPr>
            <a:xfrm>
              <a:off x="15818327" y="24370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57" name="Google Shape;2357;p84"/>
            <p:cNvSpPr txBox="1"/>
            <p:nvPr/>
          </p:nvSpPr>
          <p:spPr>
            <a:xfrm>
              <a:off x="15954375" y="27156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2358" name="Google Shape;2358;p84"/>
            <p:cNvSpPr txBox="1"/>
            <p:nvPr/>
          </p:nvSpPr>
          <p:spPr>
            <a:xfrm>
              <a:off x="15954375" y="25661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2359" name="Google Shape;2359;p84"/>
            <p:cNvSpPr/>
            <p:nvPr/>
          </p:nvSpPr>
          <p:spPr>
            <a:xfrm>
              <a:off x="15818327" y="258479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60" name="Google Shape;2360;p84"/>
            <p:cNvSpPr/>
            <p:nvPr/>
          </p:nvSpPr>
          <p:spPr>
            <a:xfrm>
              <a:off x="15818327" y="27341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61" name="Google Shape;2361;p84"/>
            <p:cNvSpPr txBox="1"/>
            <p:nvPr/>
          </p:nvSpPr>
          <p:spPr>
            <a:xfrm>
              <a:off x="15954386" y="1764625"/>
              <a:ext cx="164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2362" name="Google Shape;2362;p84"/>
            <p:cNvSpPr txBox="1"/>
            <p:nvPr/>
          </p:nvSpPr>
          <p:spPr>
            <a:xfrm>
              <a:off x="15954375" y="19133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363" name="Google Shape;2363;p84"/>
            <p:cNvSpPr txBox="1"/>
            <p:nvPr/>
          </p:nvSpPr>
          <p:spPr>
            <a:xfrm>
              <a:off x="15954386" y="2060725"/>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2364" name="Google Shape;2364;p84"/>
            <p:cNvSpPr/>
            <p:nvPr/>
          </p:nvSpPr>
          <p:spPr>
            <a:xfrm>
              <a:off x="15818327" y="20793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2365" name="Google Shape;2365;p84"/>
            <p:cNvSpPr/>
            <p:nvPr/>
          </p:nvSpPr>
          <p:spPr>
            <a:xfrm>
              <a:off x="15818327" y="19319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366" name="Google Shape;2366;p84"/>
            <p:cNvSpPr/>
            <p:nvPr/>
          </p:nvSpPr>
          <p:spPr>
            <a:xfrm>
              <a:off x="15818327" y="178308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2367" name="Google Shape;2367;p84"/>
            <p:cNvSpPr/>
            <p:nvPr/>
          </p:nvSpPr>
          <p:spPr>
            <a:xfrm>
              <a:off x="14634810" y="6601334"/>
              <a:ext cx="9873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Cyber </a:t>
              </a:r>
              <a:endParaRPr sz="900" b="1" i="0" u="none" strike="noStrike" cap="non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Industry_MedTech">
  <p:cSld name="TITLE_AND_BODY_5_1_1_1_1_1">
    <p:spTree>
      <p:nvGrpSpPr>
        <p:cNvPr id="1" name="Shape 2368"/>
        <p:cNvGrpSpPr/>
        <p:nvPr/>
      </p:nvGrpSpPr>
      <p:grpSpPr>
        <a:xfrm>
          <a:off x="0" y="0"/>
          <a:ext cx="0" cy="0"/>
          <a:chOff x="0" y="0"/>
          <a:chExt cx="0" cy="0"/>
        </a:xfrm>
      </p:grpSpPr>
      <p:sp>
        <p:nvSpPr>
          <p:cNvPr id="2369" name="Google Shape;2369;p85"/>
          <p:cNvSpPr txBox="1"/>
          <p:nvPr/>
        </p:nvSpPr>
        <p:spPr>
          <a:xfrm>
            <a:off x="676603" y="381000"/>
            <a:ext cx="16573500" cy="6651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2370" name="Google Shape;2370;p85"/>
          <p:cNvGrpSpPr/>
          <p:nvPr/>
        </p:nvGrpSpPr>
        <p:grpSpPr>
          <a:xfrm>
            <a:off x="6307400" y="1143000"/>
            <a:ext cx="6313200" cy="307800"/>
            <a:chOff x="22663550" y="1349273"/>
            <a:chExt cx="6313200" cy="307800"/>
          </a:xfrm>
        </p:grpSpPr>
        <p:grpSp>
          <p:nvGrpSpPr>
            <p:cNvPr id="2371" name="Google Shape;2371;p85"/>
            <p:cNvGrpSpPr/>
            <p:nvPr/>
          </p:nvGrpSpPr>
          <p:grpSpPr>
            <a:xfrm>
              <a:off x="22663550" y="1349273"/>
              <a:ext cx="6313200" cy="307800"/>
              <a:chOff x="11238000" y="958400"/>
              <a:chExt cx="6313200" cy="307800"/>
            </a:xfrm>
          </p:grpSpPr>
          <p:sp>
            <p:nvSpPr>
              <p:cNvPr id="2372" name="Google Shape;2372;p85"/>
              <p:cNvSpPr/>
              <p:nvPr/>
            </p:nvSpPr>
            <p:spPr>
              <a:xfrm>
                <a:off x="11238000" y="9599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2373" name="Google Shape;2373;p85"/>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374" name="Google Shape;2374;p85"/>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375" name="Google Shape;2375;p85"/>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376" name="Google Shape;2376;p85"/>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377" name="Google Shape;2377;p85"/>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378" name="Google Shape;2378;p85"/>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379" name="Google Shape;2379;p85"/>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380" name="Google Shape;2380;p85"/>
            <p:cNvSpPr txBox="1"/>
            <p:nvPr/>
          </p:nvSpPr>
          <p:spPr>
            <a:xfrm>
              <a:off x="282324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2381" name="Google Shape;2381;p85"/>
          <p:cNvGrpSpPr/>
          <p:nvPr/>
        </p:nvGrpSpPr>
        <p:grpSpPr>
          <a:xfrm>
            <a:off x="1735561" y="1752600"/>
            <a:ext cx="5042870" cy="7465163"/>
            <a:chOff x="468329" y="1524000"/>
            <a:chExt cx="5042870" cy="7465163"/>
          </a:xfrm>
        </p:grpSpPr>
        <p:sp>
          <p:nvSpPr>
            <p:cNvPr id="2382" name="Google Shape;2382;p85"/>
            <p:cNvSpPr txBox="1"/>
            <p:nvPr/>
          </p:nvSpPr>
          <p:spPr>
            <a:xfrm>
              <a:off x="3016756" y="3342375"/>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383" name="Google Shape;2383;p85"/>
            <p:cNvSpPr/>
            <p:nvPr/>
          </p:nvSpPr>
          <p:spPr>
            <a:xfrm>
              <a:off x="1668090" y="2459079"/>
              <a:ext cx="8970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Sales</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2384" name="Google Shape;2384;p85"/>
            <p:cNvSpPr/>
            <p:nvPr/>
          </p:nvSpPr>
          <p:spPr>
            <a:xfrm>
              <a:off x="1668090" y="3563049"/>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Sales Training </a:t>
              </a:r>
              <a:endParaRPr sz="945" b="1">
                <a:solidFill>
                  <a:srgbClr val="066AFE"/>
                </a:solidFill>
                <a:latin typeface="Salesforce Sans"/>
                <a:ea typeface="Salesforce Sans"/>
                <a:cs typeface="Salesforce Sans"/>
                <a:sym typeface="Salesforce Sans"/>
              </a:endParaRPr>
            </a:p>
          </p:txBody>
        </p:sp>
        <p:sp>
          <p:nvSpPr>
            <p:cNvPr id="2385" name="Google Shape;2385;p85"/>
            <p:cNvSpPr/>
            <p:nvPr/>
          </p:nvSpPr>
          <p:spPr>
            <a:xfrm>
              <a:off x="1668090" y="5113187"/>
              <a:ext cx="1121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Clinical Specialists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2386" name="Google Shape;2386;p85"/>
            <p:cNvSpPr/>
            <p:nvPr/>
          </p:nvSpPr>
          <p:spPr>
            <a:xfrm>
              <a:off x="1668090" y="6217643"/>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Medical Affairs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2387" name="Google Shape;2387;p85"/>
            <p:cNvSpPr/>
            <p:nvPr/>
          </p:nvSpPr>
          <p:spPr>
            <a:xfrm>
              <a:off x="1668090" y="7346461"/>
              <a:ext cx="10749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Field Inventory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2388" name="Google Shape;2388;p85"/>
            <p:cNvSpPr txBox="1"/>
            <p:nvPr/>
          </p:nvSpPr>
          <p:spPr>
            <a:xfrm>
              <a:off x="3010101" y="24665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sz="800" i="0" u="none" strike="noStrike" cap="none">
                <a:latin typeface="Salesforce Sans"/>
                <a:ea typeface="Salesforce Sans"/>
                <a:cs typeface="Salesforce Sans"/>
                <a:sym typeface="Salesforce Sans"/>
              </a:endParaRPr>
            </a:p>
          </p:txBody>
        </p:sp>
        <p:sp>
          <p:nvSpPr>
            <p:cNvPr id="2389" name="Google Shape;2389;p85"/>
            <p:cNvSpPr txBox="1"/>
            <p:nvPr/>
          </p:nvSpPr>
          <p:spPr>
            <a:xfrm>
              <a:off x="3010101" y="261518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sz="800" i="0" u="none" strike="noStrike" cap="none">
                <a:latin typeface="Salesforce Sans"/>
                <a:ea typeface="Salesforce Sans"/>
                <a:cs typeface="Salesforce Sans"/>
                <a:sym typeface="Salesforce Sans"/>
              </a:endParaRPr>
            </a:p>
          </p:txBody>
        </p:sp>
        <p:sp>
          <p:nvSpPr>
            <p:cNvPr id="2390" name="Google Shape;2390;p85"/>
            <p:cNvSpPr txBox="1"/>
            <p:nvPr/>
          </p:nvSpPr>
          <p:spPr>
            <a:xfrm>
              <a:off x="3010101" y="27637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sz="800" i="0" u="none" strike="noStrike" cap="none">
                <a:latin typeface="Salesforce Sans"/>
                <a:ea typeface="Salesforce Sans"/>
                <a:cs typeface="Salesforce Sans"/>
                <a:sym typeface="Salesforce Sans"/>
              </a:endParaRPr>
            </a:p>
          </p:txBody>
        </p:sp>
        <p:sp>
          <p:nvSpPr>
            <p:cNvPr id="2391" name="Google Shape;2391;p85"/>
            <p:cNvSpPr txBox="1"/>
            <p:nvPr/>
          </p:nvSpPr>
          <p:spPr>
            <a:xfrm>
              <a:off x="3010101" y="291500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sz="800" i="0" u="none" strike="noStrike" cap="none">
                <a:latin typeface="Salesforce Sans"/>
                <a:ea typeface="Salesforce Sans"/>
                <a:cs typeface="Salesforce Sans"/>
                <a:sym typeface="Salesforce Sans"/>
              </a:endParaRPr>
            </a:p>
          </p:txBody>
        </p:sp>
        <p:sp>
          <p:nvSpPr>
            <p:cNvPr id="2392" name="Google Shape;2392;p85"/>
            <p:cNvSpPr txBox="1"/>
            <p:nvPr/>
          </p:nvSpPr>
          <p:spPr>
            <a:xfrm>
              <a:off x="3010099" y="305480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sz="800" i="0" u="none" strike="noStrike" cap="none">
                <a:latin typeface="Salesforce Sans"/>
                <a:ea typeface="Salesforce Sans"/>
                <a:cs typeface="Salesforce Sans"/>
                <a:sym typeface="Salesforce Sans"/>
              </a:endParaRPr>
            </a:p>
          </p:txBody>
        </p:sp>
        <p:sp>
          <p:nvSpPr>
            <p:cNvPr id="2393" name="Google Shape;2393;p85"/>
            <p:cNvSpPr txBox="1"/>
            <p:nvPr/>
          </p:nvSpPr>
          <p:spPr>
            <a:xfrm>
              <a:off x="301010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2394" name="Google Shape;2394;p85"/>
            <p:cNvSpPr/>
            <p:nvPr/>
          </p:nvSpPr>
          <p:spPr>
            <a:xfrm>
              <a:off x="2874053" y="178683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395" name="Google Shape;2395;p85"/>
            <p:cNvSpPr txBox="1"/>
            <p:nvPr/>
          </p:nvSpPr>
          <p:spPr>
            <a:xfrm>
              <a:off x="3010100" y="1923400"/>
              <a:ext cx="2388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2396" name="Google Shape;2396;p85"/>
            <p:cNvSpPr/>
            <p:nvPr/>
          </p:nvSpPr>
          <p:spPr>
            <a:xfrm>
              <a:off x="2874053" y="19418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397" name="Google Shape;2397;p85"/>
            <p:cNvSpPr txBox="1"/>
            <p:nvPr/>
          </p:nvSpPr>
          <p:spPr>
            <a:xfrm>
              <a:off x="301010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2398" name="Google Shape;2398;p85"/>
            <p:cNvSpPr/>
            <p:nvPr/>
          </p:nvSpPr>
          <p:spPr>
            <a:xfrm>
              <a:off x="2874053" y="209685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399" name="Google Shape;2399;p85"/>
            <p:cNvSpPr txBox="1"/>
            <p:nvPr/>
          </p:nvSpPr>
          <p:spPr>
            <a:xfrm>
              <a:off x="301010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2400" name="Google Shape;2400;p85"/>
            <p:cNvSpPr/>
            <p:nvPr/>
          </p:nvSpPr>
          <p:spPr>
            <a:xfrm>
              <a:off x="2874053" y="2257639"/>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01" name="Google Shape;2401;p85"/>
            <p:cNvSpPr/>
            <p:nvPr/>
          </p:nvSpPr>
          <p:spPr>
            <a:xfrm>
              <a:off x="2874053" y="263378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02" name="Google Shape;2402;p85"/>
            <p:cNvSpPr/>
            <p:nvPr/>
          </p:nvSpPr>
          <p:spPr>
            <a:xfrm>
              <a:off x="2874053" y="278239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03" name="Google Shape;2403;p85"/>
            <p:cNvSpPr/>
            <p:nvPr/>
          </p:nvSpPr>
          <p:spPr>
            <a:xfrm>
              <a:off x="2874053" y="293360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04" name="Google Shape;2404;p85"/>
            <p:cNvSpPr/>
            <p:nvPr/>
          </p:nvSpPr>
          <p:spPr>
            <a:xfrm>
              <a:off x="2874053" y="307339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05" name="Google Shape;2405;p85"/>
            <p:cNvSpPr/>
            <p:nvPr/>
          </p:nvSpPr>
          <p:spPr>
            <a:xfrm>
              <a:off x="2874053" y="24851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06" name="Google Shape;2406;p85"/>
            <p:cNvSpPr txBox="1"/>
            <p:nvPr/>
          </p:nvSpPr>
          <p:spPr>
            <a:xfrm>
              <a:off x="46832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407" name="Google Shape;2407;p85"/>
            <p:cNvSpPr txBox="1"/>
            <p:nvPr/>
          </p:nvSpPr>
          <p:spPr>
            <a:xfrm>
              <a:off x="1668097"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408" name="Google Shape;2408;p85"/>
            <p:cNvGrpSpPr/>
            <p:nvPr/>
          </p:nvGrpSpPr>
          <p:grpSpPr>
            <a:xfrm>
              <a:off x="487940" y="1793656"/>
              <a:ext cx="952566" cy="449700"/>
              <a:chOff x="755108" y="1946374"/>
              <a:chExt cx="1322458" cy="449700"/>
            </a:xfrm>
          </p:grpSpPr>
          <p:sp>
            <p:nvSpPr>
              <p:cNvPr id="2409" name="Google Shape;2409;p85"/>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410" name="Google Shape;2410;p85"/>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2411" name="Google Shape;2411;p85"/>
            <p:cNvSpPr txBox="1"/>
            <p:nvPr/>
          </p:nvSpPr>
          <p:spPr>
            <a:xfrm>
              <a:off x="301193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412" name="Google Shape;2412;p85"/>
            <p:cNvSpPr txBox="1"/>
            <p:nvPr/>
          </p:nvSpPr>
          <p:spPr>
            <a:xfrm>
              <a:off x="1668090"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R&amp;D + Product Lifecycle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2413" name="Google Shape;2413;p85"/>
            <p:cNvGrpSpPr/>
            <p:nvPr/>
          </p:nvGrpSpPr>
          <p:grpSpPr>
            <a:xfrm>
              <a:off x="487981" y="3594708"/>
              <a:ext cx="952525" cy="449700"/>
              <a:chOff x="755165" y="1951713"/>
              <a:chExt cx="1322400" cy="449700"/>
            </a:xfrm>
          </p:grpSpPr>
          <p:sp>
            <p:nvSpPr>
              <p:cNvPr id="2414" name="Google Shape;2414;p85"/>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415" name="Google Shape;2415;p85"/>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2416" name="Google Shape;2416;p85"/>
            <p:cNvGrpSpPr/>
            <p:nvPr/>
          </p:nvGrpSpPr>
          <p:grpSpPr>
            <a:xfrm>
              <a:off x="487981" y="2487900"/>
              <a:ext cx="952525" cy="449700"/>
              <a:chOff x="755165" y="1951713"/>
              <a:chExt cx="1322400" cy="449700"/>
            </a:xfrm>
          </p:grpSpPr>
          <p:sp>
            <p:nvSpPr>
              <p:cNvPr id="2417" name="Google Shape;2417;p85"/>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418" name="Google Shape;2418;p85"/>
              <p:cNvSpPr txBox="1"/>
              <p:nvPr/>
            </p:nvSpPr>
            <p:spPr>
              <a:xfrm>
                <a:off x="761315" y="2114163"/>
                <a:ext cx="1310100" cy="124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419" name="Google Shape;2419;p85"/>
            <p:cNvSpPr txBox="1"/>
            <p:nvPr/>
          </p:nvSpPr>
          <p:spPr>
            <a:xfrm>
              <a:off x="3010101" y="3205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2420" name="Google Shape;2420;p85"/>
            <p:cNvSpPr/>
            <p:nvPr/>
          </p:nvSpPr>
          <p:spPr>
            <a:xfrm>
              <a:off x="2874053" y="322393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2421" name="Google Shape;2421;p85"/>
            <p:cNvGrpSpPr/>
            <p:nvPr/>
          </p:nvGrpSpPr>
          <p:grpSpPr>
            <a:xfrm>
              <a:off x="487981" y="5143496"/>
              <a:ext cx="952525" cy="449700"/>
              <a:chOff x="755165" y="1951713"/>
              <a:chExt cx="1322400" cy="449700"/>
            </a:xfrm>
          </p:grpSpPr>
          <p:sp>
            <p:nvSpPr>
              <p:cNvPr id="2422" name="Google Shape;2422;p85"/>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423" name="Google Shape;2423;p85"/>
              <p:cNvSpPr txBox="1"/>
              <p:nvPr/>
            </p:nvSpPr>
            <p:spPr>
              <a:xfrm>
                <a:off x="761315" y="2114163"/>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2424" name="Google Shape;2424;p85"/>
            <p:cNvGrpSpPr/>
            <p:nvPr/>
          </p:nvGrpSpPr>
          <p:grpSpPr>
            <a:xfrm>
              <a:off x="487981" y="7376208"/>
              <a:ext cx="952525" cy="449700"/>
              <a:chOff x="755165" y="1951713"/>
              <a:chExt cx="1322400" cy="449700"/>
            </a:xfrm>
          </p:grpSpPr>
          <p:sp>
            <p:nvSpPr>
              <p:cNvPr id="2425" name="Google Shape;2425;p85"/>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426" name="Google Shape;2426;p85"/>
              <p:cNvSpPr txBox="1"/>
              <p:nvPr/>
            </p:nvSpPr>
            <p:spPr>
              <a:xfrm>
                <a:off x="761315" y="2114163"/>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2427" name="Google Shape;2427;p85"/>
            <p:cNvSpPr txBox="1"/>
            <p:nvPr/>
          </p:nvSpPr>
          <p:spPr>
            <a:xfrm>
              <a:off x="3010101" y="35726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sz="800" i="0" u="none" strike="noStrike" cap="none">
                <a:latin typeface="Salesforce Sans"/>
                <a:ea typeface="Salesforce Sans"/>
                <a:cs typeface="Salesforce Sans"/>
                <a:sym typeface="Salesforce Sans"/>
              </a:endParaRPr>
            </a:p>
          </p:txBody>
        </p:sp>
        <p:sp>
          <p:nvSpPr>
            <p:cNvPr id="2428" name="Google Shape;2428;p85"/>
            <p:cNvSpPr txBox="1"/>
            <p:nvPr/>
          </p:nvSpPr>
          <p:spPr>
            <a:xfrm>
              <a:off x="3010101" y="372122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i="0" u="none" strike="noStrike" cap="none">
                <a:latin typeface="Salesforce Sans"/>
                <a:ea typeface="Salesforce Sans"/>
                <a:cs typeface="Salesforce Sans"/>
                <a:sym typeface="Salesforce Sans"/>
              </a:endParaRPr>
            </a:p>
          </p:txBody>
        </p:sp>
        <p:sp>
          <p:nvSpPr>
            <p:cNvPr id="2429" name="Google Shape;2429;p85"/>
            <p:cNvSpPr txBox="1"/>
            <p:nvPr/>
          </p:nvSpPr>
          <p:spPr>
            <a:xfrm>
              <a:off x="3010101" y="386983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sz="800" i="0" u="none" strike="noStrike" cap="none">
                <a:latin typeface="Salesforce Sans"/>
                <a:ea typeface="Salesforce Sans"/>
                <a:cs typeface="Salesforce Sans"/>
                <a:sym typeface="Salesforce Sans"/>
              </a:endParaRPr>
            </a:p>
          </p:txBody>
        </p:sp>
        <p:sp>
          <p:nvSpPr>
            <p:cNvPr id="2430" name="Google Shape;2430;p85"/>
            <p:cNvSpPr txBox="1"/>
            <p:nvPr/>
          </p:nvSpPr>
          <p:spPr>
            <a:xfrm>
              <a:off x="3010101" y="402103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sz="800" i="0" u="none" strike="noStrike" cap="none">
                <a:latin typeface="Salesforce Sans"/>
                <a:ea typeface="Salesforce Sans"/>
                <a:cs typeface="Salesforce Sans"/>
                <a:sym typeface="Salesforce Sans"/>
              </a:endParaRPr>
            </a:p>
          </p:txBody>
        </p:sp>
        <p:sp>
          <p:nvSpPr>
            <p:cNvPr id="2431" name="Google Shape;2431;p85"/>
            <p:cNvSpPr txBox="1"/>
            <p:nvPr/>
          </p:nvSpPr>
          <p:spPr>
            <a:xfrm>
              <a:off x="3010101" y="41608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sz="800" i="0" u="none" strike="noStrike" cap="none">
                <a:latin typeface="Salesforce Sans"/>
                <a:ea typeface="Salesforce Sans"/>
                <a:cs typeface="Salesforce Sans"/>
                <a:sym typeface="Salesforce Sans"/>
              </a:endParaRPr>
            </a:p>
          </p:txBody>
        </p:sp>
        <p:sp>
          <p:nvSpPr>
            <p:cNvPr id="2432" name="Google Shape;2432;p85"/>
            <p:cNvSpPr/>
            <p:nvPr/>
          </p:nvSpPr>
          <p:spPr>
            <a:xfrm>
              <a:off x="2874053" y="37398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33" name="Google Shape;2433;p85"/>
            <p:cNvSpPr/>
            <p:nvPr/>
          </p:nvSpPr>
          <p:spPr>
            <a:xfrm>
              <a:off x="2874053" y="388843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34" name="Google Shape;2434;p85"/>
            <p:cNvSpPr/>
            <p:nvPr/>
          </p:nvSpPr>
          <p:spPr>
            <a:xfrm>
              <a:off x="2874053" y="403963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35" name="Google Shape;2435;p85"/>
            <p:cNvSpPr/>
            <p:nvPr/>
          </p:nvSpPr>
          <p:spPr>
            <a:xfrm>
              <a:off x="2874053" y="417942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36" name="Google Shape;2436;p85"/>
            <p:cNvSpPr/>
            <p:nvPr/>
          </p:nvSpPr>
          <p:spPr>
            <a:xfrm>
              <a:off x="2874053" y="35912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37" name="Google Shape;2437;p85"/>
            <p:cNvSpPr txBox="1"/>
            <p:nvPr/>
          </p:nvSpPr>
          <p:spPr>
            <a:xfrm>
              <a:off x="3010101" y="43113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2438" name="Google Shape;2438;p85"/>
            <p:cNvSpPr txBox="1"/>
            <p:nvPr/>
          </p:nvSpPr>
          <p:spPr>
            <a:xfrm>
              <a:off x="3010099" y="4462588"/>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sz="800" i="0" u="none" strike="noStrike" cap="none">
                <a:latin typeface="Salesforce Sans"/>
                <a:ea typeface="Salesforce Sans"/>
                <a:cs typeface="Salesforce Sans"/>
                <a:sym typeface="Salesforce Sans"/>
              </a:endParaRPr>
            </a:p>
          </p:txBody>
        </p:sp>
        <p:sp>
          <p:nvSpPr>
            <p:cNvPr id="2439" name="Google Shape;2439;p85"/>
            <p:cNvSpPr txBox="1"/>
            <p:nvPr/>
          </p:nvSpPr>
          <p:spPr>
            <a:xfrm>
              <a:off x="3010099" y="4602363"/>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sz="800" i="0" u="none" strike="noStrike" cap="none">
                <a:latin typeface="Salesforce Sans"/>
                <a:ea typeface="Salesforce Sans"/>
                <a:cs typeface="Salesforce Sans"/>
                <a:sym typeface="Salesforce Sans"/>
              </a:endParaRPr>
            </a:p>
          </p:txBody>
        </p:sp>
        <p:sp>
          <p:nvSpPr>
            <p:cNvPr id="2440" name="Google Shape;2440;p85"/>
            <p:cNvSpPr/>
            <p:nvPr/>
          </p:nvSpPr>
          <p:spPr>
            <a:xfrm>
              <a:off x="2874053" y="432997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41" name="Google Shape;2441;p85"/>
            <p:cNvSpPr/>
            <p:nvPr/>
          </p:nvSpPr>
          <p:spPr>
            <a:xfrm>
              <a:off x="2874053" y="448118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42" name="Google Shape;2442;p85"/>
            <p:cNvSpPr/>
            <p:nvPr/>
          </p:nvSpPr>
          <p:spPr>
            <a:xfrm>
              <a:off x="2874053" y="462097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43" name="Google Shape;2443;p85"/>
            <p:cNvSpPr txBox="1"/>
            <p:nvPr/>
          </p:nvSpPr>
          <p:spPr>
            <a:xfrm>
              <a:off x="3010101" y="47390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sz="800" i="0" u="none" strike="noStrike" cap="none">
                <a:latin typeface="Salesforce Sans"/>
                <a:ea typeface="Salesforce Sans"/>
                <a:cs typeface="Salesforce Sans"/>
                <a:sym typeface="Salesforce Sans"/>
              </a:endParaRPr>
            </a:p>
          </p:txBody>
        </p:sp>
        <p:sp>
          <p:nvSpPr>
            <p:cNvPr id="2444" name="Google Shape;2444;p85"/>
            <p:cNvSpPr/>
            <p:nvPr/>
          </p:nvSpPr>
          <p:spPr>
            <a:xfrm>
              <a:off x="2874053" y="47576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45" name="Google Shape;2445;p85"/>
            <p:cNvSpPr txBox="1"/>
            <p:nvPr/>
          </p:nvSpPr>
          <p:spPr>
            <a:xfrm>
              <a:off x="3016756" y="4885338"/>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446" name="Google Shape;2446;p85"/>
            <p:cNvSpPr txBox="1"/>
            <p:nvPr/>
          </p:nvSpPr>
          <p:spPr>
            <a:xfrm>
              <a:off x="3010101" y="51090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sz="800" i="0" u="none" strike="noStrike" cap="none">
                <a:latin typeface="Salesforce Sans"/>
                <a:ea typeface="Salesforce Sans"/>
                <a:cs typeface="Salesforce Sans"/>
                <a:sym typeface="Salesforce Sans"/>
              </a:endParaRPr>
            </a:p>
          </p:txBody>
        </p:sp>
        <p:sp>
          <p:nvSpPr>
            <p:cNvPr id="2447" name="Google Shape;2447;p85"/>
            <p:cNvSpPr txBox="1"/>
            <p:nvPr/>
          </p:nvSpPr>
          <p:spPr>
            <a:xfrm>
              <a:off x="3010100" y="5257700"/>
              <a:ext cx="1785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sz="800" i="0" u="none" strike="noStrike" cap="none">
                <a:latin typeface="Salesforce Sans"/>
                <a:ea typeface="Salesforce Sans"/>
                <a:cs typeface="Salesforce Sans"/>
                <a:sym typeface="Salesforce Sans"/>
              </a:endParaRPr>
            </a:p>
          </p:txBody>
        </p:sp>
        <p:sp>
          <p:nvSpPr>
            <p:cNvPr id="2448" name="Google Shape;2448;p85"/>
            <p:cNvSpPr txBox="1"/>
            <p:nvPr/>
          </p:nvSpPr>
          <p:spPr>
            <a:xfrm>
              <a:off x="3010100" y="5406325"/>
              <a:ext cx="1958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sz="800" i="0" u="none" strike="noStrike" cap="none">
                <a:latin typeface="Salesforce Sans"/>
                <a:ea typeface="Salesforce Sans"/>
                <a:cs typeface="Salesforce Sans"/>
                <a:sym typeface="Salesforce Sans"/>
              </a:endParaRPr>
            </a:p>
          </p:txBody>
        </p:sp>
        <p:sp>
          <p:nvSpPr>
            <p:cNvPr id="2449" name="Google Shape;2449;p85"/>
            <p:cNvSpPr txBox="1"/>
            <p:nvPr/>
          </p:nvSpPr>
          <p:spPr>
            <a:xfrm>
              <a:off x="3010100" y="5557525"/>
              <a:ext cx="1935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sz="800" i="0" u="none" strike="noStrike" cap="none">
                <a:latin typeface="Salesforce Sans"/>
                <a:ea typeface="Salesforce Sans"/>
                <a:cs typeface="Salesforce Sans"/>
                <a:sym typeface="Salesforce Sans"/>
              </a:endParaRPr>
            </a:p>
          </p:txBody>
        </p:sp>
        <p:sp>
          <p:nvSpPr>
            <p:cNvPr id="2450" name="Google Shape;2450;p85"/>
            <p:cNvSpPr txBox="1"/>
            <p:nvPr/>
          </p:nvSpPr>
          <p:spPr>
            <a:xfrm>
              <a:off x="3010101" y="569731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sz="800" i="0" u="none" strike="noStrike" cap="none">
                <a:latin typeface="Salesforce Sans"/>
                <a:ea typeface="Salesforce Sans"/>
                <a:cs typeface="Salesforce Sans"/>
                <a:sym typeface="Salesforce Sans"/>
              </a:endParaRPr>
            </a:p>
          </p:txBody>
        </p:sp>
        <p:sp>
          <p:nvSpPr>
            <p:cNvPr id="2451" name="Google Shape;2451;p85"/>
            <p:cNvSpPr/>
            <p:nvPr/>
          </p:nvSpPr>
          <p:spPr>
            <a:xfrm>
              <a:off x="2874053" y="52763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52" name="Google Shape;2452;p85"/>
            <p:cNvSpPr/>
            <p:nvPr/>
          </p:nvSpPr>
          <p:spPr>
            <a:xfrm>
              <a:off x="2874053" y="54249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53" name="Google Shape;2453;p85"/>
            <p:cNvSpPr/>
            <p:nvPr/>
          </p:nvSpPr>
          <p:spPr>
            <a:xfrm>
              <a:off x="2874053" y="55761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54" name="Google Shape;2454;p85"/>
            <p:cNvSpPr/>
            <p:nvPr/>
          </p:nvSpPr>
          <p:spPr>
            <a:xfrm>
              <a:off x="2874053" y="57159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55" name="Google Shape;2455;p85"/>
            <p:cNvSpPr/>
            <p:nvPr/>
          </p:nvSpPr>
          <p:spPr>
            <a:xfrm>
              <a:off x="2874053" y="51276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56" name="Google Shape;2456;p85"/>
            <p:cNvSpPr txBox="1"/>
            <p:nvPr/>
          </p:nvSpPr>
          <p:spPr>
            <a:xfrm>
              <a:off x="3010101" y="58478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2457" name="Google Shape;2457;p85"/>
            <p:cNvSpPr/>
            <p:nvPr/>
          </p:nvSpPr>
          <p:spPr>
            <a:xfrm>
              <a:off x="2874053" y="58664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58" name="Google Shape;2458;p85"/>
            <p:cNvSpPr txBox="1"/>
            <p:nvPr/>
          </p:nvSpPr>
          <p:spPr>
            <a:xfrm>
              <a:off x="3010099" y="622162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sz="800" i="0" u="none" strike="noStrike" cap="none">
                <a:latin typeface="Salesforce Sans"/>
                <a:ea typeface="Salesforce Sans"/>
                <a:cs typeface="Salesforce Sans"/>
                <a:sym typeface="Salesforce Sans"/>
              </a:endParaRPr>
            </a:p>
          </p:txBody>
        </p:sp>
        <p:sp>
          <p:nvSpPr>
            <p:cNvPr id="2459" name="Google Shape;2459;p85"/>
            <p:cNvSpPr txBox="1"/>
            <p:nvPr/>
          </p:nvSpPr>
          <p:spPr>
            <a:xfrm>
              <a:off x="3010099" y="637023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sz="800" i="0" u="none" strike="noStrike" cap="none">
                <a:latin typeface="Salesforce Sans"/>
                <a:ea typeface="Salesforce Sans"/>
                <a:cs typeface="Salesforce Sans"/>
                <a:sym typeface="Salesforce Sans"/>
              </a:endParaRPr>
            </a:p>
          </p:txBody>
        </p:sp>
        <p:sp>
          <p:nvSpPr>
            <p:cNvPr id="2460" name="Google Shape;2460;p85"/>
            <p:cNvSpPr txBox="1"/>
            <p:nvPr/>
          </p:nvSpPr>
          <p:spPr>
            <a:xfrm>
              <a:off x="3010099" y="651884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sz="800" i="0" u="none" strike="noStrike" cap="none">
                <a:latin typeface="Salesforce Sans"/>
                <a:ea typeface="Salesforce Sans"/>
                <a:cs typeface="Salesforce Sans"/>
                <a:sym typeface="Salesforce Sans"/>
              </a:endParaRPr>
            </a:p>
          </p:txBody>
        </p:sp>
        <p:sp>
          <p:nvSpPr>
            <p:cNvPr id="2461" name="Google Shape;2461;p85"/>
            <p:cNvSpPr txBox="1"/>
            <p:nvPr/>
          </p:nvSpPr>
          <p:spPr>
            <a:xfrm>
              <a:off x="3010099" y="667004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sz="800" i="0" u="none" strike="noStrike" cap="none">
                <a:latin typeface="Salesforce Sans"/>
                <a:ea typeface="Salesforce Sans"/>
                <a:cs typeface="Salesforce Sans"/>
                <a:sym typeface="Salesforce Sans"/>
              </a:endParaRPr>
            </a:p>
          </p:txBody>
        </p:sp>
        <p:sp>
          <p:nvSpPr>
            <p:cNvPr id="2462" name="Google Shape;2462;p85"/>
            <p:cNvSpPr txBox="1"/>
            <p:nvPr/>
          </p:nvSpPr>
          <p:spPr>
            <a:xfrm>
              <a:off x="3010099" y="6809833"/>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sz="800" i="0" u="none" strike="noStrike" cap="none">
                <a:latin typeface="Salesforce Sans"/>
                <a:ea typeface="Salesforce Sans"/>
                <a:cs typeface="Salesforce Sans"/>
                <a:sym typeface="Salesforce Sans"/>
              </a:endParaRPr>
            </a:p>
          </p:txBody>
        </p:sp>
        <p:sp>
          <p:nvSpPr>
            <p:cNvPr id="2463" name="Google Shape;2463;p85"/>
            <p:cNvSpPr/>
            <p:nvPr/>
          </p:nvSpPr>
          <p:spPr>
            <a:xfrm>
              <a:off x="2874053" y="63888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64" name="Google Shape;2464;p85"/>
            <p:cNvSpPr/>
            <p:nvPr/>
          </p:nvSpPr>
          <p:spPr>
            <a:xfrm>
              <a:off x="2874053" y="65374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65" name="Google Shape;2465;p85"/>
            <p:cNvSpPr/>
            <p:nvPr/>
          </p:nvSpPr>
          <p:spPr>
            <a:xfrm>
              <a:off x="2874053" y="66886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66" name="Google Shape;2466;p85"/>
            <p:cNvSpPr/>
            <p:nvPr/>
          </p:nvSpPr>
          <p:spPr>
            <a:xfrm>
              <a:off x="2874053" y="68284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67" name="Google Shape;2467;p85"/>
            <p:cNvSpPr/>
            <p:nvPr/>
          </p:nvSpPr>
          <p:spPr>
            <a:xfrm>
              <a:off x="2874053" y="62402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68" name="Google Shape;2468;p85"/>
            <p:cNvSpPr txBox="1"/>
            <p:nvPr/>
          </p:nvSpPr>
          <p:spPr>
            <a:xfrm>
              <a:off x="3010099" y="696037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2469" name="Google Shape;2469;p85"/>
            <p:cNvSpPr/>
            <p:nvPr/>
          </p:nvSpPr>
          <p:spPr>
            <a:xfrm>
              <a:off x="2874053" y="69789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70" name="Google Shape;2470;p85"/>
            <p:cNvSpPr txBox="1"/>
            <p:nvPr/>
          </p:nvSpPr>
          <p:spPr>
            <a:xfrm>
              <a:off x="3016756" y="5994125"/>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471" name="Google Shape;2471;p85"/>
            <p:cNvSpPr txBox="1"/>
            <p:nvPr/>
          </p:nvSpPr>
          <p:spPr>
            <a:xfrm>
              <a:off x="3016756" y="7129550"/>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472" name="Google Shape;2472;p85"/>
            <p:cNvSpPr txBox="1"/>
            <p:nvPr/>
          </p:nvSpPr>
          <p:spPr>
            <a:xfrm>
              <a:off x="3010099" y="795313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sz="800" i="0" u="none" strike="noStrike" cap="none">
                <a:latin typeface="Salesforce Sans"/>
                <a:ea typeface="Salesforce Sans"/>
                <a:cs typeface="Salesforce Sans"/>
                <a:sym typeface="Salesforce Sans"/>
              </a:endParaRPr>
            </a:p>
          </p:txBody>
        </p:sp>
        <p:sp>
          <p:nvSpPr>
            <p:cNvPr id="2473" name="Google Shape;2473;p85"/>
            <p:cNvSpPr txBox="1"/>
            <p:nvPr/>
          </p:nvSpPr>
          <p:spPr>
            <a:xfrm>
              <a:off x="3010099" y="810174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sz="800" i="0" u="none" strike="noStrike" cap="none">
                <a:latin typeface="Salesforce Sans"/>
                <a:ea typeface="Salesforce Sans"/>
                <a:cs typeface="Salesforce Sans"/>
                <a:sym typeface="Salesforce Sans"/>
              </a:endParaRPr>
            </a:p>
          </p:txBody>
        </p:sp>
        <p:sp>
          <p:nvSpPr>
            <p:cNvPr id="2474" name="Google Shape;2474;p85"/>
            <p:cNvSpPr txBox="1"/>
            <p:nvPr/>
          </p:nvSpPr>
          <p:spPr>
            <a:xfrm>
              <a:off x="3010099" y="825035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sz="800" i="0" u="none" strike="noStrike" cap="none">
                <a:latin typeface="Salesforce Sans"/>
                <a:ea typeface="Salesforce Sans"/>
                <a:cs typeface="Salesforce Sans"/>
                <a:sym typeface="Salesforce Sans"/>
              </a:endParaRPr>
            </a:p>
          </p:txBody>
        </p:sp>
        <p:sp>
          <p:nvSpPr>
            <p:cNvPr id="2475" name="Google Shape;2475;p85"/>
            <p:cNvSpPr txBox="1"/>
            <p:nvPr/>
          </p:nvSpPr>
          <p:spPr>
            <a:xfrm>
              <a:off x="3010099" y="84015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sz="800" i="0" u="none" strike="noStrike" cap="none">
                <a:latin typeface="Salesforce Sans"/>
                <a:ea typeface="Salesforce Sans"/>
                <a:cs typeface="Salesforce Sans"/>
                <a:sym typeface="Salesforce Sans"/>
              </a:endParaRPr>
            </a:p>
          </p:txBody>
        </p:sp>
        <p:sp>
          <p:nvSpPr>
            <p:cNvPr id="2476" name="Google Shape;2476;p85"/>
            <p:cNvSpPr txBox="1"/>
            <p:nvPr/>
          </p:nvSpPr>
          <p:spPr>
            <a:xfrm>
              <a:off x="3010099" y="8541346"/>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sz="800" i="0" u="none" strike="noStrike" cap="none">
                <a:latin typeface="Salesforce Sans"/>
                <a:ea typeface="Salesforce Sans"/>
                <a:cs typeface="Salesforce Sans"/>
                <a:sym typeface="Salesforce Sans"/>
              </a:endParaRPr>
            </a:p>
          </p:txBody>
        </p:sp>
        <p:sp>
          <p:nvSpPr>
            <p:cNvPr id="2477" name="Google Shape;2477;p85"/>
            <p:cNvSpPr/>
            <p:nvPr/>
          </p:nvSpPr>
          <p:spPr>
            <a:xfrm>
              <a:off x="2874053" y="8120345"/>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78" name="Google Shape;2478;p85"/>
            <p:cNvSpPr/>
            <p:nvPr/>
          </p:nvSpPr>
          <p:spPr>
            <a:xfrm>
              <a:off x="2874053" y="82689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79" name="Google Shape;2479;p85"/>
            <p:cNvSpPr/>
            <p:nvPr/>
          </p:nvSpPr>
          <p:spPr>
            <a:xfrm>
              <a:off x="2874053" y="84201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80" name="Google Shape;2480;p85"/>
            <p:cNvSpPr/>
            <p:nvPr/>
          </p:nvSpPr>
          <p:spPr>
            <a:xfrm>
              <a:off x="2874053" y="85599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81" name="Google Shape;2481;p85"/>
            <p:cNvSpPr/>
            <p:nvPr/>
          </p:nvSpPr>
          <p:spPr>
            <a:xfrm>
              <a:off x="2874053" y="79717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82" name="Google Shape;2482;p85"/>
            <p:cNvSpPr txBox="1"/>
            <p:nvPr/>
          </p:nvSpPr>
          <p:spPr>
            <a:xfrm>
              <a:off x="3010099" y="869189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2483" name="Google Shape;2483;p85"/>
            <p:cNvSpPr/>
            <p:nvPr/>
          </p:nvSpPr>
          <p:spPr>
            <a:xfrm>
              <a:off x="2874053" y="87105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84" name="Google Shape;2484;p85"/>
            <p:cNvSpPr txBox="1"/>
            <p:nvPr/>
          </p:nvSpPr>
          <p:spPr>
            <a:xfrm>
              <a:off x="3016756" y="8861063"/>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485" name="Google Shape;2485;p85"/>
            <p:cNvSpPr txBox="1"/>
            <p:nvPr/>
          </p:nvSpPr>
          <p:spPr>
            <a:xfrm>
              <a:off x="3010099" y="735285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2486" name="Google Shape;2486;p85"/>
            <p:cNvSpPr txBox="1"/>
            <p:nvPr/>
          </p:nvSpPr>
          <p:spPr>
            <a:xfrm>
              <a:off x="3010099" y="750145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sz="800" i="0" u="none" strike="noStrike" cap="none">
                <a:latin typeface="Salesforce Sans"/>
                <a:ea typeface="Salesforce Sans"/>
                <a:cs typeface="Salesforce Sans"/>
                <a:sym typeface="Salesforce Sans"/>
              </a:endParaRPr>
            </a:p>
          </p:txBody>
        </p:sp>
        <p:sp>
          <p:nvSpPr>
            <p:cNvPr id="2487" name="Google Shape;2487;p85"/>
            <p:cNvSpPr txBox="1"/>
            <p:nvPr/>
          </p:nvSpPr>
          <p:spPr>
            <a:xfrm>
              <a:off x="3010099" y="765006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i="0" u="none" strike="noStrike" cap="none">
                <a:latin typeface="Salesforce Sans"/>
                <a:ea typeface="Salesforce Sans"/>
                <a:cs typeface="Salesforce Sans"/>
                <a:sym typeface="Salesforce Sans"/>
              </a:endParaRPr>
            </a:p>
          </p:txBody>
        </p:sp>
        <p:sp>
          <p:nvSpPr>
            <p:cNvPr id="2488" name="Google Shape;2488;p85"/>
            <p:cNvSpPr txBox="1"/>
            <p:nvPr/>
          </p:nvSpPr>
          <p:spPr>
            <a:xfrm>
              <a:off x="3010099" y="780127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i="0" u="none" strike="noStrike" cap="none">
                <a:latin typeface="Salesforce Sans"/>
                <a:ea typeface="Salesforce Sans"/>
                <a:cs typeface="Salesforce Sans"/>
                <a:sym typeface="Salesforce Sans"/>
              </a:endParaRPr>
            </a:p>
          </p:txBody>
        </p:sp>
        <p:sp>
          <p:nvSpPr>
            <p:cNvPr id="2489" name="Google Shape;2489;p85"/>
            <p:cNvSpPr/>
            <p:nvPr/>
          </p:nvSpPr>
          <p:spPr>
            <a:xfrm>
              <a:off x="2874053" y="75200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90" name="Google Shape;2490;p85"/>
            <p:cNvSpPr/>
            <p:nvPr/>
          </p:nvSpPr>
          <p:spPr>
            <a:xfrm>
              <a:off x="2874053" y="766866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491" name="Google Shape;2491;p85"/>
            <p:cNvSpPr/>
            <p:nvPr/>
          </p:nvSpPr>
          <p:spPr>
            <a:xfrm>
              <a:off x="2874053" y="781987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492" name="Google Shape;2492;p85"/>
            <p:cNvSpPr/>
            <p:nvPr/>
          </p:nvSpPr>
          <p:spPr>
            <a:xfrm>
              <a:off x="2874053" y="73714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grpSp>
        <p:nvGrpSpPr>
          <p:cNvPr id="2493" name="Google Shape;2493;p85"/>
          <p:cNvGrpSpPr/>
          <p:nvPr/>
        </p:nvGrpSpPr>
        <p:grpSpPr>
          <a:xfrm>
            <a:off x="7088611" y="1752600"/>
            <a:ext cx="5094171" cy="6865800"/>
            <a:chOff x="5821379" y="1524000"/>
            <a:chExt cx="5094171" cy="6865800"/>
          </a:xfrm>
        </p:grpSpPr>
        <p:sp>
          <p:nvSpPr>
            <p:cNvPr id="2494" name="Google Shape;2494;p85"/>
            <p:cNvSpPr txBox="1"/>
            <p:nvPr/>
          </p:nvSpPr>
          <p:spPr>
            <a:xfrm>
              <a:off x="8363151" y="2399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2495" name="Google Shape;2495;p85"/>
            <p:cNvSpPr txBox="1"/>
            <p:nvPr/>
          </p:nvSpPr>
          <p:spPr>
            <a:xfrm>
              <a:off x="8363151" y="25485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2496" name="Google Shape;2496;p85"/>
            <p:cNvSpPr txBox="1"/>
            <p:nvPr/>
          </p:nvSpPr>
          <p:spPr>
            <a:xfrm>
              <a:off x="8363151" y="26971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2497" name="Google Shape;2497;p85"/>
            <p:cNvSpPr txBox="1"/>
            <p:nvPr/>
          </p:nvSpPr>
          <p:spPr>
            <a:xfrm>
              <a:off x="8363151" y="28483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sz="800" i="0" u="none" strike="noStrike" cap="none">
                <a:latin typeface="Salesforce Sans"/>
                <a:ea typeface="Salesforce Sans"/>
                <a:cs typeface="Salesforce Sans"/>
                <a:sym typeface="Salesforce Sans"/>
              </a:endParaRPr>
            </a:p>
          </p:txBody>
        </p:sp>
        <p:sp>
          <p:nvSpPr>
            <p:cNvPr id="2498" name="Google Shape;2498;p85"/>
            <p:cNvSpPr txBox="1"/>
            <p:nvPr/>
          </p:nvSpPr>
          <p:spPr>
            <a:xfrm>
              <a:off x="8363149" y="298812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sz="800" i="0" u="none" strike="noStrike" cap="none">
                <a:latin typeface="Salesforce Sans"/>
                <a:ea typeface="Salesforce Sans"/>
                <a:cs typeface="Salesforce Sans"/>
                <a:sym typeface="Salesforce Sans"/>
              </a:endParaRPr>
            </a:p>
          </p:txBody>
        </p:sp>
        <p:sp>
          <p:nvSpPr>
            <p:cNvPr id="2499" name="Google Shape;2499;p85"/>
            <p:cNvSpPr txBox="1"/>
            <p:nvPr/>
          </p:nvSpPr>
          <p:spPr>
            <a:xfrm>
              <a:off x="836315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2500" name="Google Shape;2500;p85"/>
            <p:cNvSpPr/>
            <p:nvPr/>
          </p:nvSpPr>
          <p:spPr>
            <a:xfrm>
              <a:off x="8227103" y="17868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01" name="Google Shape;2501;p85"/>
            <p:cNvSpPr txBox="1"/>
            <p:nvPr/>
          </p:nvSpPr>
          <p:spPr>
            <a:xfrm>
              <a:off x="8363150" y="1923400"/>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2502" name="Google Shape;2502;p85"/>
            <p:cNvSpPr/>
            <p:nvPr/>
          </p:nvSpPr>
          <p:spPr>
            <a:xfrm>
              <a:off x="8227103" y="19418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03" name="Google Shape;2503;p85"/>
            <p:cNvSpPr txBox="1"/>
            <p:nvPr/>
          </p:nvSpPr>
          <p:spPr>
            <a:xfrm>
              <a:off x="836315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2504" name="Google Shape;2504;p85"/>
            <p:cNvSpPr/>
            <p:nvPr/>
          </p:nvSpPr>
          <p:spPr>
            <a:xfrm>
              <a:off x="8227103" y="209685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05" name="Google Shape;2505;p85"/>
            <p:cNvSpPr txBox="1"/>
            <p:nvPr/>
          </p:nvSpPr>
          <p:spPr>
            <a:xfrm>
              <a:off x="836315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2506" name="Google Shape;2506;p85"/>
            <p:cNvSpPr/>
            <p:nvPr/>
          </p:nvSpPr>
          <p:spPr>
            <a:xfrm>
              <a:off x="8227103" y="22576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07" name="Google Shape;2507;p85"/>
            <p:cNvSpPr/>
            <p:nvPr/>
          </p:nvSpPr>
          <p:spPr>
            <a:xfrm>
              <a:off x="8227103" y="256710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08" name="Google Shape;2508;p85"/>
            <p:cNvSpPr/>
            <p:nvPr/>
          </p:nvSpPr>
          <p:spPr>
            <a:xfrm>
              <a:off x="8227103" y="271571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09" name="Google Shape;2509;p85"/>
            <p:cNvSpPr/>
            <p:nvPr/>
          </p:nvSpPr>
          <p:spPr>
            <a:xfrm>
              <a:off x="8227103" y="286692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10" name="Google Shape;2510;p85"/>
            <p:cNvSpPr/>
            <p:nvPr/>
          </p:nvSpPr>
          <p:spPr>
            <a:xfrm>
              <a:off x="8227103" y="300671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11" name="Google Shape;2511;p85"/>
            <p:cNvSpPr/>
            <p:nvPr/>
          </p:nvSpPr>
          <p:spPr>
            <a:xfrm>
              <a:off x="8227103" y="241849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12" name="Google Shape;2512;p85"/>
            <p:cNvSpPr txBox="1"/>
            <p:nvPr/>
          </p:nvSpPr>
          <p:spPr>
            <a:xfrm>
              <a:off x="582137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513" name="Google Shape;2513;p85"/>
            <p:cNvSpPr txBox="1"/>
            <p:nvPr/>
          </p:nvSpPr>
          <p:spPr>
            <a:xfrm>
              <a:off x="7021147"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514" name="Google Shape;2514;p85"/>
            <p:cNvGrpSpPr/>
            <p:nvPr/>
          </p:nvGrpSpPr>
          <p:grpSpPr>
            <a:xfrm>
              <a:off x="5840990" y="1793656"/>
              <a:ext cx="952541" cy="449700"/>
              <a:chOff x="5812280" y="1793656"/>
              <a:chExt cx="952541" cy="449700"/>
            </a:xfrm>
          </p:grpSpPr>
          <p:sp>
            <p:nvSpPr>
              <p:cNvPr id="2515" name="Google Shape;2515;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516" name="Google Shape;2516;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2517" name="Google Shape;2517;p85"/>
            <p:cNvSpPr txBox="1"/>
            <p:nvPr/>
          </p:nvSpPr>
          <p:spPr>
            <a:xfrm>
              <a:off x="836498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518" name="Google Shape;2518;p85"/>
            <p:cNvSpPr txBox="1"/>
            <p:nvPr/>
          </p:nvSpPr>
          <p:spPr>
            <a:xfrm>
              <a:off x="7021140" y="1771825"/>
              <a:ext cx="1022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Sales &amp; Marketing </a:t>
              </a:r>
              <a:endParaRPr sz="900" b="1">
                <a:solidFill>
                  <a:srgbClr val="066AFE"/>
                </a:solidFill>
                <a:latin typeface="Salesforce Sans"/>
                <a:ea typeface="Salesforce Sans"/>
                <a:cs typeface="Salesforce Sans"/>
                <a:sym typeface="Salesforce Sans"/>
              </a:endParaRPr>
            </a:p>
          </p:txBody>
        </p:sp>
        <p:sp>
          <p:nvSpPr>
            <p:cNvPr id="2519" name="Google Shape;2519;p85"/>
            <p:cNvSpPr txBox="1"/>
            <p:nvPr/>
          </p:nvSpPr>
          <p:spPr>
            <a:xfrm>
              <a:off x="8363151" y="31386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sz="800" i="0" u="none" strike="noStrike" cap="none">
                <a:latin typeface="Salesforce Sans"/>
                <a:ea typeface="Salesforce Sans"/>
                <a:cs typeface="Salesforce Sans"/>
                <a:sym typeface="Salesforce Sans"/>
              </a:endParaRPr>
            </a:p>
          </p:txBody>
        </p:sp>
        <p:sp>
          <p:nvSpPr>
            <p:cNvPr id="2520" name="Google Shape;2520;p85"/>
            <p:cNvSpPr/>
            <p:nvPr/>
          </p:nvSpPr>
          <p:spPr>
            <a:xfrm>
              <a:off x="8227103" y="315726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21" name="Google Shape;2521;p85"/>
            <p:cNvSpPr txBox="1"/>
            <p:nvPr/>
          </p:nvSpPr>
          <p:spPr>
            <a:xfrm>
              <a:off x="8363151" y="328686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sz="800" i="0" u="none" strike="noStrike" cap="none">
                <a:latin typeface="Salesforce Sans"/>
                <a:ea typeface="Salesforce Sans"/>
                <a:cs typeface="Salesforce Sans"/>
                <a:sym typeface="Salesforce Sans"/>
              </a:endParaRPr>
            </a:p>
          </p:txBody>
        </p:sp>
        <p:sp>
          <p:nvSpPr>
            <p:cNvPr id="2522" name="Google Shape;2522;p85"/>
            <p:cNvSpPr txBox="1"/>
            <p:nvPr/>
          </p:nvSpPr>
          <p:spPr>
            <a:xfrm>
              <a:off x="8363151" y="343547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sz="800" i="0" u="none" strike="noStrike" cap="none">
                <a:latin typeface="Salesforce Sans"/>
                <a:ea typeface="Salesforce Sans"/>
                <a:cs typeface="Salesforce Sans"/>
                <a:sym typeface="Salesforce Sans"/>
              </a:endParaRPr>
            </a:p>
          </p:txBody>
        </p:sp>
        <p:sp>
          <p:nvSpPr>
            <p:cNvPr id="2523" name="Google Shape;2523;p85"/>
            <p:cNvSpPr txBox="1"/>
            <p:nvPr/>
          </p:nvSpPr>
          <p:spPr>
            <a:xfrm>
              <a:off x="8363151" y="35840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sz="800" i="0" u="none" strike="noStrike" cap="none">
                <a:latin typeface="Salesforce Sans"/>
                <a:ea typeface="Salesforce Sans"/>
                <a:cs typeface="Salesforce Sans"/>
                <a:sym typeface="Salesforce Sans"/>
              </a:endParaRPr>
            </a:p>
          </p:txBody>
        </p:sp>
        <p:sp>
          <p:nvSpPr>
            <p:cNvPr id="2524" name="Google Shape;2524;p85"/>
            <p:cNvSpPr txBox="1"/>
            <p:nvPr/>
          </p:nvSpPr>
          <p:spPr>
            <a:xfrm>
              <a:off x="8363151" y="37352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sz="800" i="0" u="none" strike="noStrike" cap="none">
                <a:latin typeface="Salesforce Sans"/>
                <a:ea typeface="Salesforce Sans"/>
                <a:cs typeface="Salesforce Sans"/>
                <a:sym typeface="Salesforce Sans"/>
              </a:endParaRPr>
            </a:p>
          </p:txBody>
        </p:sp>
        <p:sp>
          <p:nvSpPr>
            <p:cNvPr id="2525" name="Google Shape;2525;p85"/>
            <p:cNvSpPr txBox="1"/>
            <p:nvPr/>
          </p:nvSpPr>
          <p:spPr>
            <a:xfrm>
              <a:off x="8363149" y="38750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sz="800" i="0" u="none" strike="noStrike" cap="none">
                <a:latin typeface="Salesforce Sans"/>
                <a:ea typeface="Salesforce Sans"/>
                <a:cs typeface="Salesforce Sans"/>
                <a:sym typeface="Salesforce Sans"/>
              </a:endParaRPr>
            </a:p>
          </p:txBody>
        </p:sp>
        <p:sp>
          <p:nvSpPr>
            <p:cNvPr id="2526" name="Google Shape;2526;p85"/>
            <p:cNvSpPr/>
            <p:nvPr/>
          </p:nvSpPr>
          <p:spPr>
            <a:xfrm>
              <a:off x="8227103" y="34540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27" name="Google Shape;2527;p85"/>
            <p:cNvSpPr/>
            <p:nvPr/>
          </p:nvSpPr>
          <p:spPr>
            <a:xfrm>
              <a:off x="8227103" y="36026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28" name="Google Shape;2528;p85"/>
            <p:cNvSpPr/>
            <p:nvPr/>
          </p:nvSpPr>
          <p:spPr>
            <a:xfrm>
              <a:off x="8227103" y="37538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29" name="Google Shape;2529;p85"/>
            <p:cNvSpPr/>
            <p:nvPr/>
          </p:nvSpPr>
          <p:spPr>
            <a:xfrm>
              <a:off x="8227103" y="38936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30" name="Google Shape;2530;p85"/>
            <p:cNvSpPr/>
            <p:nvPr/>
          </p:nvSpPr>
          <p:spPr>
            <a:xfrm>
              <a:off x="8227103" y="33054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31" name="Google Shape;2531;p85"/>
            <p:cNvSpPr txBox="1"/>
            <p:nvPr/>
          </p:nvSpPr>
          <p:spPr>
            <a:xfrm>
              <a:off x="8363151" y="40256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sz="800" i="0" u="none" strike="noStrike" cap="none">
                <a:latin typeface="Salesforce Sans"/>
                <a:ea typeface="Salesforce Sans"/>
                <a:cs typeface="Salesforce Sans"/>
                <a:sym typeface="Salesforce Sans"/>
              </a:endParaRPr>
            </a:p>
          </p:txBody>
        </p:sp>
        <p:sp>
          <p:nvSpPr>
            <p:cNvPr id="2532" name="Google Shape;2532;p85"/>
            <p:cNvSpPr txBox="1"/>
            <p:nvPr/>
          </p:nvSpPr>
          <p:spPr>
            <a:xfrm>
              <a:off x="8363149" y="4176838"/>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2533" name="Google Shape;2533;p85"/>
            <p:cNvSpPr txBox="1"/>
            <p:nvPr/>
          </p:nvSpPr>
          <p:spPr>
            <a:xfrm>
              <a:off x="8363149" y="4316613"/>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sz="800" i="0" u="none" strike="noStrike" cap="none">
                <a:latin typeface="Salesforce Sans"/>
                <a:ea typeface="Salesforce Sans"/>
                <a:cs typeface="Salesforce Sans"/>
                <a:sym typeface="Salesforce Sans"/>
              </a:endParaRPr>
            </a:p>
          </p:txBody>
        </p:sp>
        <p:sp>
          <p:nvSpPr>
            <p:cNvPr id="2534" name="Google Shape;2534;p85"/>
            <p:cNvSpPr/>
            <p:nvPr/>
          </p:nvSpPr>
          <p:spPr>
            <a:xfrm>
              <a:off x="8227103" y="404422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35" name="Google Shape;2535;p85"/>
            <p:cNvSpPr/>
            <p:nvPr/>
          </p:nvSpPr>
          <p:spPr>
            <a:xfrm>
              <a:off x="8227103" y="419543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36" name="Google Shape;2536;p85"/>
            <p:cNvSpPr/>
            <p:nvPr/>
          </p:nvSpPr>
          <p:spPr>
            <a:xfrm>
              <a:off x="8227103" y="433522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37" name="Google Shape;2537;p85"/>
            <p:cNvSpPr txBox="1"/>
            <p:nvPr/>
          </p:nvSpPr>
          <p:spPr>
            <a:xfrm>
              <a:off x="8363152" y="4542363"/>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sz="800" i="0" u="none" strike="noStrike" cap="none">
                <a:latin typeface="Salesforce Sans"/>
                <a:ea typeface="Salesforce Sans"/>
                <a:cs typeface="Salesforce Sans"/>
                <a:sym typeface="Salesforce Sans"/>
              </a:endParaRPr>
            </a:p>
          </p:txBody>
        </p:sp>
        <p:sp>
          <p:nvSpPr>
            <p:cNvPr id="2538" name="Google Shape;2538;p85"/>
            <p:cNvSpPr txBox="1"/>
            <p:nvPr/>
          </p:nvSpPr>
          <p:spPr>
            <a:xfrm>
              <a:off x="8363150" y="4690962"/>
              <a:ext cx="2326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2539" name="Google Shape;2539;p85"/>
            <p:cNvSpPr txBox="1"/>
            <p:nvPr/>
          </p:nvSpPr>
          <p:spPr>
            <a:xfrm>
              <a:off x="8363150" y="4839585"/>
              <a:ext cx="2552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sz="800" i="0" u="none" strike="noStrike" cap="none">
                <a:latin typeface="Salesforce Sans"/>
                <a:ea typeface="Salesforce Sans"/>
                <a:cs typeface="Salesforce Sans"/>
                <a:sym typeface="Salesforce Sans"/>
              </a:endParaRPr>
            </a:p>
          </p:txBody>
        </p:sp>
        <p:sp>
          <p:nvSpPr>
            <p:cNvPr id="2540" name="Google Shape;2540;p85"/>
            <p:cNvSpPr txBox="1"/>
            <p:nvPr/>
          </p:nvSpPr>
          <p:spPr>
            <a:xfrm>
              <a:off x="8363150" y="4990782"/>
              <a:ext cx="2521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sz="800" i="0" u="none" strike="noStrike" cap="none">
                <a:latin typeface="Salesforce Sans"/>
                <a:ea typeface="Salesforce Sans"/>
                <a:cs typeface="Salesforce Sans"/>
                <a:sym typeface="Salesforce Sans"/>
              </a:endParaRPr>
            </a:p>
          </p:txBody>
        </p:sp>
        <p:sp>
          <p:nvSpPr>
            <p:cNvPr id="2541" name="Google Shape;2541;p85"/>
            <p:cNvSpPr txBox="1"/>
            <p:nvPr/>
          </p:nvSpPr>
          <p:spPr>
            <a:xfrm>
              <a:off x="8363152" y="5130571"/>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sz="800" i="0" u="none" strike="noStrike" cap="none">
                <a:latin typeface="Salesforce Sans"/>
                <a:ea typeface="Salesforce Sans"/>
                <a:cs typeface="Salesforce Sans"/>
                <a:sym typeface="Salesforce Sans"/>
              </a:endParaRPr>
            </a:p>
          </p:txBody>
        </p:sp>
        <p:sp>
          <p:nvSpPr>
            <p:cNvPr id="2542" name="Google Shape;2542;p85"/>
            <p:cNvSpPr/>
            <p:nvPr/>
          </p:nvSpPr>
          <p:spPr>
            <a:xfrm>
              <a:off x="8227103" y="47095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43" name="Google Shape;2543;p85"/>
            <p:cNvSpPr/>
            <p:nvPr/>
          </p:nvSpPr>
          <p:spPr>
            <a:xfrm>
              <a:off x="8227103" y="48581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44" name="Google Shape;2544;p85"/>
            <p:cNvSpPr/>
            <p:nvPr/>
          </p:nvSpPr>
          <p:spPr>
            <a:xfrm>
              <a:off x="8227103" y="50093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45" name="Google Shape;2545;p85"/>
            <p:cNvSpPr/>
            <p:nvPr/>
          </p:nvSpPr>
          <p:spPr>
            <a:xfrm>
              <a:off x="8227103" y="514917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46" name="Google Shape;2546;p85"/>
            <p:cNvSpPr/>
            <p:nvPr/>
          </p:nvSpPr>
          <p:spPr>
            <a:xfrm>
              <a:off x="8227103" y="45609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47" name="Google Shape;2547;p85"/>
            <p:cNvSpPr txBox="1"/>
            <p:nvPr/>
          </p:nvSpPr>
          <p:spPr>
            <a:xfrm>
              <a:off x="8363152" y="5281115"/>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sz="800" i="0" u="none" strike="noStrike" cap="none">
                <a:latin typeface="Salesforce Sans"/>
                <a:ea typeface="Salesforce Sans"/>
                <a:cs typeface="Salesforce Sans"/>
                <a:sym typeface="Salesforce Sans"/>
              </a:endParaRPr>
            </a:p>
          </p:txBody>
        </p:sp>
        <p:sp>
          <p:nvSpPr>
            <p:cNvPr id="2548" name="Google Shape;2548;p85"/>
            <p:cNvSpPr/>
            <p:nvPr/>
          </p:nvSpPr>
          <p:spPr>
            <a:xfrm>
              <a:off x="8227103" y="529972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49" name="Google Shape;2549;p85"/>
            <p:cNvSpPr txBox="1"/>
            <p:nvPr/>
          </p:nvSpPr>
          <p:spPr>
            <a:xfrm>
              <a:off x="8363149" y="550725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sz="800" i="0" u="none" strike="noStrike" cap="none">
                <a:latin typeface="Salesforce Sans"/>
                <a:ea typeface="Salesforce Sans"/>
                <a:cs typeface="Salesforce Sans"/>
                <a:sym typeface="Salesforce Sans"/>
              </a:endParaRPr>
            </a:p>
          </p:txBody>
        </p:sp>
        <p:sp>
          <p:nvSpPr>
            <p:cNvPr id="2550" name="Google Shape;2550;p85"/>
            <p:cNvSpPr txBox="1"/>
            <p:nvPr/>
          </p:nvSpPr>
          <p:spPr>
            <a:xfrm>
              <a:off x="8363149" y="565585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i="0" u="none" strike="noStrike" cap="none">
                <a:latin typeface="Salesforce Sans"/>
                <a:ea typeface="Salesforce Sans"/>
                <a:cs typeface="Salesforce Sans"/>
                <a:sym typeface="Salesforce Sans"/>
              </a:endParaRPr>
            </a:p>
          </p:txBody>
        </p:sp>
        <p:sp>
          <p:nvSpPr>
            <p:cNvPr id="2551" name="Google Shape;2551;p85"/>
            <p:cNvSpPr txBox="1"/>
            <p:nvPr/>
          </p:nvSpPr>
          <p:spPr>
            <a:xfrm>
              <a:off x="8363149" y="580446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sz="800" i="0" u="none" strike="noStrike" cap="none">
                <a:latin typeface="Salesforce Sans"/>
                <a:ea typeface="Salesforce Sans"/>
                <a:cs typeface="Salesforce Sans"/>
                <a:sym typeface="Salesforce Sans"/>
              </a:endParaRPr>
            </a:p>
          </p:txBody>
        </p:sp>
        <p:sp>
          <p:nvSpPr>
            <p:cNvPr id="2552" name="Google Shape;2552;p85"/>
            <p:cNvSpPr txBox="1"/>
            <p:nvPr/>
          </p:nvSpPr>
          <p:spPr>
            <a:xfrm>
              <a:off x="8363149" y="595567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sz="800" i="0" u="none" strike="noStrike" cap="none">
                <a:latin typeface="Salesforce Sans"/>
                <a:ea typeface="Salesforce Sans"/>
                <a:cs typeface="Salesforce Sans"/>
                <a:sym typeface="Salesforce Sans"/>
              </a:endParaRPr>
            </a:p>
          </p:txBody>
        </p:sp>
        <p:sp>
          <p:nvSpPr>
            <p:cNvPr id="2553" name="Google Shape;2553;p85"/>
            <p:cNvSpPr txBox="1"/>
            <p:nvPr/>
          </p:nvSpPr>
          <p:spPr>
            <a:xfrm>
              <a:off x="8363149" y="60954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sz="800" i="0" u="none" strike="noStrike" cap="none">
                <a:latin typeface="Salesforce Sans"/>
                <a:ea typeface="Salesforce Sans"/>
                <a:cs typeface="Salesforce Sans"/>
                <a:sym typeface="Salesforce Sans"/>
              </a:endParaRPr>
            </a:p>
          </p:txBody>
        </p:sp>
        <p:sp>
          <p:nvSpPr>
            <p:cNvPr id="2554" name="Google Shape;2554;p85"/>
            <p:cNvSpPr/>
            <p:nvPr/>
          </p:nvSpPr>
          <p:spPr>
            <a:xfrm>
              <a:off x="8227103" y="56744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55" name="Google Shape;2555;p85"/>
            <p:cNvSpPr/>
            <p:nvPr/>
          </p:nvSpPr>
          <p:spPr>
            <a:xfrm>
              <a:off x="8227103" y="5823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56" name="Google Shape;2556;p85"/>
            <p:cNvSpPr/>
            <p:nvPr/>
          </p:nvSpPr>
          <p:spPr>
            <a:xfrm>
              <a:off x="8227103" y="597427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57" name="Google Shape;2557;p85"/>
            <p:cNvSpPr/>
            <p:nvPr/>
          </p:nvSpPr>
          <p:spPr>
            <a:xfrm>
              <a:off x="8227103" y="61140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58" name="Google Shape;2558;p85"/>
            <p:cNvSpPr/>
            <p:nvPr/>
          </p:nvSpPr>
          <p:spPr>
            <a:xfrm>
              <a:off x="8227103" y="552584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59" name="Google Shape;2559;p85"/>
            <p:cNvSpPr txBox="1"/>
            <p:nvPr/>
          </p:nvSpPr>
          <p:spPr>
            <a:xfrm>
              <a:off x="8363149" y="624600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2560" name="Google Shape;2560;p85"/>
            <p:cNvSpPr/>
            <p:nvPr/>
          </p:nvSpPr>
          <p:spPr>
            <a:xfrm>
              <a:off x="8227103" y="626461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61" name="Google Shape;2561;p85"/>
            <p:cNvSpPr txBox="1"/>
            <p:nvPr/>
          </p:nvSpPr>
          <p:spPr>
            <a:xfrm>
              <a:off x="8363150" y="767349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sz="800" i="0" u="none" strike="noStrike" cap="none">
                <a:latin typeface="Salesforce Sans"/>
                <a:ea typeface="Salesforce Sans"/>
                <a:cs typeface="Salesforce Sans"/>
                <a:sym typeface="Salesforce Sans"/>
              </a:endParaRPr>
            </a:p>
          </p:txBody>
        </p:sp>
        <p:sp>
          <p:nvSpPr>
            <p:cNvPr id="2562" name="Google Shape;2562;p85"/>
            <p:cNvSpPr txBox="1"/>
            <p:nvPr/>
          </p:nvSpPr>
          <p:spPr>
            <a:xfrm>
              <a:off x="8363150" y="7822104"/>
              <a:ext cx="1644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sz="800" i="0" u="none" strike="noStrike" cap="none">
                <a:latin typeface="Salesforce Sans"/>
                <a:ea typeface="Salesforce Sans"/>
                <a:cs typeface="Salesforce Sans"/>
                <a:sym typeface="Salesforce Sans"/>
              </a:endParaRPr>
            </a:p>
          </p:txBody>
        </p:sp>
        <p:sp>
          <p:nvSpPr>
            <p:cNvPr id="2563" name="Google Shape;2563;p85"/>
            <p:cNvSpPr txBox="1"/>
            <p:nvPr/>
          </p:nvSpPr>
          <p:spPr>
            <a:xfrm>
              <a:off x="8363150" y="7970706"/>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sz="800" i="0" u="none" strike="noStrike" cap="none">
                <a:latin typeface="Salesforce Sans"/>
                <a:ea typeface="Salesforce Sans"/>
                <a:cs typeface="Salesforce Sans"/>
                <a:sym typeface="Salesforce Sans"/>
              </a:endParaRPr>
            </a:p>
          </p:txBody>
        </p:sp>
        <p:sp>
          <p:nvSpPr>
            <p:cNvPr id="2564" name="Google Shape;2564;p85"/>
            <p:cNvSpPr txBox="1"/>
            <p:nvPr/>
          </p:nvSpPr>
          <p:spPr>
            <a:xfrm>
              <a:off x="8363150" y="812191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sz="800" i="0" u="none" strike="noStrike" cap="none">
                <a:latin typeface="Salesforce Sans"/>
                <a:ea typeface="Salesforce Sans"/>
                <a:cs typeface="Salesforce Sans"/>
                <a:sym typeface="Salesforce Sans"/>
              </a:endParaRPr>
            </a:p>
          </p:txBody>
        </p:sp>
        <p:sp>
          <p:nvSpPr>
            <p:cNvPr id="2565" name="Google Shape;2565;p85"/>
            <p:cNvSpPr txBox="1"/>
            <p:nvPr/>
          </p:nvSpPr>
          <p:spPr>
            <a:xfrm>
              <a:off x="8363150" y="82617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sz="800" i="0" u="none" strike="noStrike" cap="none">
                <a:latin typeface="Salesforce Sans"/>
                <a:ea typeface="Salesforce Sans"/>
                <a:cs typeface="Salesforce Sans"/>
                <a:sym typeface="Salesforce Sans"/>
              </a:endParaRPr>
            </a:p>
          </p:txBody>
        </p:sp>
        <p:sp>
          <p:nvSpPr>
            <p:cNvPr id="2566" name="Google Shape;2566;p85"/>
            <p:cNvSpPr/>
            <p:nvPr/>
          </p:nvSpPr>
          <p:spPr>
            <a:xfrm>
              <a:off x="8227103" y="78406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67" name="Google Shape;2567;p85"/>
            <p:cNvSpPr/>
            <p:nvPr/>
          </p:nvSpPr>
          <p:spPr>
            <a:xfrm>
              <a:off x="8227103" y="79893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68" name="Google Shape;2568;p85"/>
            <p:cNvSpPr/>
            <p:nvPr/>
          </p:nvSpPr>
          <p:spPr>
            <a:xfrm>
              <a:off x="8227103" y="81405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69" name="Google Shape;2569;p85"/>
            <p:cNvSpPr/>
            <p:nvPr/>
          </p:nvSpPr>
          <p:spPr>
            <a:xfrm>
              <a:off x="8227103" y="828030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70" name="Google Shape;2570;p85"/>
            <p:cNvSpPr/>
            <p:nvPr/>
          </p:nvSpPr>
          <p:spPr>
            <a:xfrm>
              <a:off x="8227103" y="769208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71" name="Google Shape;2571;p85"/>
            <p:cNvSpPr txBox="1"/>
            <p:nvPr/>
          </p:nvSpPr>
          <p:spPr>
            <a:xfrm>
              <a:off x="8363150" y="707320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2572" name="Google Shape;2572;p85"/>
            <p:cNvSpPr txBox="1"/>
            <p:nvPr/>
          </p:nvSpPr>
          <p:spPr>
            <a:xfrm>
              <a:off x="8363150" y="722181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sz="800" i="0" u="none" strike="noStrike" cap="none">
                <a:latin typeface="Salesforce Sans"/>
                <a:ea typeface="Salesforce Sans"/>
                <a:cs typeface="Salesforce Sans"/>
                <a:sym typeface="Salesforce Sans"/>
              </a:endParaRPr>
            </a:p>
          </p:txBody>
        </p:sp>
        <p:sp>
          <p:nvSpPr>
            <p:cNvPr id="2573" name="Google Shape;2573;p85"/>
            <p:cNvSpPr txBox="1"/>
            <p:nvPr/>
          </p:nvSpPr>
          <p:spPr>
            <a:xfrm>
              <a:off x="8363150" y="7370419"/>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sz="800" i="0" u="none" strike="noStrike" cap="none">
                <a:latin typeface="Salesforce Sans"/>
                <a:ea typeface="Salesforce Sans"/>
                <a:cs typeface="Salesforce Sans"/>
                <a:sym typeface="Salesforce Sans"/>
              </a:endParaRPr>
            </a:p>
          </p:txBody>
        </p:sp>
        <p:sp>
          <p:nvSpPr>
            <p:cNvPr id="2574" name="Google Shape;2574;p85"/>
            <p:cNvSpPr txBox="1"/>
            <p:nvPr/>
          </p:nvSpPr>
          <p:spPr>
            <a:xfrm>
              <a:off x="8363150" y="752162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sz="800" i="0" u="none" strike="noStrike" cap="none">
                <a:latin typeface="Salesforce Sans"/>
                <a:ea typeface="Salesforce Sans"/>
                <a:cs typeface="Salesforce Sans"/>
                <a:sym typeface="Salesforce Sans"/>
              </a:endParaRPr>
            </a:p>
          </p:txBody>
        </p:sp>
        <p:sp>
          <p:nvSpPr>
            <p:cNvPr id="2575" name="Google Shape;2575;p85"/>
            <p:cNvSpPr/>
            <p:nvPr/>
          </p:nvSpPr>
          <p:spPr>
            <a:xfrm>
              <a:off x="8227103" y="72404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76" name="Google Shape;2576;p85"/>
            <p:cNvSpPr/>
            <p:nvPr/>
          </p:nvSpPr>
          <p:spPr>
            <a:xfrm>
              <a:off x="8227103" y="73890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77" name="Google Shape;2577;p85"/>
            <p:cNvSpPr/>
            <p:nvPr/>
          </p:nvSpPr>
          <p:spPr>
            <a:xfrm>
              <a:off x="8227103" y="75402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78" name="Google Shape;2578;p85"/>
            <p:cNvSpPr/>
            <p:nvPr/>
          </p:nvSpPr>
          <p:spPr>
            <a:xfrm>
              <a:off x="8227103" y="7091798"/>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2579" name="Google Shape;2579;p85"/>
            <p:cNvGrpSpPr/>
            <p:nvPr/>
          </p:nvGrpSpPr>
          <p:grpSpPr>
            <a:xfrm>
              <a:off x="5840990" y="4576768"/>
              <a:ext cx="952541" cy="449700"/>
              <a:chOff x="5812280" y="1793656"/>
              <a:chExt cx="952541" cy="449700"/>
            </a:xfrm>
          </p:grpSpPr>
          <p:sp>
            <p:nvSpPr>
              <p:cNvPr id="2580" name="Google Shape;2580;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581" name="Google Shape;2581;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2582" name="Google Shape;2582;p85"/>
            <p:cNvGrpSpPr/>
            <p:nvPr/>
          </p:nvGrpSpPr>
          <p:grpSpPr>
            <a:xfrm>
              <a:off x="5840990" y="7099131"/>
              <a:ext cx="952541" cy="449700"/>
              <a:chOff x="5812280" y="1793656"/>
              <a:chExt cx="952541" cy="449700"/>
            </a:xfrm>
          </p:grpSpPr>
          <p:sp>
            <p:nvSpPr>
              <p:cNvPr id="2583" name="Google Shape;2583;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584" name="Google Shape;2584;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2585" name="Google Shape;2585;p85"/>
            <p:cNvSpPr txBox="1"/>
            <p:nvPr/>
          </p:nvSpPr>
          <p:spPr>
            <a:xfrm>
              <a:off x="7021140" y="4547262"/>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Post Sales &amp; Service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2586" name="Google Shape;2586;p85"/>
            <p:cNvSpPr txBox="1"/>
            <p:nvPr/>
          </p:nvSpPr>
          <p:spPr>
            <a:xfrm>
              <a:off x="7021140" y="551477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Technical Service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2587" name="Google Shape;2587;p85"/>
            <p:cNvSpPr txBox="1"/>
            <p:nvPr/>
          </p:nvSpPr>
          <p:spPr>
            <a:xfrm>
              <a:off x="7021140" y="7071050"/>
              <a:ext cx="10224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Manufacturing, Supply Chain &amp; Logistics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2588" name="Google Shape;2588;p85"/>
            <p:cNvSpPr txBox="1"/>
            <p:nvPr/>
          </p:nvSpPr>
          <p:spPr>
            <a:xfrm>
              <a:off x="8363149" y="640585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sz="800" i="0" u="none" strike="noStrike" cap="none">
                <a:latin typeface="Salesforce Sans"/>
                <a:ea typeface="Salesforce Sans"/>
                <a:cs typeface="Salesforce Sans"/>
                <a:sym typeface="Salesforce Sans"/>
              </a:endParaRPr>
            </a:p>
          </p:txBody>
        </p:sp>
        <p:sp>
          <p:nvSpPr>
            <p:cNvPr id="2589" name="Google Shape;2589;p85"/>
            <p:cNvSpPr txBox="1"/>
            <p:nvPr/>
          </p:nvSpPr>
          <p:spPr>
            <a:xfrm>
              <a:off x="8363149" y="65570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sz="800" i="0" u="none" strike="noStrike" cap="none">
                <a:latin typeface="Salesforce Sans"/>
                <a:ea typeface="Salesforce Sans"/>
                <a:cs typeface="Salesforce Sans"/>
                <a:sym typeface="Salesforce Sans"/>
              </a:endParaRPr>
            </a:p>
          </p:txBody>
        </p:sp>
        <p:sp>
          <p:nvSpPr>
            <p:cNvPr id="2590" name="Google Shape;2590;p85"/>
            <p:cNvSpPr txBox="1"/>
            <p:nvPr/>
          </p:nvSpPr>
          <p:spPr>
            <a:xfrm>
              <a:off x="8363150" y="669685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sz="800" i="0" u="none" strike="noStrike" cap="none">
                <a:latin typeface="Salesforce Sans"/>
                <a:ea typeface="Salesforce Sans"/>
                <a:cs typeface="Salesforce Sans"/>
                <a:sym typeface="Salesforce Sans"/>
              </a:endParaRPr>
            </a:p>
          </p:txBody>
        </p:sp>
        <p:sp>
          <p:nvSpPr>
            <p:cNvPr id="2591" name="Google Shape;2591;p85"/>
            <p:cNvSpPr/>
            <p:nvPr/>
          </p:nvSpPr>
          <p:spPr>
            <a:xfrm>
              <a:off x="8227103" y="64244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592" name="Google Shape;2592;p85"/>
            <p:cNvSpPr/>
            <p:nvPr/>
          </p:nvSpPr>
          <p:spPr>
            <a:xfrm>
              <a:off x="8227103" y="657566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93" name="Google Shape;2593;p85"/>
            <p:cNvSpPr/>
            <p:nvPr/>
          </p:nvSpPr>
          <p:spPr>
            <a:xfrm>
              <a:off x="8227103" y="67154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594" name="Google Shape;2594;p85"/>
            <p:cNvSpPr txBox="1"/>
            <p:nvPr/>
          </p:nvSpPr>
          <p:spPr>
            <a:xfrm>
              <a:off x="8363150" y="684739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2595" name="Google Shape;2595;p85"/>
            <p:cNvSpPr/>
            <p:nvPr/>
          </p:nvSpPr>
          <p:spPr>
            <a:xfrm>
              <a:off x="8227103" y="68660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sp>
        <p:nvSpPr>
          <p:cNvPr id="2596" name="Google Shape;2596;p85"/>
          <p:cNvSpPr txBox="1"/>
          <p:nvPr/>
        </p:nvSpPr>
        <p:spPr>
          <a:xfrm>
            <a:off x="12116850" y="9144000"/>
            <a:ext cx="5313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grpSp>
        <p:nvGrpSpPr>
          <p:cNvPr id="2597" name="Google Shape;2597;p85"/>
          <p:cNvGrpSpPr/>
          <p:nvPr/>
        </p:nvGrpSpPr>
        <p:grpSpPr>
          <a:xfrm>
            <a:off x="12373539" y="1752600"/>
            <a:ext cx="4906068" cy="6868238"/>
            <a:chOff x="11106306" y="1524000"/>
            <a:chExt cx="4906068" cy="6868238"/>
          </a:xfrm>
        </p:grpSpPr>
        <p:sp>
          <p:nvSpPr>
            <p:cNvPr id="2598" name="Google Shape;2598;p85"/>
            <p:cNvSpPr/>
            <p:nvPr/>
          </p:nvSpPr>
          <p:spPr>
            <a:xfrm>
              <a:off x="12306062" y="3358775"/>
              <a:ext cx="1164000" cy="6870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Revenue Protection &amp; Reimbursement Enablement </a:t>
              </a:r>
              <a:endParaRPr sz="900" b="1" i="0" u="none" strike="noStrike" cap="none">
                <a:solidFill>
                  <a:srgbClr val="086AFE"/>
                </a:solidFill>
                <a:latin typeface="Salesforce Sans"/>
                <a:ea typeface="Salesforce Sans"/>
                <a:cs typeface="Salesforce Sans"/>
                <a:sym typeface="Salesforce Sans"/>
              </a:endParaRPr>
            </a:p>
          </p:txBody>
        </p:sp>
        <p:sp>
          <p:nvSpPr>
            <p:cNvPr id="2599" name="Google Shape;2599;p85"/>
            <p:cNvSpPr/>
            <p:nvPr/>
          </p:nvSpPr>
          <p:spPr>
            <a:xfrm>
              <a:off x="12306067" y="5048665"/>
              <a:ext cx="1281000" cy="3582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People Operations </a:t>
              </a:r>
              <a:endParaRPr sz="900" b="1">
                <a:solidFill>
                  <a:srgbClr val="08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900" b="1">
                <a:solidFill>
                  <a:srgbClr val="086AFE"/>
                </a:solidFill>
                <a:latin typeface="Salesforce Sans"/>
                <a:ea typeface="Salesforce Sans"/>
                <a:cs typeface="Salesforce Sans"/>
                <a:sym typeface="Salesforce Sans"/>
              </a:endParaRPr>
            </a:p>
          </p:txBody>
        </p:sp>
        <p:sp>
          <p:nvSpPr>
            <p:cNvPr id="2600" name="Google Shape;2600;p85"/>
            <p:cNvSpPr/>
            <p:nvPr/>
          </p:nvSpPr>
          <p:spPr>
            <a:xfrm>
              <a:off x="12306067" y="6955912"/>
              <a:ext cx="1281000" cy="3582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Agentforce Life Sciences Pre-built Clinical </a:t>
              </a:r>
              <a:endParaRPr sz="900" b="1">
                <a:solidFill>
                  <a:srgbClr val="086AFE"/>
                </a:solidFill>
                <a:latin typeface="Salesforce Sans"/>
                <a:ea typeface="Salesforce Sans"/>
                <a:cs typeface="Salesforce Sans"/>
                <a:sym typeface="Salesforce Sans"/>
              </a:endParaRPr>
            </a:p>
          </p:txBody>
        </p:sp>
        <p:sp>
          <p:nvSpPr>
            <p:cNvPr id="2601" name="Google Shape;2601;p85"/>
            <p:cNvSpPr/>
            <p:nvPr/>
          </p:nvSpPr>
          <p:spPr>
            <a:xfrm>
              <a:off x="12306067" y="7629938"/>
              <a:ext cx="1164000" cy="76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86AFE"/>
                  </a:solidFill>
                  <a:latin typeface="Salesforce Sans"/>
                  <a:ea typeface="Salesforce Sans"/>
                  <a:cs typeface="Salesforce Sans"/>
                  <a:sym typeface="Salesforce Sans"/>
                </a:rPr>
                <a:t>Agentforce Life Sciences Pre-built Patient Services </a:t>
              </a:r>
              <a:endParaRPr sz="900" b="1" i="0" u="none" strike="noStrike" cap="none">
                <a:solidFill>
                  <a:srgbClr val="086AFE"/>
                </a:solidFill>
                <a:latin typeface="Salesforce Sans"/>
                <a:ea typeface="Salesforce Sans"/>
                <a:cs typeface="Salesforce Sans"/>
                <a:sym typeface="Salesforce Sans"/>
              </a:endParaRPr>
            </a:p>
          </p:txBody>
        </p:sp>
        <p:sp>
          <p:nvSpPr>
            <p:cNvPr id="2602" name="Google Shape;2602;p85"/>
            <p:cNvSpPr txBox="1"/>
            <p:nvPr/>
          </p:nvSpPr>
          <p:spPr>
            <a:xfrm>
              <a:off x="13663151" y="2399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sz="800" i="0" u="none" strike="noStrike" cap="none">
                <a:latin typeface="Salesforce Sans"/>
                <a:ea typeface="Salesforce Sans"/>
                <a:cs typeface="Salesforce Sans"/>
                <a:sym typeface="Salesforce Sans"/>
              </a:endParaRPr>
            </a:p>
          </p:txBody>
        </p:sp>
        <p:sp>
          <p:nvSpPr>
            <p:cNvPr id="2603" name="Google Shape;2603;p85"/>
            <p:cNvSpPr txBox="1"/>
            <p:nvPr/>
          </p:nvSpPr>
          <p:spPr>
            <a:xfrm>
              <a:off x="13663151" y="25485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sz="800" i="0" u="none" strike="noStrike" cap="none">
                <a:latin typeface="Salesforce Sans"/>
                <a:ea typeface="Salesforce Sans"/>
                <a:cs typeface="Salesforce Sans"/>
                <a:sym typeface="Salesforce Sans"/>
              </a:endParaRPr>
            </a:p>
          </p:txBody>
        </p:sp>
        <p:sp>
          <p:nvSpPr>
            <p:cNvPr id="2604" name="Google Shape;2604;p85"/>
            <p:cNvSpPr txBox="1"/>
            <p:nvPr/>
          </p:nvSpPr>
          <p:spPr>
            <a:xfrm>
              <a:off x="13663151" y="26971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sz="800" i="0" u="none" strike="noStrike" cap="none">
                <a:latin typeface="Salesforce Sans"/>
                <a:ea typeface="Salesforce Sans"/>
                <a:cs typeface="Salesforce Sans"/>
                <a:sym typeface="Salesforce Sans"/>
              </a:endParaRPr>
            </a:p>
          </p:txBody>
        </p:sp>
        <p:sp>
          <p:nvSpPr>
            <p:cNvPr id="2605" name="Google Shape;2605;p85"/>
            <p:cNvSpPr txBox="1"/>
            <p:nvPr/>
          </p:nvSpPr>
          <p:spPr>
            <a:xfrm>
              <a:off x="13663151" y="28483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sz="800" i="0" u="none" strike="noStrike" cap="none">
                <a:latin typeface="Salesforce Sans"/>
                <a:ea typeface="Salesforce Sans"/>
                <a:cs typeface="Salesforce Sans"/>
                <a:sym typeface="Salesforce Sans"/>
              </a:endParaRPr>
            </a:p>
          </p:txBody>
        </p:sp>
        <p:sp>
          <p:nvSpPr>
            <p:cNvPr id="2606" name="Google Shape;2606;p85"/>
            <p:cNvSpPr txBox="1"/>
            <p:nvPr/>
          </p:nvSpPr>
          <p:spPr>
            <a:xfrm>
              <a:off x="13663149" y="298812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sz="800" i="0" u="none" strike="noStrike" cap="none">
                <a:latin typeface="Salesforce Sans"/>
                <a:ea typeface="Salesforce Sans"/>
                <a:cs typeface="Salesforce Sans"/>
                <a:sym typeface="Salesforce Sans"/>
              </a:endParaRPr>
            </a:p>
          </p:txBody>
        </p:sp>
        <p:sp>
          <p:nvSpPr>
            <p:cNvPr id="2607" name="Google Shape;2607;p85"/>
            <p:cNvSpPr txBox="1"/>
            <p:nvPr/>
          </p:nvSpPr>
          <p:spPr>
            <a:xfrm>
              <a:off x="1366315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2608" name="Google Shape;2608;p85"/>
            <p:cNvSpPr/>
            <p:nvPr/>
          </p:nvSpPr>
          <p:spPr>
            <a:xfrm>
              <a:off x="13527103"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09" name="Google Shape;2609;p85"/>
            <p:cNvSpPr txBox="1"/>
            <p:nvPr/>
          </p:nvSpPr>
          <p:spPr>
            <a:xfrm>
              <a:off x="13663150" y="1923400"/>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2610" name="Google Shape;2610;p85"/>
            <p:cNvSpPr/>
            <p:nvPr/>
          </p:nvSpPr>
          <p:spPr>
            <a:xfrm>
              <a:off x="13527103" y="1941847"/>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11" name="Google Shape;2611;p85"/>
            <p:cNvSpPr txBox="1"/>
            <p:nvPr/>
          </p:nvSpPr>
          <p:spPr>
            <a:xfrm>
              <a:off x="1366315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2612" name="Google Shape;2612;p85"/>
            <p:cNvSpPr/>
            <p:nvPr/>
          </p:nvSpPr>
          <p:spPr>
            <a:xfrm>
              <a:off x="13527103" y="209685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13" name="Google Shape;2613;p85"/>
            <p:cNvSpPr txBox="1"/>
            <p:nvPr/>
          </p:nvSpPr>
          <p:spPr>
            <a:xfrm>
              <a:off x="1366315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2614" name="Google Shape;2614;p85"/>
            <p:cNvSpPr/>
            <p:nvPr/>
          </p:nvSpPr>
          <p:spPr>
            <a:xfrm>
              <a:off x="13527103" y="225763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15" name="Google Shape;2615;p85"/>
            <p:cNvSpPr/>
            <p:nvPr/>
          </p:nvSpPr>
          <p:spPr>
            <a:xfrm>
              <a:off x="13527103" y="25671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16" name="Google Shape;2616;p85"/>
            <p:cNvSpPr/>
            <p:nvPr/>
          </p:nvSpPr>
          <p:spPr>
            <a:xfrm>
              <a:off x="13527103" y="27157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17" name="Google Shape;2617;p85"/>
            <p:cNvSpPr/>
            <p:nvPr/>
          </p:nvSpPr>
          <p:spPr>
            <a:xfrm>
              <a:off x="13527103" y="286692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18" name="Google Shape;2618;p85"/>
            <p:cNvSpPr/>
            <p:nvPr/>
          </p:nvSpPr>
          <p:spPr>
            <a:xfrm>
              <a:off x="13527103" y="30067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19" name="Google Shape;2619;p85"/>
            <p:cNvSpPr/>
            <p:nvPr/>
          </p:nvSpPr>
          <p:spPr>
            <a:xfrm>
              <a:off x="13527103" y="24184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20" name="Google Shape;2620;p85"/>
            <p:cNvSpPr txBox="1"/>
            <p:nvPr/>
          </p:nvSpPr>
          <p:spPr>
            <a:xfrm>
              <a:off x="11106306"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621" name="Google Shape;2621;p85"/>
            <p:cNvSpPr txBox="1"/>
            <p:nvPr/>
          </p:nvSpPr>
          <p:spPr>
            <a:xfrm>
              <a:off x="12306075"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622" name="Google Shape;2622;p85"/>
            <p:cNvGrpSpPr/>
            <p:nvPr/>
          </p:nvGrpSpPr>
          <p:grpSpPr>
            <a:xfrm>
              <a:off x="11125917" y="1793656"/>
              <a:ext cx="952541" cy="449700"/>
              <a:chOff x="5812280" y="1793656"/>
              <a:chExt cx="952541" cy="449700"/>
            </a:xfrm>
          </p:grpSpPr>
          <p:sp>
            <p:nvSpPr>
              <p:cNvPr id="2623" name="Google Shape;2623;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624" name="Google Shape;2624;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2625" name="Google Shape;2625;p85"/>
            <p:cNvSpPr txBox="1"/>
            <p:nvPr/>
          </p:nvSpPr>
          <p:spPr>
            <a:xfrm>
              <a:off x="1366498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626" name="Google Shape;2626;p85"/>
            <p:cNvSpPr txBox="1"/>
            <p:nvPr/>
          </p:nvSpPr>
          <p:spPr>
            <a:xfrm>
              <a:off x="12306067"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86AFE"/>
                  </a:solidFill>
                  <a:latin typeface="Salesforce Sans"/>
                  <a:ea typeface="Salesforce Sans"/>
                  <a:cs typeface="Salesforce Sans"/>
                  <a:sym typeface="Salesforce Sans"/>
                </a:rPr>
                <a:t>Quality &amp; Regulatory  </a:t>
              </a:r>
              <a:endParaRPr sz="900" b="1">
                <a:solidFill>
                  <a:srgbClr val="08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86AFE"/>
                </a:solidFill>
                <a:latin typeface="Salesforce Sans"/>
                <a:ea typeface="Salesforce Sans"/>
                <a:cs typeface="Salesforce Sans"/>
                <a:sym typeface="Salesforce Sans"/>
              </a:endParaRPr>
            </a:p>
          </p:txBody>
        </p:sp>
        <p:sp>
          <p:nvSpPr>
            <p:cNvPr id="2627" name="Google Shape;2627;p85"/>
            <p:cNvSpPr txBox="1"/>
            <p:nvPr/>
          </p:nvSpPr>
          <p:spPr>
            <a:xfrm>
              <a:off x="13663151" y="31386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sz="800" i="0" u="none" strike="noStrike" cap="none">
                <a:latin typeface="Salesforce Sans"/>
                <a:ea typeface="Salesforce Sans"/>
                <a:cs typeface="Salesforce Sans"/>
                <a:sym typeface="Salesforce Sans"/>
              </a:endParaRPr>
            </a:p>
          </p:txBody>
        </p:sp>
        <p:sp>
          <p:nvSpPr>
            <p:cNvPr id="2628" name="Google Shape;2628;p85"/>
            <p:cNvSpPr/>
            <p:nvPr/>
          </p:nvSpPr>
          <p:spPr>
            <a:xfrm>
              <a:off x="13527103" y="31572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29" name="Google Shape;2629;p85"/>
            <p:cNvSpPr txBox="1"/>
            <p:nvPr/>
          </p:nvSpPr>
          <p:spPr>
            <a:xfrm>
              <a:off x="13672676" y="683530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sz="800" i="0" u="none" strike="noStrike" cap="none">
                <a:latin typeface="Salesforce Sans"/>
                <a:ea typeface="Salesforce Sans"/>
                <a:cs typeface="Salesforce Sans"/>
                <a:sym typeface="Salesforce Sans"/>
              </a:endParaRPr>
            </a:p>
          </p:txBody>
        </p:sp>
        <p:sp>
          <p:nvSpPr>
            <p:cNvPr id="2630" name="Google Shape;2630;p85"/>
            <p:cNvSpPr txBox="1"/>
            <p:nvPr/>
          </p:nvSpPr>
          <p:spPr>
            <a:xfrm>
              <a:off x="13672674" y="6975088"/>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sz="800" i="0" u="none" strike="noStrike" cap="none">
                <a:latin typeface="Salesforce Sans"/>
                <a:ea typeface="Salesforce Sans"/>
                <a:cs typeface="Salesforce Sans"/>
                <a:sym typeface="Salesforce Sans"/>
              </a:endParaRPr>
            </a:p>
          </p:txBody>
        </p:sp>
        <p:sp>
          <p:nvSpPr>
            <p:cNvPr id="2631" name="Google Shape;2631;p85"/>
            <p:cNvSpPr/>
            <p:nvPr/>
          </p:nvSpPr>
          <p:spPr>
            <a:xfrm>
              <a:off x="13536628" y="685390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32" name="Google Shape;2632;p85"/>
            <p:cNvSpPr/>
            <p:nvPr/>
          </p:nvSpPr>
          <p:spPr>
            <a:xfrm>
              <a:off x="13536628" y="69936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33" name="Google Shape;2633;p85"/>
            <p:cNvSpPr txBox="1"/>
            <p:nvPr/>
          </p:nvSpPr>
          <p:spPr>
            <a:xfrm>
              <a:off x="13672676" y="71256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sz="800" i="0" u="none" strike="noStrike" cap="none">
                <a:latin typeface="Salesforce Sans"/>
                <a:ea typeface="Salesforce Sans"/>
                <a:cs typeface="Salesforce Sans"/>
                <a:sym typeface="Salesforce Sans"/>
              </a:endParaRPr>
            </a:p>
          </p:txBody>
        </p:sp>
        <p:sp>
          <p:nvSpPr>
            <p:cNvPr id="2634" name="Google Shape;2634;p85"/>
            <p:cNvSpPr txBox="1"/>
            <p:nvPr/>
          </p:nvSpPr>
          <p:spPr>
            <a:xfrm>
              <a:off x="13672674" y="7276850"/>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i="0" u="none" strike="noStrike" cap="none">
                <a:latin typeface="Salesforce Sans"/>
                <a:ea typeface="Salesforce Sans"/>
                <a:cs typeface="Salesforce Sans"/>
                <a:sym typeface="Salesforce Sans"/>
              </a:endParaRPr>
            </a:p>
          </p:txBody>
        </p:sp>
        <p:sp>
          <p:nvSpPr>
            <p:cNvPr id="2635" name="Google Shape;2635;p85"/>
            <p:cNvSpPr txBox="1"/>
            <p:nvPr/>
          </p:nvSpPr>
          <p:spPr>
            <a:xfrm>
              <a:off x="13672674" y="7416625"/>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i="0" u="none" strike="noStrike" cap="none">
                <a:latin typeface="Salesforce Sans"/>
                <a:ea typeface="Salesforce Sans"/>
                <a:cs typeface="Salesforce Sans"/>
                <a:sym typeface="Salesforce Sans"/>
              </a:endParaRPr>
            </a:p>
          </p:txBody>
        </p:sp>
        <p:sp>
          <p:nvSpPr>
            <p:cNvPr id="2636" name="Google Shape;2636;p85"/>
            <p:cNvSpPr/>
            <p:nvPr/>
          </p:nvSpPr>
          <p:spPr>
            <a:xfrm>
              <a:off x="13536628" y="714423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37" name="Google Shape;2637;p85"/>
            <p:cNvSpPr/>
            <p:nvPr/>
          </p:nvSpPr>
          <p:spPr>
            <a:xfrm>
              <a:off x="13536628" y="729544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38" name="Google Shape;2638;p85"/>
            <p:cNvSpPr/>
            <p:nvPr/>
          </p:nvSpPr>
          <p:spPr>
            <a:xfrm>
              <a:off x="13536628" y="74352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2639" name="Google Shape;2639;p85"/>
            <p:cNvGrpSpPr/>
            <p:nvPr/>
          </p:nvGrpSpPr>
          <p:grpSpPr>
            <a:xfrm>
              <a:off x="11135442" y="3521656"/>
              <a:ext cx="952541" cy="449700"/>
              <a:chOff x="5812280" y="1793656"/>
              <a:chExt cx="952541" cy="449700"/>
            </a:xfrm>
          </p:grpSpPr>
          <p:sp>
            <p:nvSpPr>
              <p:cNvPr id="2640" name="Google Shape;2640;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641" name="Google Shape;2641;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2642" name="Google Shape;2642;p85"/>
            <p:cNvGrpSpPr/>
            <p:nvPr/>
          </p:nvGrpSpPr>
          <p:grpSpPr>
            <a:xfrm>
              <a:off x="11135442" y="5120481"/>
              <a:ext cx="952541" cy="449700"/>
              <a:chOff x="5812280" y="1793656"/>
              <a:chExt cx="952541" cy="449700"/>
            </a:xfrm>
          </p:grpSpPr>
          <p:sp>
            <p:nvSpPr>
              <p:cNvPr id="2643" name="Google Shape;2643;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644" name="Google Shape;2644;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2645" name="Google Shape;2645;p85"/>
            <p:cNvGrpSpPr/>
            <p:nvPr/>
          </p:nvGrpSpPr>
          <p:grpSpPr>
            <a:xfrm>
              <a:off x="11135442" y="6869256"/>
              <a:ext cx="952541" cy="449700"/>
              <a:chOff x="5812280" y="1793656"/>
              <a:chExt cx="952541" cy="449700"/>
            </a:xfrm>
          </p:grpSpPr>
          <p:sp>
            <p:nvSpPr>
              <p:cNvPr id="2646" name="Google Shape;2646;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647" name="Google Shape;2647;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2648" name="Google Shape;2648;p85"/>
            <p:cNvGrpSpPr/>
            <p:nvPr/>
          </p:nvGrpSpPr>
          <p:grpSpPr>
            <a:xfrm>
              <a:off x="11135442" y="7661443"/>
              <a:ext cx="952541" cy="449700"/>
              <a:chOff x="5812280" y="1793656"/>
              <a:chExt cx="952541" cy="449700"/>
            </a:xfrm>
          </p:grpSpPr>
          <p:sp>
            <p:nvSpPr>
              <p:cNvPr id="2649" name="Google Shape;2649;p85"/>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650" name="Google Shape;2650;p85"/>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2651" name="Google Shape;2651;p85"/>
            <p:cNvSpPr txBox="1"/>
            <p:nvPr/>
          </p:nvSpPr>
          <p:spPr>
            <a:xfrm>
              <a:off x="13664981" y="3282438"/>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652" name="Google Shape;2652;p85"/>
            <p:cNvSpPr txBox="1"/>
            <p:nvPr/>
          </p:nvSpPr>
          <p:spPr>
            <a:xfrm>
              <a:off x="13672674" y="7639163"/>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i="0" u="none" strike="noStrike" cap="none">
                <a:latin typeface="Salesforce Sans"/>
                <a:ea typeface="Salesforce Sans"/>
                <a:cs typeface="Salesforce Sans"/>
                <a:sym typeface="Salesforce Sans"/>
              </a:endParaRPr>
            </a:p>
          </p:txBody>
        </p:sp>
        <p:sp>
          <p:nvSpPr>
            <p:cNvPr id="2653" name="Google Shape;2653;p85"/>
            <p:cNvSpPr/>
            <p:nvPr/>
          </p:nvSpPr>
          <p:spPr>
            <a:xfrm>
              <a:off x="13536628" y="76577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54" name="Google Shape;2654;p85"/>
            <p:cNvSpPr txBox="1"/>
            <p:nvPr/>
          </p:nvSpPr>
          <p:spPr>
            <a:xfrm>
              <a:off x="13672676" y="77897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sz="800" i="0" u="none" strike="noStrike" cap="none">
                <a:latin typeface="Salesforce Sans"/>
                <a:ea typeface="Salesforce Sans"/>
                <a:cs typeface="Salesforce Sans"/>
                <a:sym typeface="Salesforce Sans"/>
              </a:endParaRPr>
            </a:p>
          </p:txBody>
        </p:sp>
        <p:sp>
          <p:nvSpPr>
            <p:cNvPr id="2655" name="Google Shape;2655;p85"/>
            <p:cNvSpPr txBox="1"/>
            <p:nvPr/>
          </p:nvSpPr>
          <p:spPr>
            <a:xfrm>
              <a:off x="13672674" y="7940925"/>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i="0" u="none" strike="noStrike" cap="none">
                <a:latin typeface="Salesforce Sans"/>
                <a:ea typeface="Salesforce Sans"/>
                <a:cs typeface="Salesforce Sans"/>
                <a:sym typeface="Salesforce Sans"/>
              </a:endParaRPr>
            </a:p>
          </p:txBody>
        </p:sp>
        <p:sp>
          <p:nvSpPr>
            <p:cNvPr id="2656" name="Google Shape;2656;p85"/>
            <p:cNvSpPr txBox="1"/>
            <p:nvPr/>
          </p:nvSpPr>
          <p:spPr>
            <a:xfrm>
              <a:off x="13672674" y="8080700"/>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sz="800" i="0" u="none" strike="noStrike" cap="none">
                <a:latin typeface="Salesforce Sans"/>
                <a:ea typeface="Salesforce Sans"/>
                <a:cs typeface="Salesforce Sans"/>
                <a:sym typeface="Salesforce Sans"/>
              </a:endParaRPr>
            </a:p>
          </p:txBody>
        </p:sp>
        <p:sp>
          <p:nvSpPr>
            <p:cNvPr id="2657" name="Google Shape;2657;p85"/>
            <p:cNvSpPr/>
            <p:nvPr/>
          </p:nvSpPr>
          <p:spPr>
            <a:xfrm>
              <a:off x="13536628" y="780831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58" name="Google Shape;2658;p85"/>
            <p:cNvSpPr/>
            <p:nvPr/>
          </p:nvSpPr>
          <p:spPr>
            <a:xfrm>
              <a:off x="13536628" y="795952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59" name="Google Shape;2659;p85"/>
            <p:cNvSpPr/>
            <p:nvPr/>
          </p:nvSpPr>
          <p:spPr>
            <a:xfrm>
              <a:off x="13536628" y="809931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60" name="Google Shape;2660;p85"/>
            <p:cNvSpPr txBox="1"/>
            <p:nvPr/>
          </p:nvSpPr>
          <p:spPr>
            <a:xfrm>
              <a:off x="13672676" y="57286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sz="800" i="0" u="none" strike="noStrike" cap="none">
                <a:latin typeface="Salesforce Sans"/>
                <a:ea typeface="Salesforce Sans"/>
                <a:cs typeface="Salesforce Sans"/>
                <a:sym typeface="Salesforce Sans"/>
              </a:endParaRPr>
            </a:p>
          </p:txBody>
        </p:sp>
        <p:sp>
          <p:nvSpPr>
            <p:cNvPr id="2661" name="Google Shape;2661;p85"/>
            <p:cNvSpPr txBox="1"/>
            <p:nvPr/>
          </p:nvSpPr>
          <p:spPr>
            <a:xfrm>
              <a:off x="13672676" y="58772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sz="800" i="0" u="none" strike="noStrike" cap="none">
                <a:latin typeface="Salesforce Sans"/>
                <a:ea typeface="Salesforce Sans"/>
                <a:cs typeface="Salesforce Sans"/>
                <a:sym typeface="Salesforce Sans"/>
              </a:endParaRPr>
            </a:p>
          </p:txBody>
        </p:sp>
        <p:sp>
          <p:nvSpPr>
            <p:cNvPr id="2662" name="Google Shape;2662;p85"/>
            <p:cNvSpPr txBox="1"/>
            <p:nvPr/>
          </p:nvSpPr>
          <p:spPr>
            <a:xfrm>
              <a:off x="13672676" y="60258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sz="800" i="0" u="none" strike="noStrike" cap="none">
                <a:latin typeface="Salesforce Sans"/>
                <a:ea typeface="Salesforce Sans"/>
                <a:cs typeface="Salesforce Sans"/>
                <a:sym typeface="Salesforce Sans"/>
              </a:endParaRPr>
            </a:p>
          </p:txBody>
        </p:sp>
        <p:sp>
          <p:nvSpPr>
            <p:cNvPr id="2663" name="Google Shape;2663;p85"/>
            <p:cNvSpPr txBox="1"/>
            <p:nvPr/>
          </p:nvSpPr>
          <p:spPr>
            <a:xfrm>
              <a:off x="13672676" y="617705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sz="800" i="0" u="none" strike="noStrike" cap="none">
                <a:latin typeface="Salesforce Sans"/>
                <a:ea typeface="Salesforce Sans"/>
                <a:cs typeface="Salesforce Sans"/>
                <a:sym typeface="Salesforce Sans"/>
              </a:endParaRPr>
            </a:p>
          </p:txBody>
        </p:sp>
        <p:sp>
          <p:nvSpPr>
            <p:cNvPr id="2664" name="Google Shape;2664;p85"/>
            <p:cNvSpPr txBox="1"/>
            <p:nvPr/>
          </p:nvSpPr>
          <p:spPr>
            <a:xfrm>
              <a:off x="13672674" y="631685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sz="800" i="0" u="none" strike="noStrike" cap="none">
                <a:latin typeface="Salesforce Sans"/>
                <a:ea typeface="Salesforce Sans"/>
                <a:cs typeface="Salesforce Sans"/>
                <a:sym typeface="Salesforce Sans"/>
              </a:endParaRPr>
            </a:p>
          </p:txBody>
        </p:sp>
        <p:sp>
          <p:nvSpPr>
            <p:cNvPr id="2665" name="Google Shape;2665;p85"/>
            <p:cNvSpPr txBox="1"/>
            <p:nvPr/>
          </p:nvSpPr>
          <p:spPr>
            <a:xfrm>
              <a:off x="13672676" y="5097112"/>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666" name="Google Shape;2666;p85"/>
            <p:cNvSpPr/>
            <p:nvPr/>
          </p:nvSpPr>
          <p:spPr>
            <a:xfrm>
              <a:off x="13536628" y="51155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67" name="Google Shape;2667;p85"/>
            <p:cNvSpPr txBox="1"/>
            <p:nvPr/>
          </p:nvSpPr>
          <p:spPr>
            <a:xfrm>
              <a:off x="13672675" y="5252125"/>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2668" name="Google Shape;2668;p85"/>
            <p:cNvSpPr/>
            <p:nvPr/>
          </p:nvSpPr>
          <p:spPr>
            <a:xfrm>
              <a:off x="13536628" y="52705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69" name="Google Shape;2669;p85"/>
            <p:cNvSpPr txBox="1"/>
            <p:nvPr/>
          </p:nvSpPr>
          <p:spPr>
            <a:xfrm>
              <a:off x="13672676" y="540713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2670" name="Google Shape;2670;p85"/>
            <p:cNvSpPr/>
            <p:nvPr/>
          </p:nvSpPr>
          <p:spPr>
            <a:xfrm>
              <a:off x="13536628" y="542558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1" name="Google Shape;2671;p85"/>
            <p:cNvSpPr txBox="1"/>
            <p:nvPr/>
          </p:nvSpPr>
          <p:spPr>
            <a:xfrm>
              <a:off x="13672675" y="5567925"/>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2672" name="Google Shape;2672;p85"/>
            <p:cNvSpPr/>
            <p:nvPr/>
          </p:nvSpPr>
          <p:spPr>
            <a:xfrm>
              <a:off x="13536628" y="55863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3" name="Google Shape;2673;p85"/>
            <p:cNvSpPr/>
            <p:nvPr/>
          </p:nvSpPr>
          <p:spPr>
            <a:xfrm>
              <a:off x="13536628" y="589583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4" name="Google Shape;2674;p85"/>
            <p:cNvSpPr/>
            <p:nvPr/>
          </p:nvSpPr>
          <p:spPr>
            <a:xfrm>
              <a:off x="13536628" y="604444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75" name="Google Shape;2675;p85"/>
            <p:cNvSpPr/>
            <p:nvPr/>
          </p:nvSpPr>
          <p:spPr>
            <a:xfrm>
              <a:off x="13536628" y="61956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6" name="Google Shape;2676;p85"/>
            <p:cNvSpPr/>
            <p:nvPr/>
          </p:nvSpPr>
          <p:spPr>
            <a:xfrm>
              <a:off x="13536628" y="63354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7" name="Google Shape;2677;p85"/>
            <p:cNvSpPr/>
            <p:nvPr/>
          </p:nvSpPr>
          <p:spPr>
            <a:xfrm>
              <a:off x="13536628" y="57472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78" name="Google Shape;2678;p85"/>
            <p:cNvSpPr txBox="1"/>
            <p:nvPr/>
          </p:nvSpPr>
          <p:spPr>
            <a:xfrm>
              <a:off x="13672676" y="64673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sz="800" i="0" u="none" strike="noStrike" cap="none">
                <a:latin typeface="Salesforce Sans"/>
                <a:ea typeface="Salesforce Sans"/>
                <a:cs typeface="Salesforce Sans"/>
                <a:sym typeface="Salesforce Sans"/>
              </a:endParaRPr>
            </a:p>
          </p:txBody>
        </p:sp>
        <p:sp>
          <p:nvSpPr>
            <p:cNvPr id="2679" name="Google Shape;2679;p85"/>
            <p:cNvSpPr/>
            <p:nvPr/>
          </p:nvSpPr>
          <p:spPr>
            <a:xfrm>
              <a:off x="13536628" y="64859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80" name="Google Shape;2680;p85"/>
            <p:cNvSpPr txBox="1"/>
            <p:nvPr/>
          </p:nvSpPr>
          <p:spPr>
            <a:xfrm>
              <a:off x="13674506" y="6611163"/>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2681" name="Google Shape;2681;p85"/>
            <p:cNvSpPr txBox="1"/>
            <p:nvPr/>
          </p:nvSpPr>
          <p:spPr>
            <a:xfrm>
              <a:off x="13672676" y="41284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sz="800" i="0" u="none" strike="noStrike" cap="none">
                <a:latin typeface="Salesforce Sans"/>
                <a:ea typeface="Salesforce Sans"/>
                <a:cs typeface="Salesforce Sans"/>
                <a:sym typeface="Salesforce Sans"/>
              </a:endParaRPr>
            </a:p>
          </p:txBody>
        </p:sp>
        <p:sp>
          <p:nvSpPr>
            <p:cNvPr id="2682" name="Google Shape;2682;p85"/>
            <p:cNvSpPr txBox="1"/>
            <p:nvPr/>
          </p:nvSpPr>
          <p:spPr>
            <a:xfrm>
              <a:off x="13672676" y="42770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sz="800" i="0" u="none" strike="noStrike" cap="none">
                <a:latin typeface="Salesforce Sans"/>
                <a:ea typeface="Salesforce Sans"/>
                <a:cs typeface="Salesforce Sans"/>
                <a:sym typeface="Salesforce Sans"/>
              </a:endParaRPr>
            </a:p>
          </p:txBody>
        </p:sp>
        <p:sp>
          <p:nvSpPr>
            <p:cNvPr id="2683" name="Google Shape;2683;p85"/>
            <p:cNvSpPr txBox="1"/>
            <p:nvPr/>
          </p:nvSpPr>
          <p:spPr>
            <a:xfrm>
              <a:off x="13672676" y="44256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sz="800" i="0" u="none" strike="noStrike" cap="none">
                <a:latin typeface="Salesforce Sans"/>
                <a:ea typeface="Salesforce Sans"/>
                <a:cs typeface="Salesforce Sans"/>
                <a:sym typeface="Salesforce Sans"/>
              </a:endParaRPr>
            </a:p>
          </p:txBody>
        </p:sp>
        <p:sp>
          <p:nvSpPr>
            <p:cNvPr id="2684" name="Google Shape;2684;p85"/>
            <p:cNvSpPr txBox="1"/>
            <p:nvPr/>
          </p:nvSpPr>
          <p:spPr>
            <a:xfrm>
              <a:off x="13672676" y="457685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sz="800" i="0" u="none" strike="noStrike" cap="none">
                <a:latin typeface="Salesforce Sans"/>
                <a:ea typeface="Salesforce Sans"/>
                <a:cs typeface="Salesforce Sans"/>
                <a:sym typeface="Salesforce Sans"/>
              </a:endParaRPr>
            </a:p>
          </p:txBody>
        </p:sp>
        <p:sp>
          <p:nvSpPr>
            <p:cNvPr id="2685" name="Google Shape;2685;p85"/>
            <p:cNvSpPr txBox="1"/>
            <p:nvPr/>
          </p:nvSpPr>
          <p:spPr>
            <a:xfrm>
              <a:off x="13672674" y="471665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sz="800" i="0" u="none" strike="noStrike" cap="none">
                <a:latin typeface="Salesforce Sans"/>
                <a:ea typeface="Salesforce Sans"/>
                <a:cs typeface="Salesforce Sans"/>
                <a:sym typeface="Salesforce Sans"/>
              </a:endParaRPr>
            </a:p>
          </p:txBody>
        </p:sp>
        <p:sp>
          <p:nvSpPr>
            <p:cNvPr id="2686" name="Google Shape;2686;p85"/>
            <p:cNvSpPr txBox="1"/>
            <p:nvPr/>
          </p:nvSpPr>
          <p:spPr>
            <a:xfrm>
              <a:off x="13672676" y="3496912"/>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687" name="Google Shape;2687;p85"/>
            <p:cNvSpPr/>
            <p:nvPr/>
          </p:nvSpPr>
          <p:spPr>
            <a:xfrm>
              <a:off x="13536628" y="35153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88" name="Google Shape;2688;p85"/>
            <p:cNvSpPr txBox="1"/>
            <p:nvPr/>
          </p:nvSpPr>
          <p:spPr>
            <a:xfrm>
              <a:off x="13672675" y="3651925"/>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2689" name="Google Shape;2689;p85"/>
            <p:cNvSpPr/>
            <p:nvPr/>
          </p:nvSpPr>
          <p:spPr>
            <a:xfrm>
              <a:off x="13536628" y="367037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90" name="Google Shape;2690;p85"/>
            <p:cNvSpPr txBox="1"/>
            <p:nvPr/>
          </p:nvSpPr>
          <p:spPr>
            <a:xfrm>
              <a:off x="13672676" y="380693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2691" name="Google Shape;2691;p85"/>
            <p:cNvSpPr/>
            <p:nvPr/>
          </p:nvSpPr>
          <p:spPr>
            <a:xfrm>
              <a:off x="13536628" y="382538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2" name="Google Shape;2692;p85"/>
            <p:cNvSpPr txBox="1"/>
            <p:nvPr/>
          </p:nvSpPr>
          <p:spPr>
            <a:xfrm>
              <a:off x="13672675" y="3967725"/>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2693" name="Google Shape;2693;p85"/>
            <p:cNvSpPr/>
            <p:nvPr/>
          </p:nvSpPr>
          <p:spPr>
            <a:xfrm>
              <a:off x="13536628" y="39861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4" name="Google Shape;2694;p85"/>
            <p:cNvSpPr/>
            <p:nvPr/>
          </p:nvSpPr>
          <p:spPr>
            <a:xfrm>
              <a:off x="13536628" y="42956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5" name="Google Shape;2695;p85"/>
            <p:cNvSpPr/>
            <p:nvPr/>
          </p:nvSpPr>
          <p:spPr>
            <a:xfrm>
              <a:off x="13536628" y="44442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696" name="Google Shape;2696;p85"/>
            <p:cNvSpPr/>
            <p:nvPr/>
          </p:nvSpPr>
          <p:spPr>
            <a:xfrm>
              <a:off x="13536628" y="459545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7" name="Google Shape;2697;p85"/>
            <p:cNvSpPr/>
            <p:nvPr/>
          </p:nvSpPr>
          <p:spPr>
            <a:xfrm>
              <a:off x="13536628" y="473524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8" name="Google Shape;2698;p85"/>
            <p:cNvSpPr/>
            <p:nvPr/>
          </p:nvSpPr>
          <p:spPr>
            <a:xfrm>
              <a:off x="13536628" y="41470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699" name="Google Shape;2699;p85"/>
            <p:cNvSpPr txBox="1"/>
            <p:nvPr/>
          </p:nvSpPr>
          <p:spPr>
            <a:xfrm>
              <a:off x="13672676" y="48671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sz="800" i="0" u="none" strike="noStrike" cap="none">
                <a:latin typeface="Salesforce Sans"/>
                <a:ea typeface="Salesforce Sans"/>
                <a:cs typeface="Salesforce Sans"/>
                <a:sym typeface="Salesforce Sans"/>
              </a:endParaRPr>
            </a:p>
          </p:txBody>
        </p:sp>
        <p:sp>
          <p:nvSpPr>
            <p:cNvPr id="2700" name="Google Shape;2700;p85"/>
            <p:cNvSpPr/>
            <p:nvPr/>
          </p:nvSpPr>
          <p:spPr>
            <a:xfrm>
              <a:off x="13536628" y="488578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Industry_Communications">
  <p:cSld name="TITLE_AND_BODY_5_1_1_1_1_1_1">
    <p:spTree>
      <p:nvGrpSpPr>
        <p:cNvPr id="1" name="Shape 2701"/>
        <p:cNvGrpSpPr/>
        <p:nvPr/>
      </p:nvGrpSpPr>
      <p:grpSpPr>
        <a:xfrm>
          <a:off x="0" y="0"/>
          <a:ext cx="0" cy="0"/>
          <a:chOff x="0" y="0"/>
          <a:chExt cx="0" cy="0"/>
        </a:xfrm>
      </p:grpSpPr>
      <p:sp>
        <p:nvSpPr>
          <p:cNvPr id="2702" name="Google Shape;2702;p86"/>
          <p:cNvSpPr txBox="1"/>
          <p:nvPr/>
        </p:nvSpPr>
        <p:spPr>
          <a:xfrm>
            <a:off x="571500" y="190500"/>
            <a:ext cx="17191200" cy="12468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2703" name="Google Shape;2703;p86"/>
          <p:cNvGrpSpPr/>
          <p:nvPr/>
        </p:nvGrpSpPr>
        <p:grpSpPr>
          <a:xfrm>
            <a:off x="11416650" y="987281"/>
            <a:ext cx="6313200" cy="308305"/>
            <a:chOff x="11238000" y="957895"/>
            <a:chExt cx="6313200" cy="308305"/>
          </a:xfrm>
        </p:grpSpPr>
        <p:sp>
          <p:nvSpPr>
            <p:cNvPr id="2704" name="Google Shape;2704;p86"/>
            <p:cNvSpPr/>
            <p:nvPr/>
          </p:nvSpPr>
          <p:spPr>
            <a:xfrm>
              <a:off x="11238000" y="957895"/>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2705" name="Google Shape;2705;p86"/>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706" name="Google Shape;2706;p86"/>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07" name="Google Shape;2707;p86"/>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708" name="Google Shape;2708;p86"/>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2709" name="Google Shape;2709;p86"/>
            <p:cNvSpPr txBox="1"/>
            <p:nvPr/>
          </p:nvSpPr>
          <p:spPr>
            <a:xfrm>
              <a:off x="16806898" y="1012344"/>
              <a:ext cx="521400" cy="1869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sp>
          <p:nvSpPr>
            <p:cNvPr id="2710" name="Google Shape;2710;p86"/>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711" name="Google Shape;2711;p86"/>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712" name="Google Shape;2712;p86"/>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713" name="Google Shape;2713;p86"/>
          <p:cNvSpPr/>
          <p:nvPr/>
        </p:nvSpPr>
        <p:spPr>
          <a:xfrm>
            <a:off x="13069425" y="9848851"/>
            <a:ext cx="5009100" cy="18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b="1">
              <a:latin typeface="Salesforce Sans"/>
              <a:ea typeface="Salesforce Sans"/>
              <a:cs typeface="Salesforce Sans"/>
              <a:sym typeface="Salesforce Sans"/>
            </a:endParaRPr>
          </a:p>
        </p:txBody>
      </p:sp>
      <p:sp>
        <p:nvSpPr>
          <p:cNvPr id="2714" name="Google Shape;2714;p86"/>
          <p:cNvSpPr/>
          <p:nvPr/>
        </p:nvSpPr>
        <p:spPr>
          <a:xfrm>
            <a:off x="1678107" y="8675043"/>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Customer Service </a:t>
            </a:r>
            <a:endParaRPr sz="900" b="1" i="0" u="none" strike="noStrike" cap="none">
              <a:solidFill>
                <a:srgbClr val="066AFE"/>
              </a:solidFill>
              <a:latin typeface="Salesforce Sans"/>
              <a:ea typeface="Salesforce Sans"/>
              <a:cs typeface="Salesforce Sans"/>
              <a:sym typeface="Salesforce Sans"/>
            </a:endParaRPr>
          </a:p>
        </p:txBody>
      </p:sp>
      <p:sp>
        <p:nvSpPr>
          <p:cNvPr id="2715" name="Google Shape;2715;p86"/>
          <p:cNvSpPr/>
          <p:nvPr/>
        </p:nvSpPr>
        <p:spPr>
          <a:xfrm>
            <a:off x="1678107" y="7641756"/>
            <a:ext cx="815400" cy="282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Field Service </a:t>
            </a:r>
            <a:endParaRPr sz="900" b="1" i="0" u="none" strike="noStrike" cap="none">
              <a:solidFill>
                <a:srgbClr val="066AFE"/>
              </a:solidFill>
              <a:latin typeface="Salesforce Sans"/>
              <a:ea typeface="Salesforce Sans"/>
              <a:cs typeface="Salesforce Sans"/>
              <a:sym typeface="Salesforce Sans"/>
            </a:endParaRPr>
          </a:p>
        </p:txBody>
      </p:sp>
      <p:sp>
        <p:nvSpPr>
          <p:cNvPr id="2716" name="Google Shape;2716;p86"/>
          <p:cNvSpPr/>
          <p:nvPr/>
        </p:nvSpPr>
        <p:spPr>
          <a:xfrm>
            <a:off x="1678107" y="3441300"/>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In-person Retail Sales</a:t>
            </a:r>
            <a:endParaRPr sz="900" b="1" i="0" u="none" strike="noStrike" cap="none">
              <a:solidFill>
                <a:srgbClr val="066AFE"/>
              </a:solidFill>
              <a:latin typeface="Salesforce Sans"/>
              <a:ea typeface="Salesforce Sans"/>
              <a:cs typeface="Salesforce Sans"/>
              <a:sym typeface="Salesforce Sans"/>
            </a:endParaRPr>
          </a:p>
        </p:txBody>
      </p:sp>
      <p:sp>
        <p:nvSpPr>
          <p:cNvPr id="2717" name="Google Shape;2717;p86"/>
          <p:cNvSpPr/>
          <p:nvPr/>
        </p:nvSpPr>
        <p:spPr>
          <a:xfrm>
            <a:off x="1678102" y="2958581"/>
            <a:ext cx="1022400" cy="423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Retail Opening and Strategy </a:t>
            </a:r>
            <a:endParaRPr sz="900" b="1" i="0" u="none" strike="noStrike" cap="none">
              <a:solidFill>
                <a:srgbClr val="066AFE"/>
              </a:solidFill>
              <a:latin typeface="Salesforce Sans"/>
              <a:ea typeface="Salesforce Sans"/>
              <a:cs typeface="Salesforce Sans"/>
              <a:sym typeface="Salesforce Sans"/>
            </a:endParaRPr>
          </a:p>
        </p:txBody>
      </p:sp>
      <p:sp>
        <p:nvSpPr>
          <p:cNvPr id="2718" name="Google Shape;2718;p86"/>
          <p:cNvSpPr/>
          <p:nvPr/>
        </p:nvSpPr>
        <p:spPr>
          <a:xfrm>
            <a:off x="1678107" y="2322500"/>
            <a:ext cx="9525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Forecasting and Analytics </a:t>
            </a:r>
            <a:endParaRPr sz="900" b="1" i="0" u="none" strike="noStrike" cap="none">
              <a:solidFill>
                <a:srgbClr val="066AFE"/>
              </a:solidFill>
              <a:latin typeface="Salesforce Sans"/>
              <a:ea typeface="Salesforce Sans"/>
              <a:cs typeface="Salesforce Sans"/>
              <a:sym typeface="Salesforce Sans"/>
            </a:endParaRPr>
          </a:p>
        </p:txBody>
      </p:sp>
      <p:sp>
        <p:nvSpPr>
          <p:cNvPr id="2719" name="Google Shape;2719;p86"/>
          <p:cNvSpPr/>
          <p:nvPr/>
        </p:nvSpPr>
        <p:spPr>
          <a:xfrm>
            <a:off x="1678107" y="6597350"/>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Wholesaler Management </a:t>
            </a:r>
            <a:endParaRPr sz="900" b="1" i="0" u="none" strike="noStrike" cap="none">
              <a:solidFill>
                <a:srgbClr val="066AFE"/>
              </a:solidFill>
              <a:latin typeface="Salesforce Sans"/>
              <a:ea typeface="Salesforce Sans"/>
              <a:cs typeface="Salesforce Sans"/>
              <a:sym typeface="Salesforce Sans"/>
            </a:endParaRPr>
          </a:p>
        </p:txBody>
      </p:sp>
      <p:sp>
        <p:nvSpPr>
          <p:cNvPr id="2720" name="Google Shape;2720;p86"/>
          <p:cNvSpPr/>
          <p:nvPr/>
        </p:nvSpPr>
        <p:spPr>
          <a:xfrm>
            <a:off x="1678107" y="7022837"/>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Onboarding and Activation </a:t>
            </a:r>
            <a:endParaRPr sz="900" b="1" i="0" u="none" strike="noStrike" cap="none">
              <a:solidFill>
                <a:srgbClr val="066AFE"/>
              </a:solidFill>
              <a:latin typeface="Salesforce Sans"/>
              <a:ea typeface="Salesforce Sans"/>
              <a:cs typeface="Salesforce Sans"/>
              <a:sym typeface="Salesforce Sans"/>
            </a:endParaRPr>
          </a:p>
        </p:txBody>
      </p:sp>
      <p:sp>
        <p:nvSpPr>
          <p:cNvPr id="2721" name="Google Shape;2721;p86"/>
          <p:cNvSpPr/>
          <p:nvPr/>
        </p:nvSpPr>
        <p:spPr>
          <a:xfrm>
            <a:off x="1678107" y="4683367"/>
            <a:ext cx="846600" cy="282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a:t>
            </a:r>
            <a:r>
              <a:rPr lang="en" sz="900" b="1">
                <a:solidFill>
                  <a:srgbClr val="066AFE"/>
                </a:solidFill>
                <a:latin typeface="Salesforce Sans"/>
                <a:ea typeface="Salesforce Sans"/>
                <a:cs typeface="Salesforce Sans"/>
                <a:sym typeface="Salesforce Sans"/>
              </a:rPr>
              <a:t>&amp; </a:t>
            </a:r>
            <a:r>
              <a:rPr lang="en" sz="900" b="1" i="0" u="none" strike="noStrike" cap="none">
                <a:solidFill>
                  <a:srgbClr val="066AFE"/>
                </a:solidFill>
                <a:latin typeface="Salesforce Sans"/>
                <a:ea typeface="Salesforce Sans"/>
                <a:cs typeface="Salesforce Sans"/>
                <a:sym typeface="Salesforce Sans"/>
              </a:rPr>
              <a:t>Reseller M</a:t>
            </a:r>
            <a:r>
              <a:rPr lang="en" sz="900" b="1">
                <a:solidFill>
                  <a:srgbClr val="066AFE"/>
                </a:solidFill>
                <a:latin typeface="Salesforce Sans"/>
                <a:ea typeface="Salesforce Sans"/>
                <a:cs typeface="Salesforce Sans"/>
                <a:sym typeface="Salesforce Sans"/>
              </a:rPr>
              <a:t>gmt </a:t>
            </a:r>
            <a:endParaRPr sz="900" b="1" i="0" u="none" strike="noStrike" cap="none">
              <a:solidFill>
                <a:srgbClr val="066AFE"/>
              </a:solidFill>
              <a:latin typeface="Salesforce Sans"/>
              <a:ea typeface="Salesforce Sans"/>
              <a:cs typeface="Salesforce Sans"/>
              <a:sym typeface="Salesforce Sans"/>
            </a:endParaRPr>
          </a:p>
        </p:txBody>
      </p:sp>
      <p:sp>
        <p:nvSpPr>
          <p:cNvPr id="2722" name="Google Shape;2722;p86"/>
          <p:cNvSpPr/>
          <p:nvPr/>
        </p:nvSpPr>
        <p:spPr>
          <a:xfrm>
            <a:off x="1678107" y="5010253"/>
            <a:ext cx="8154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B2C Quoting &amp; Contracting </a:t>
            </a:r>
            <a:endParaRPr sz="900" b="1" i="0" u="none" strike="noStrike" cap="none">
              <a:solidFill>
                <a:srgbClr val="066AFE"/>
              </a:solidFill>
              <a:latin typeface="Salesforce Sans"/>
              <a:ea typeface="Salesforce Sans"/>
              <a:cs typeface="Salesforce Sans"/>
              <a:sym typeface="Salesforce Sans"/>
            </a:endParaRPr>
          </a:p>
        </p:txBody>
      </p:sp>
      <p:sp>
        <p:nvSpPr>
          <p:cNvPr id="2723" name="Google Shape;2723;p86"/>
          <p:cNvSpPr/>
          <p:nvPr/>
        </p:nvSpPr>
        <p:spPr>
          <a:xfrm>
            <a:off x="1678107" y="3889267"/>
            <a:ext cx="815400" cy="423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a:t>
            </a:r>
            <a:r>
              <a:rPr lang="en" sz="900" b="1">
                <a:solidFill>
                  <a:srgbClr val="066AFE"/>
                </a:solidFill>
                <a:latin typeface="Salesforce Sans"/>
                <a:ea typeface="Salesforce Sans"/>
                <a:cs typeface="Salesforce Sans"/>
                <a:sym typeface="Salesforce Sans"/>
              </a:rPr>
              <a:t>B</a:t>
            </a:r>
            <a:r>
              <a:rPr lang="en" sz="900" b="1" i="0" u="none" strike="noStrike" cap="none">
                <a:solidFill>
                  <a:srgbClr val="066AFE"/>
                </a:solidFill>
                <a:latin typeface="Salesforce Sans"/>
                <a:ea typeface="Salesforce Sans"/>
                <a:cs typeface="Salesforce Sans"/>
                <a:sym typeface="Salesforce Sans"/>
              </a:rPr>
              <a:t> Acquisition </a:t>
            </a:r>
            <a:endParaRPr sz="900" b="1" i="0" u="none" strike="noStrike" cap="none">
              <a:solidFill>
                <a:srgbClr val="066AFE"/>
              </a:solidFill>
              <a:latin typeface="Salesforce Sans"/>
              <a:ea typeface="Salesforce Sans"/>
              <a:cs typeface="Salesforce Sans"/>
              <a:sym typeface="Salesforce Sans"/>
            </a:endParaRPr>
          </a:p>
        </p:txBody>
      </p:sp>
      <p:sp>
        <p:nvSpPr>
          <p:cNvPr id="2724" name="Google Shape;2724;p86"/>
          <p:cNvSpPr/>
          <p:nvPr/>
        </p:nvSpPr>
        <p:spPr>
          <a:xfrm>
            <a:off x="1678107" y="5644063"/>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B2B Deal Management </a:t>
            </a:r>
            <a:endParaRPr sz="900" b="1" i="0" u="none" strike="noStrike" cap="none">
              <a:solidFill>
                <a:srgbClr val="066AFE"/>
              </a:solidFill>
              <a:latin typeface="Salesforce Sans"/>
              <a:ea typeface="Salesforce Sans"/>
              <a:cs typeface="Salesforce Sans"/>
              <a:sym typeface="Salesforce Sans"/>
            </a:endParaRPr>
          </a:p>
        </p:txBody>
      </p:sp>
      <p:sp>
        <p:nvSpPr>
          <p:cNvPr id="2725" name="Google Shape;2725;p86"/>
          <p:cNvSpPr txBox="1"/>
          <p:nvPr/>
        </p:nvSpPr>
        <p:spPr>
          <a:xfrm>
            <a:off x="2936457" y="29538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Launch Planning</a:t>
            </a:r>
            <a:endParaRPr sz="800" i="0" u="none" strike="noStrike" cap="none">
              <a:latin typeface="Salesforce Sans"/>
              <a:ea typeface="Salesforce Sans"/>
              <a:cs typeface="Salesforce Sans"/>
              <a:sym typeface="Salesforce Sans"/>
            </a:endParaRPr>
          </a:p>
        </p:txBody>
      </p:sp>
      <p:sp>
        <p:nvSpPr>
          <p:cNvPr id="2726" name="Google Shape;2726;p86"/>
          <p:cNvSpPr txBox="1"/>
          <p:nvPr/>
        </p:nvSpPr>
        <p:spPr>
          <a:xfrm>
            <a:off x="2936457" y="31095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Selection</a:t>
            </a:r>
            <a:endParaRPr sz="800" i="0" u="none" strike="noStrike" cap="none">
              <a:latin typeface="Salesforce Sans"/>
              <a:ea typeface="Salesforce Sans"/>
              <a:cs typeface="Salesforce Sans"/>
              <a:sym typeface="Salesforce Sans"/>
            </a:endParaRPr>
          </a:p>
        </p:txBody>
      </p:sp>
      <p:sp>
        <p:nvSpPr>
          <p:cNvPr id="2727" name="Google Shape;2727;p86"/>
          <p:cNvSpPr txBox="1"/>
          <p:nvPr/>
        </p:nvSpPr>
        <p:spPr>
          <a:xfrm>
            <a:off x="2936457" y="32653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Asset Deployment</a:t>
            </a:r>
            <a:endParaRPr sz="800" i="0" u="none" strike="noStrike" cap="none">
              <a:latin typeface="Salesforce Sans"/>
              <a:ea typeface="Salesforce Sans"/>
              <a:cs typeface="Salesforce Sans"/>
              <a:sym typeface="Salesforce Sans"/>
            </a:endParaRPr>
          </a:p>
        </p:txBody>
      </p:sp>
      <p:sp>
        <p:nvSpPr>
          <p:cNvPr id="2728" name="Google Shape;2728;p86"/>
          <p:cNvSpPr txBox="1"/>
          <p:nvPr/>
        </p:nvSpPr>
        <p:spPr>
          <a:xfrm>
            <a:off x="2936457" y="38870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sz="800" i="0" u="none" strike="noStrike" cap="none">
              <a:latin typeface="Salesforce Sans"/>
              <a:ea typeface="Salesforce Sans"/>
              <a:cs typeface="Salesforce Sans"/>
              <a:sym typeface="Salesforce Sans"/>
            </a:endParaRPr>
          </a:p>
        </p:txBody>
      </p:sp>
      <p:sp>
        <p:nvSpPr>
          <p:cNvPr id="2729" name="Google Shape;2729;p86"/>
          <p:cNvSpPr txBox="1"/>
          <p:nvPr/>
        </p:nvSpPr>
        <p:spPr>
          <a:xfrm>
            <a:off x="2936465" y="3436875"/>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sz="800" i="0" u="none" strike="noStrike" cap="none">
              <a:latin typeface="Salesforce Sans"/>
              <a:ea typeface="Salesforce Sans"/>
              <a:cs typeface="Salesforce Sans"/>
              <a:sym typeface="Salesforce Sans"/>
            </a:endParaRPr>
          </a:p>
        </p:txBody>
      </p:sp>
      <p:sp>
        <p:nvSpPr>
          <p:cNvPr id="2730" name="Google Shape;2730;p86"/>
          <p:cNvSpPr txBox="1"/>
          <p:nvPr/>
        </p:nvSpPr>
        <p:spPr>
          <a:xfrm>
            <a:off x="2936457" y="41961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sz="800" i="0" u="none" strike="noStrike" cap="none">
              <a:latin typeface="Salesforce Sans"/>
              <a:ea typeface="Salesforce Sans"/>
              <a:cs typeface="Salesforce Sans"/>
              <a:sym typeface="Salesforce Sans"/>
            </a:endParaRPr>
          </a:p>
        </p:txBody>
      </p:sp>
      <p:sp>
        <p:nvSpPr>
          <p:cNvPr id="2731" name="Google Shape;2731;p86"/>
          <p:cNvSpPr txBox="1"/>
          <p:nvPr/>
        </p:nvSpPr>
        <p:spPr>
          <a:xfrm>
            <a:off x="2936457" y="40403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sz="800" i="0" u="none" strike="noStrike" cap="none">
              <a:latin typeface="Salesforce Sans"/>
              <a:ea typeface="Salesforce Sans"/>
              <a:cs typeface="Salesforce Sans"/>
              <a:sym typeface="Salesforce Sans"/>
            </a:endParaRPr>
          </a:p>
        </p:txBody>
      </p:sp>
      <p:sp>
        <p:nvSpPr>
          <p:cNvPr id="2732" name="Google Shape;2732;p86"/>
          <p:cNvSpPr txBox="1"/>
          <p:nvPr/>
        </p:nvSpPr>
        <p:spPr>
          <a:xfrm>
            <a:off x="2936457" y="45052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sz="800" i="0" u="none" strike="noStrike" cap="none">
              <a:latin typeface="Salesforce Sans"/>
              <a:ea typeface="Salesforce Sans"/>
              <a:cs typeface="Salesforce Sans"/>
              <a:sym typeface="Salesforce Sans"/>
            </a:endParaRPr>
          </a:p>
        </p:txBody>
      </p:sp>
      <p:sp>
        <p:nvSpPr>
          <p:cNvPr id="2733" name="Google Shape;2733;p86"/>
          <p:cNvSpPr txBox="1"/>
          <p:nvPr/>
        </p:nvSpPr>
        <p:spPr>
          <a:xfrm>
            <a:off x="2936457" y="43495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SDR</a:t>
            </a:r>
            <a:endParaRPr sz="800" i="0" u="none" strike="noStrike" cap="none">
              <a:latin typeface="Salesforce Sans"/>
              <a:ea typeface="Salesforce Sans"/>
              <a:cs typeface="Salesforce Sans"/>
              <a:sym typeface="Salesforce Sans"/>
            </a:endParaRPr>
          </a:p>
        </p:txBody>
      </p:sp>
      <p:sp>
        <p:nvSpPr>
          <p:cNvPr id="2734" name="Google Shape;2734;p86"/>
          <p:cNvSpPr txBox="1"/>
          <p:nvPr/>
        </p:nvSpPr>
        <p:spPr>
          <a:xfrm>
            <a:off x="2936457" y="483347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Inquiry</a:t>
            </a:r>
            <a:endParaRPr sz="800" i="0" u="none" strike="noStrike" cap="none">
              <a:latin typeface="Salesforce Sans"/>
              <a:ea typeface="Salesforce Sans"/>
              <a:cs typeface="Salesforce Sans"/>
              <a:sym typeface="Salesforce Sans"/>
            </a:endParaRPr>
          </a:p>
        </p:txBody>
      </p:sp>
      <p:sp>
        <p:nvSpPr>
          <p:cNvPr id="2735" name="Google Shape;2735;p86"/>
          <p:cNvSpPr txBox="1"/>
          <p:nvPr/>
        </p:nvSpPr>
        <p:spPr>
          <a:xfrm>
            <a:off x="2936457" y="500832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sz="800" i="0" u="none" strike="noStrike" cap="none">
              <a:latin typeface="Salesforce Sans"/>
              <a:ea typeface="Salesforce Sans"/>
              <a:cs typeface="Salesforce Sans"/>
              <a:sym typeface="Salesforce Sans"/>
            </a:endParaRPr>
          </a:p>
        </p:txBody>
      </p:sp>
      <p:sp>
        <p:nvSpPr>
          <p:cNvPr id="2736" name="Google Shape;2736;p86"/>
          <p:cNvSpPr txBox="1"/>
          <p:nvPr/>
        </p:nvSpPr>
        <p:spPr>
          <a:xfrm>
            <a:off x="2936457" y="51616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Ordering </a:t>
            </a:r>
            <a:endParaRPr sz="800" i="0" u="none" strike="noStrike" cap="none">
              <a:latin typeface="Salesforce Sans"/>
              <a:ea typeface="Salesforce Sans"/>
              <a:cs typeface="Salesforce Sans"/>
              <a:sym typeface="Salesforce Sans"/>
            </a:endParaRPr>
          </a:p>
        </p:txBody>
      </p:sp>
      <p:sp>
        <p:nvSpPr>
          <p:cNvPr id="2737" name="Google Shape;2737;p86"/>
          <p:cNvSpPr txBox="1"/>
          <p:nvPr/>
        </p:nvSpPr>
        <p:spPr>
          <a:xfrm>
            <a:off x="2936457" y="54732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Invoice Generation</a:t>
            </a:r>
            <a:endParaRPr sz="800" i="0" u="none" strike="noStrike" cap="none">
              <a:latin typeface="Salesforce Sans"/>
              <a:ea typeface="Salesforce Sans"/>
              <a:cs typeface="Salesforce Sans"/>
              <a:sym typeface="Salesforce Sans"/>
            </a:endParaRPr>
          </a:p>
        </p:txBody>
      </p:sp>
      <p:sp>
        <p:nvSpPr>
          <p:cNvPr id="2738" name="Google Shape;2738;p86"/>
          <p:cNvSpPr txBox="1"/>
          <p:nvPr/>
        </p:nvSpPr>
        <p:spPr>
          <a:xfrm>
            <a:off x="2936457" y="58010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sz="800" i="0" u="none" strike="noStrike" cap="none">
              <a:latin typeface="Salesforce Sans"/>
              <a:ea typeface="Salesforce Sans"/>
              <a:cs typeface="Salesforce Sans"/>
              <a:sym typeface="Salesforce Sans"/>
            </a:endParaRPr>
          </a:p>
        </p:txBody>
      </p:sp>
      <p:sp>
        <p:nvSpPr>
          <p:cNvPr id="2739" name="Google Shape;2739;p86"/>
          <p:cNvSpPr txBox="1"/>
          <p:nvPr/>
        </p:nvSpPr>
        <p:spPr>
          <a:xfrm>
            <a:off x="2936457" y="59543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Deal Optimization</a:t>
            </a:r>
            <a:endParaRPr sz="800" i="0" u="none" strike="noStrike" cap="none">
              <a:latin typeface="Salesforce Sans"/>
              <a:ea typeface="Salesforce Sans"/>
              <a:cs typeface="Salesforce Sans"/>
              <a:sym typeface="Salesforce Sans"/>
            </a:endParaRPr>
          </a:p>
        </p:txBody>
      </p:sp>
      <p:sp>
        <p:nvSpPr>
          <p:cNvPr id="2740" name="Google Shape;2740;p86"/>
          <p:cNvSpPr txBox="1"/>
          <p:nvPr/>
        </p:nvSpPr>
        <p:spPr>
          <a:xfrm>
            <a:off x="2936457" y="53174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2741" name="Google Shape;2741;p86"/>
          <p:cNvSpPr txBox="1"/>
          <p:nvPr/>
        </p:nvSpPr>
        <p:spPr>
          <a:xfrm>
            <a:off x="2936457" y="61101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Quoting And Ordering</a:t>
            </a:r>
            <a:endParaRPr sz="800" i="0" u="none" strike="noStrike" cap="none">
              <a:latin typeface="Salesforce Sans"/>
              <a:ea typeface="Salesforce Sans"/>
              <a:cs typeface="Salesforce Sans"/>
              <a:sym typeface="Salesforce Sans"/>
            </a:endParaRPr>
          </a:p>
        </p:txBody>
      </p:sp>
      <p:sp>
        <p:nvSpPr>
          <p:cNvPr id="2742" name="Google Shape;2742;p86"/>
          <p:cNvSpPr txBox="1"/>
          <p:nvPr/>
        </p:nvSpPr>
        <p:spPr>
          <a:xfrm>
            <a:off x="2936457" y="62658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Contract Creation</a:t>
            </a:r>
            <a:endParaRPr sz="800" i="0" u="none" strike="noStrike" cap="none">
              <a:latin typeface="Salesforce Sans"/>
              <a:ea typeface="Salesforce Sans"/>
              <a:cs typeface="Salesforce Sans"/>
              <a:sym typeface="Salesforce Sans"/>
            </a:endParaRPr>
          </a:p>
        </p:txBody>
      </p:sp>
      <p:sp>
        <p:nvSpPr>
          <p:cNvPr id="2743" name="Google Shape;2743;p86"/>
          <p:cNvSpPr txBox="1"/>
          <p:nvPr/>
        </p:nvSpPr>
        <p:spPr>
          <a:xfrm>
            <a:off x="2936457" y="64216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Performance</a:t>
            </a:r>
            <a:endParaRPr sz="800" i="0" u="none" strike="noStrike" cap="none">
              <a:latin typeface="Salesforce Sans"/>
              <a:ea typeface="Salesforce Sans"/>
              <a:cs typeface="Salesforce Sans"/>
              <a:sym typeface="Salesforce Sans"/>
            </a:endParaRPr>
          </a:p>
        </p:txBody>
      </p:sp>
      <p:sp>
        <p:nvSpPr>
          <p:cNvPr id="2744" name="Google Shape;2744;p86"/>
          <p:cNvSpPr txBox="1"/>
          <p:nvPr/>
        </p:nvSpPr>
        <p:spPr>
          <a:xfrm>
            <a:off x="2936457" y="46794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Performance</a:t>
            </a:r>
            <a:endParaRPr sz="800" i="0" u="none" strike="noStrike" cap="none">
              <a:latin typeface="Salesforce Sans"/>
              <a:ea typeface="Salesforce Sans"/>
              <a:cs typeface="Salesforce Sans"/>
              <a:sym typeface="Salesforce Sans"/>
            </a:endParaRPr>
          </a:p>
        </p:txBody>
      </p:sp>
      <p:sp>
        <p:nvSpPr>
          <p:cNvPr id="2745" name="Google Shape;2745;p86"/>
          <p:cNvSpPr txBox="1"/>
          <p:nvPr/>
        </p:nvSpPr>
        <p:spPr>
          <a:xfrm>
            <a:off x="2936457" y="71721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Intent</a:t>
            </a:r>
            <a:endParaRPr sz="800" i="0" u="none" strike="noStrike" cap="none">
              <a:latin typeface="Salesforce Sans"/>
              <a:ea typeface="Salesforce Sans"/>
              <a:cs typeface="Salesforce Sans"/>
              <a:sym typeface="Salesforce Sans"/>
            </a:endParaRPr>
          </a:p>
        </p:txBody>
      </p:sp>
      <p:sp>
        <p:nvSpPr>
          <p:cNvPr id="2746" name="Google Shape;2746;p86"/>
          <p:cNvSpPr txBox="1"/>
          <p:nvPr/>
        </p:nvSpPr>
        <p:spPr>
          <a:xfrm>
            <a:off x="2936457" y="746935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First Use Enablement</a:t>
            </a:r>
            <a:endParaRPr sz="800" i="0" u="none" strike="noStrike" cap="none">
              <a:latin typeface="Salesforce Sans"/>
              <a:ea typeface="Salesforce Sans"/>
              <a:cs typeface="Salesforce Sans"/>
              <a:sym typeface="Salesforce Sans"/>
            </a:endParaRPr>
          </a:p>
        </p:txBody>
      </p:sp>
      <p:sp>
        <p:nvSpPr>
          <p:cNvPr id="2747" name="Google Shape;2747;p86"/>
          <p:cNvSpPr txBox="1"/>
          <p:nvPr/>
        </p:nvSpPr>
        <p:spPr>
          <a:xfrm>
            <a:off x="2936457" y="73207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Provisioning</a:t>
            </a:r>
            <a:endParaRPr sz="800" i="0" u="none" strike="noStrike" cap="none">
              <a:latin typeface="Salesforce Sans"/>
              <a:ea typeface="Salesforce Sans"/>
              <a:cs typeface="Salesforce Sans"/>
              <a:sym typeface="Salesforce Sans"/>
            </a:endParaRPr>
          </a:p>
        </p:txBody>
      </p:sp>
      <p:sp>
        <p:nvSpPr>
          <p:cNvPr id="2748" name="Google Shape;2748;p86"/>
          <p:cNvSpPr txBox="1"/>
          <p:nvPr/>
        </p:nvSpPr>
        <p:spPr>
          <a:xfrm>
            <a:off x="2936457" y="77938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Predictive Maintenance</a:t>
            </a:r>
            <a:endParaRPr sz="800" i="0" u="none" strike="noStrike" cap="none">
              <a:latin typeface="Salesforce Sans"/>
              <a:ea typeface="Salesforce Sans"/>
              <a:cs typeface="Salesforce Sans"/>
              <a:sym typeface="Salesforce Sans"/>
            </a:endParaRPr>
          </a:p>
        </p:txBody>
      </p:sp>
      <p:sp>
        <p:nvSpPr>
          <p:cNvPr id="2749" name="Google Shape;2749;p86"/>
          <p:cNvSpPr txBox="1"/>
          <p:nvPr/>
        </p:nvSpPr>
        <p:spPr>
          <a:xfrm>
            <a:off x="2936457" y="794249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Triage</a:t>
            </a:r>
            <a:endParaRPr sz="800" i="0" u="none" strike="noStrike" cap="none">
              <a:latin typeface="Salesforce Sans"/>
              <a:ea typeface="Salesforce Sans"/>
              <a:cs typeface="Salesforce Sans"/>
              <a:sym typeface="Salesforce Sans"/>
            </a:endParaRPr>
          </a:p>
        </p:txBody>
      </p:sp>
      <p:sp>
        <p:nvSpPr>
          <p:cNvPr id="2750" name="Google Shape;2750;p86"/>
          <p:cNvSpPr txBox="1"/>
          <p:nvPr/>
        </p:nvSpPr>
        <p:spPr>
          <a:xfrm>
            <a:off x="2936457" y="80911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Order Fulfillment</a:t>
            </a:r>
            <a:endParaRPr sz="800" i="0" u="none" strike="noStrike" cap="none">
              <a:latin typeface="Salesforce Sans"/>
              <a:ea typeface="Salesforce Sans"/>
              <a:cs typeface="Salesforce Sans"/>
              <a:sym typeface="Salesforce Sans"/>
            </a:endParaRPr>
          </a:p>
        </p:txBody>
      </p:sp>
      <p:sp>
        <p:nvSpPr>
          <p:cNvPr id="2751" name="Google Shape;2751;p86"/>
          <p:cNvSpPr txBox="1"/>
          <p:nvPr/>
        </p:nvSpPr>
        <p:spPr>
          <a:xfrm>
            <a:off x="2936457" y="823971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sz="800" i="0" u="none" strike="noStrike" cap="none">
              <a:latin typeface="Salesforce Sans"/>
              <a:ea typeface="Salesforce Sans"/>
              <a:cs typeface="Salesforce Sans"/>
              <a:sym typeface="Salesforce Sans"/>
            </a:endParaRPr>
          </a:p>
        </p:txBody>
      </p:sp>
      <p:sp>
        <p:nvSpPr>
          <p:cNvPr id="2752" name="Google Shape;2752;p86"/>
          <p:cNvSpPr txBox="1"/>
          <p:nvPr/>
        </p:nvSpPr>
        <p:spPr>
          <a:xfrm>
            <a:off x="2936457" y="86734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and Product Inquiry</a:t>
            </a:r>
            <a:endParaRPr sz="800" i="0" u="none" strike="noStrike" cap="none">
              <a:latin typeface="Salesforce Sans"/>
              <a:ea typeface="Salesforce Sans"/>
              <a:cs typeface="Salesforce Sans"/>
              <a:sym typeface="Salesforce Sans"/>
            </a:endParaRPr>
          </a:p>
        </p:txBody>
      </p:sp>
      <p:sp>
        <p:nvSpPr>
          <p:cNvPr id="2753" name="Google Shape;2753;p86"/>
          <p:cNvSpPr txBox="1"/>
          <p:nvPr/>
        </p:nvSpPr>
        <p:spPr>
          <a:xfrm>
            <a:off x="2936457" y="8388329"/>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sz="800" i="0" u="none" strike="noStrike" cap="none">
              <a:latin typeface="Salesforce Sans"/>
              <a:ea typeface="Salesforce Sans"/>
              <a:cs typeface="Salesforce Sans"/>
              <a:sym typeface="Salesforce Sans"/>
            </a:endParaRPr>
          </a:p>
        </p:txBody>
      </p:sp>
      <p:sp>
        <p:nvSpPr>
          <p:cNvPr id="2754" name="Google Shape;2754;p86"/>
          <p:cNvSpPr txBox="1"/>
          <p:nvPr/>
        </p:nvSpPr>
        <p:spPr>
          <a:xfrm>
            <a:off x="2936457" y="88131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MACD</a:t>
            </a:r>
            <a:endParaRPr sz="800" i="0" u="none" strike="noStrike" cap="none">
              <a:latin typeface="Salesforce Sans"/>
              <a:ea typeface="Salesforce Sans"/>
              <a:cs typeface="Salesforce Sans"/>
              <a:sym typeface="Salesforce Sans"/>
            </a:endParaRPr>
          </a:p>
        </p:txBody>
      </p:sp>
      <p:sp>
        <p:nvSpPr>
          <p:cNvPr id="2755" name="Google Shape;2755;p86"/>
          <p:cNvSpPr txBox="1"/>
          <p:nvPr/>
        </p:nvSpPr>
        <p:spPr>
          <a:xfrm>
            <a:off x="2936457" y="895298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sz="800" i="0" u="none" strike="noStrike" cap="none">
              <a:latin typeface="Salesforce Sans"/>
              <a:ea typeface="Salesforce Sans"/>
              <a:cs typeface="Salesforce Sans"/>
              <a:sym typeface="Salesforce Sans"/>
            </a:endParaRPr>
          </a:p>
        </p:txBody>
      </p:sp>
      <p:sp>
        <p:nvSpPr>
          <p:cNvPr id="2756" name="Google Shape;2756;p86"/>
          <p:cNvSpPr txBox="1"/>
          <p:nvPr/>
        </p:nvSpPr>
        <p:spPr>
          <a:xfrm>
            <a:off x="2936457" y="92325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sz="800" i="0" u="none" strike="noStrike" cap="none">
              <a:latin typeface="Salesforce Sans"/>
              <a:ea typeface="Salesforce Sans"/>
              <a:cs typeface="Salesforce Sans"/>
              <a:sym typeface="Salesforce Sans"/>
            </a:endParaRPr>
          </a:p>
        </p:txBody>
      </p:sp>
      <p:sp>
        <p:nvSpPr>
          <p:cNvPr id="2757" name="Google Shape;2757;p86"/>
          <p:cNvSpPr txBox="1"/>
          <p:nvPr/>
        </p:nvSpPr>
        <p:spPr>
          <a:xfrm>
            <a:off x="2936457" y="937235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sz="800" i="0" u="none" strike="noStrike" cap="none">
              <a:latin typeface="Salesforce Sans"/>
              <a:ea typeface="Salesforce Sans"/>
              <a:cs typeface="Salesforce Sans"/>
              <a:sym typeface="Salesforce Sans"/>
            </a:endParaRPr>
          </a:p>
        </p:txBody>
      </p:sp>
      <p:sp>
        <p:nvSpPr>
          <p:cNvPr id="2758" name="Google Shape;2758;p86"/>
          <p:cNvSpPr txBox="1"/>
          <p:nvPr/>
        </p:nvSpPr>
        <p:spPr>
          <a:xfrm>
            <a:off x="2936457" y="90927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Troubleshooting</a:t>
            </a:r>
            <a:endParaRPr sz="800" i="0" u="none" strike="noStrike" cap="none">
              <a:latin typeface="Salesforce Sans"/>
              <a:ea typeface="Salesforce Sans"/>
              <a:cs typeface="Salesforce Sans"/>
              <a:sym typeface="Salesforce Sans"/>
            </a:endParaRPr>
          </a:p>
        </p:txBody>
      </p:sp>
      <p:sp>
        <p:nvSpPr>
          <p:cNvPr id="2759" name="Google Shape;2759;p86"/>
          <p:cNvSpPr txBox="1"/>
          <p:nvPr/>
        </p:nvSpPr>
        <p:spPr>
          <a:xfrm>
            <a:off x="2936457" y="65939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Provisioning And Activation</a:t>
            </a:r>
            <a:endParaRPr sz="800" i="0" u="none" strike="noStrike" cap="none">
              <a:latin typeface="Salesforce Sans"/>
              <a:ea typeface="Salesforce Sans"/>
              <a:cs typeface="Salesforce Sans"/>
              <a:sym typeface="Salesforce Sans"/>
            </a:endParaRPr>
          </a:p>
        </p:txBody>
      </p:sp>
      <p:sp>
        <p:nvSpPr>
          <p:cNvPr id="2760" name="Google Shape;2760;p86"/>
          <p:cNvSpPr txBox="1"/>
          <p:nvPr/>
        </p:nvSpPr>
        <p:spPr>
          <a:xfrm>
            <a:off x="2936457" y="672489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Invoice Generation</a:t>
            </a:r>
            <a:endParaRPr sz="800" i="0" u="none" strike="noStrike" cap="none">
              <a:latin typeface="Salesforce Sans"/>
              <a:ea typeface="Salesforce Sans"/>
              <a:cs typeface="Salesforce Sans"/>
              <a:sym typeface="Salesforce Sans"/>
            </a:endParaRPr>
          </a:p>
        </p:txBody>
      </p:sp>
      <p:sp>
        <p:nvSpPr>
          <p:cNvPr id="2761" name="Google Shape;2761;p86"/>
          <p:cNvSpPr txBox="1"/>
          <p:nvPr/>
        </p:nvSpPr>
        <p:spPr>
          <a:xfrm>
            <a:off x="2936457" y="685586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Inquiry</a:t>
            </a:r>
            <a:endParaRPr sz="800" i="0" u="none" strike="noStrike" cap="none">
              <a:latin typeface="Salesforce Sans"/>
              <a:ea typeface="Salesforce Sans"/>
              <a:cs typeface="Salesforce Sans"/>
              <a:sym typeface="Salesforce Sans"/>
            </a:endParaRPr>
          </a:p>
        </p:txBody>
      </p:sp>
      <p:sp>
        <p:nvSpPr>
          <p:cNvPr id="2762" name="Google Shape;2762;p86"/>
          <p:cNvSpPr txBox="1"/>
          <p:nvPr/>
        </p:nvSpPr>
        <p:spPr>
          <a:xfrm>
            <a:off x="2936457" y="70235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sz="800" i="0" u="none" strike="noStrike" cap="none">
              <a:latin typeface="Salesforce Sans"/>
              <a:ea typeface="Salesforce Sans"/>
              <a:cs typeface="Salesforce Sans"/>
              <a:sym typeface="Salesforce Sans"/>
            </a:endParaRPr>
          </a:p>
        </p:txBody>
      </p:sp>
      <p:sp>
        <p:nvSpPr>
          <p:cNvPr id="2763" name="Google Shape;2763;p86"/>
          <p:cNvSpPr/>
          <p:nvPr/>
        </p:nvSpPr>
        <p:spPr>
          <a:xfrm>
            <a:off x="2799092" y="345990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64" name="Google Shape;2764;p86"/>
          <p:cNvSpPr/>
          <p:nvPr/>
        </p:nvSpPr>
        <p:spPr>
          <a:xfrm>
            <a:off x="2799092" y="53360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765" name="Google Shape;2765;p86"/>
          <p:cNvSpPr/>
          <p:nvPr/>
        </p:nvSpPr>
        <p:spPr>
          <a:xfrm>
            <a:off x="2799092" y="6284479"/>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66" name="Google Shape;2766;p86"/>
          <p:cNvSpPr/>
          <p:nvPr/>
        </p:nvSpPr>
        <p:spPr>
          <a:xfrm>
            <a:off x="2799092" y="9111372"/>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67" name="Google Shape;2767;p86"/>
          <p:cNvSpPr txBox="1"/>
          <p:nvPr/>
        </p:nvSpPr>
        <p:spPr>
          <a:xfrm>
            <a:off x="2936457" y="18421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sz="800" i="0" u="none" strike="noStrike" cap="none">
              <a:latin typeface="Salesforce Sans"/>
              <a:ea typeface="Salesforce Sans"/>
              <a:cs typeface="Salesforce Sans"/>
              <a:sym typeface="Salesforce Sans"/>
            </a:endParaRPr>
          </a:p>
        </p:txBody>
      </p:sp>
      <p:sp>
        <p:nvSpPr>
          <p:cNvPr id="2768" name="Google Shape;2768;p86"/>
          <p:cNvSpPr/>
          <p:nvPr/>
        </p:nvSpPr>
        <p:spPr>
          <a:xfrm>
            <a:off x="2799092" y="1860638"/>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69" name="Google Shape;2769;p86"/>
          <p:cNvSpPr txBox="1"/>
          <p:nvPr/>
        </p:nvSpPr>
        <p:spPr>
          <a:xfrm>
            <a:off x="2936457" y="19971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sz="800" i="0" u="none" strike="noStrike" cap="none">
              <a:latin typeface="Salesforce Sans"/>
              <a:ea typeface="Salesforce Sans"/>
              <a:cs typeface="Salesforce Sans"/>
              <a:sym typeface="Salesforce Sans"/>
            </a:endParaRPr>
          </a:p>
        </p:txBody>
      </p:sp>
      <p:sp>
        <p:nvSpPr>
          <p:cNvPr id="2770" name="Google Shape;2770;p86"/>
          <p:cNvSpPr/>
          <p:nvPr/>
        </p:nvSpPr>
        <p:spPr>
          <a:xfrm>
            <a:off x="2799092" y="20156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71" name="Google Shape;2771;p86"/>
          <p:cNvSpPr txBox="1"/>
          <p:nvPr/>
        </p:nvSpPr>
        <p:spPr>
          <a:xfrm>
            <a:off x="2936457" y="215220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sz="800" i="0" u="none" strike="noStrike" cap="none">
              <a:latin typeface="Salesforce Sans"/>
              <a:ea typeface="Salesforce Sans"/>
              <a:cs typeface="Salesforce Sans"/>
              <a:sym typeface="Salesforce Sans"/>
            </a:endParaRPr>
          </a:p>
        </p:txBody>
      </p:sp>
      <p:sp>
        <p:nvSpPr>
          <p:cNvPr id="2772" name="Google Shape;2772;p86"/>
          <p:cNvSpPr/>
          <p:nvPr/>
        </p:nvSpPr>
        <p:spPr>
          <a:xfrm>
            <a:off x="2799092" y="217065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73" name="Google Shape;2773;p86"/>
          <p:cNvSpPr txBox="1"/>
          <p:nvPr/>
        </p:nvSpPr>
        <p:spPr>
          <a:xfrm>
            <a:off x="2936457" y="232251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sz="800" i="0" u="none" strike="noStrike" cap="none">
              <a:latin typeface="Salesforce Sans"/>
              <a:ea typeface="Salesforce Sans"/>
              <a:cs typeface="Salesforce Sans"/>
              <a:sym typeface="Salesforce Sans"/>
            </a:endParaRPr>
          </a:p>
        </p:txBody>
      </p:sp>
      <p:sp>
        <p:nvSpPr>
          <p:cNvPr id="2774" name="Google Shape;2774;p86"/>
          <p:cNvSpPr/>
          <p:nvPr/>
        </p:nvSpPr>
        <p:spPr>
          <a:xfrm>
            <a:off x="2799092" y="234096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75" name="Google Shape;2775;p86"/>
          <p:cNvSpPr txBox="1"/>
          <p:nvPr/>
        </p:nvSpPr>
        <p:spPr>
          <a:xfrm>
            <a:off x="2936457" y="24782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2776" name="Google Shape;2776;p86"/>
          <p:cNvSpPr/>
          <p:nvPr/>
        </p:nvSpPr>
        <p:spPr>
          <a:xfrm>
            <a:off x="2799092" y="24967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77" name="Google Shape;2777;p86"/>
          <p:cNvSpPr txBox="1"/>
          <p:nvPr/>
        </p:nvSpPr>
        <p:spPr>
          <a:xfrm>
            <a:off x="2936457" y="27850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Scenario Modelling</a:t>
            </a:r>
            <a:endParaRPr sz="800" i="0" u="none" strike="noStrike" cap="none">
              <a:latin typeface="Salesforce Sans"/>
              <a:ea typeface="Salesforce Sans"/>
              <a:cs typeface="Salesforce Sans"/>
              <a:sym typeface="Salesforce Sans"/>
            </a:endParaRPr>
          </a:p>
        </p:txBody>
      </p:sp>
      <p:sp>
        <p:nvSpPr>
          <p:cNvPr id="2778" name="Google Shape;2778;p86"/>
          <p:cNvSpPr/>
          <p:nvPr/>
        </p:nvSpPr>
        <p:spPr>
          <a:xfrm>
            <a:off x="2799092" y="28034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79" name="Google Shape;2779;p86"/>
          <p:cNvSpPr/>
          <p:nvPr/>
        </p:nvSpPr>
        <p:spPr>
          <a:xfrm>
            <a:off x="2799092" y="297242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80" name="Google Shape;2780;p86"/>
          <p:cNvSpPr/>
          <p:nvPr/>
        </p:nvSpPr>
        <p:spPr>
          <a:xfrm>
            <a:off x="2799092" y="3128037"/>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81" name="Google Shape;2781;p86"/>
          <p:cNvSpPr txBox="1"/>
          <p:nvPr/>
        </p:nvSpPr>
        <p:spPr>
          <a:xfrm>
            <a:off x="2936457" y="26316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Forecast To Opportunity</a:t>
            </a:r>
            <a:endParaRPr sz="800" i="0" u="none" strike="noStrike" cap="none">
              <a:latin typeface="Salesforce Sans"/>
              <a:ea typeface="Salesforce Sans"/>
              <a:cs typeface="Salesforce Sans"/>
              <a:sym typeface="Salesforce Sans"/>
            </a:endParaRPr>
          </a:p>
        </p:txBody>
      </p:sp>
      <p:sp>
        <p:nvSpPr>
          <p:cNvPr id="2782" name="Google Shape;2782;p86"/>
          <p:cNvSpPr/>
          <p:nvPr/>
        </p:nvSpPr>
        <p:spPr>
          <a:xfrm>
            <a:off x="2799092" y="2650091"/>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83" name="Google Shape;2783;p86"/>
          <p:cNvSpPr/>
          <p:nvPr/>
        </p:nvSpPr>
        <p:spPr>
          <a:xfrm>
            <a:off x="2799092" y="390547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784" name="Google Shape;2784;p86"/>
          <p:cNvSpPr/>
          <p:nvPr/>
        </p:nvSpPr>
        <p:spPr>
          <a:xfrm>
            <a:off x="2799092" y="421474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785" name="Google Shape;2785;p86"/>
          <p:cNvSpPr/>
          <p:nvPr/>
        </p:nvSpPr>
        <p:spPr>
          <a:xfrm>
            <a:off x="2799092" y="405899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786" name="Google Shape;2786;p86"/>
          <p:cNvSpPr/>
          <p:nvPr/>
        </p:nvSpPr>
        <p:spPr>
          <a:xfrm>
            <a:off x="2799092" y="436811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787" name="Google Shape;2787;p86"/>
          <p:cNvSpPr/>
          <p:nvPr/>
        </p:nvSpPr>
        <p:spPr>
          <a:xfrm>
            <a:off x="2799092" y="518029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2788" name="Google Shape;2788;p86"/>
          <p:cNvSpPr/>
          <p:nvPr/>
        </p:nvSpPr>
        <p:spPr>
          <a:xfrm>
            <a:off x="2799092" y="612872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89" name="Google Shape;2789;p86"/>
          <p:cNvSpPr/>
          <p:nvPr/>
        </p:nvSpPr>
        <p:spPr>
          <a:xfrm>
            <a:off x="2799092" y="7812490"/>
            <a:ext cx="91200" cy="91200"/>
          </a:xfrm>
          <a:prstGeom prst="ellipse">
            <a:avLst/>
          </a:prstGeom>
          <a:solidFill>
            <a:srgbClr val="08ABED"/>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90" name="Google Shape;2790;p86"/>
          <p:cNvSpPr/>
          <p:nvPr/>
        </p:nvSpPr>
        <p:spPr>
          <a:xfrm>
            <a:off x="2799092" y="810971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91" name="Google Shape;2791;p86"/>
          <p:cNvSpPr/>
          <p:nvPr/>
        </p:nvSpPr>
        <p:spPr>
          <a:xfrm>
            <a:off x="2799092" y="825832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92" name="Google Shape;2792;p86"/>
          <p:cNvSpPr/>
          <p:nvPr/>
        </p:nvSpPr>
        <p:spPr>
          <a:xfrm>
            <a:off x="2799092" y="869200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93" name="Google Shape;2793;p86"/>
          <p:cNvSpPr/>
          <p:nvPr/>
        </p:nvSpPr>
        <p:spPr>
          <a:xfrm>
            <a:off x="2799092" y="840693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94" name="Google Shape;2794;p86"/>
          <p:cNvSpPr/>
          <p:nvPr/>
        </p:nvSpPr>
        <p:spPr>
          <a:xfrm>
            <a:off x="2799092" y="8831791"/>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95" name="Google Shape;2795;p86"/>
          <p:cNvSpPr/>
          <p:nvPr/>
        </p:nvSpPr>
        <p:spPr>
          <a:xfrm>
            <a:off x="2799092" y="897158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96" name="Google Shape;2796;p86"/>
          <p:cNvSpPr/>
          <p:nvPr/>
        </p:nvSpPr>
        <p:spPr>
          <a:xfrm>
            <a:off x="2799092" y="939095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797" name="Google Shape;2797;p86"/>
          <p:cNvSpPr/>
          <p:nvPr/>
        </p:nvSpPr>
        <p:spPr>
          <a:xfrm>
            <a:off x="2799092" y="66125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98" name="Google Shape;2798;p86"/>
          <p:cNvSpPr/>
          <p:nvPr/>
        </p:nvSpPr>
        <p:spPr>
          <a:xfrm>
            <a:off x="2799092" y="73393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799" name="Google Shape;2799;p86"/>
          <p:cNvSpPr/>
          <p:nvPr/>
        </p:nvSpPr>
        <p:spPr>
          <a:xfrm>
            <a:off x="2799092" y="452387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2800" name="Google Shape;2800;p86"/>
          <p:cNvSpPr/>
          <p:nvPr/>
        </p:nvSpPr>
        <p:spPr>
          <a:xfrm>
            <a:off x="2799092" y="4698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01" name="Google Shape;2801;p86"/>
          <p:cNvSpPr/>
          <p:nvPr/>
        </p:nvSpPr>
        <p:spPr>
          <a:xfrm>
            <a:off x="2799092" y="4852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02" name="Google Shape;2802;p86"/>
          <p:cNvSpPr/>
          <p:nvPr/>
        </p:nvSpPr>
        <p:spPr>
          <a:xfrm>
            <a:off x="2799092" y="32839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03" name="Google Shape;2803;p86"/>
          <p:cNvSpPr txBox="1"/>
          <p:nvPr/>
        </p:nvSpPr>
        <p:spPr>
          <a:xfrm>
            <a:off x="2936457" y="37134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Store Performance</a:t>
            </a:r>
            <a:endParaRPr sz="800" i="0" u="none" strike="noStrike" cap="none">
              <a:latin typeface="Salesforce Sans"/>
              <a:ea typeface="Salesforce Sans"/>
              <a:cs typeface="Salesforce Sans"/>
              <a:sym typeface="Salesforce Sans"/>
            </a:endParaRPr>
          </a:p>
        </p:txBody>
      </p:sp>
      <p:sp>
        <p:nvSpPr>
          <p:cNvPr id="2804" name="Google Shape;2804;p86"/>
          <p:cNvSpPr/>
          <p:nvPr/>
        </p:nvSpPr>
        <p:spPr>
          <a:xfrm>
            <a:off x="2799092" y="373189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05" name="Google Shape;2805;p86"/>
          <p:cNvSpPr/>
          <p:nvPr/>
        </p:nvSpPr>
        <p:spPr>
          <a:xfrm>
            <a:off x="2799092" y="502692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highlight>
                <a:srgbClr val="022AC0"/>
              </a:highlight>
              <a:latin typeface="Salesforce Sans"/>
              <a:ea typeface="Salesforce Sans"/>
              <a:cs typeface="Salesforce Sans"/>
              <a:sym typeface="Salesforce Sans"/>
            </a:endParaRPr>
          </a:p>
        </p:txBody>
      </p:sp>
      <p:sp>
        <p:nvSpPr>
          <p:cNvPr id="2806" name="Google Shape;2806;p86"/>
          <p:cNvSpPr/>
          <p:nvPr/>
        </p:nvSpPr>
        <p:spPr>
          <a:xfrm>
            <a:off x="2799092" y="549180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07" name="Google Shape;2807;p86"/>
          <p:cNvSpPr/>
          <p:nvPr/>
        </p:nvSpPr>
        <p:spPr>
          <a:xfrm>
            <a:off x="2799092" y="59729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08" name="Google Shape;2808;p86"/>
          <p:cNvSpPr/>
          <p:nvPr/>
        </p:nvSpPr>
        <p:spPr>
          <a:xfrm>
            <a:off x="2799092" y="581959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09" name="Google Shape;2809;p86"/>
          <p:cNvSpPr/>
          <p:nvPr/>
        </p:nvSpPr>
        <p:spPr>
          <a:xfrm>
            <a:off x="2799092" y="64402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10" name="Google Shape;2810;p86"/>
          <p:cNvSpPr/>
          <p:nvPr/>
        </p:nvSpPr>
        <p:spPr>
          <a:xfrm>
            <a:off x="2799092" y="674349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1" name="Google Shape;2811;p86"/>
          <p:cNvSpPr/>
          <p:nvPr/>
        </p:nvSpPr>
        <p:spPr>
          <a:xfrm>
            <a:off x="2799092" y="68744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2" name="Google Shape;2812;p86"/>
          <p:cNvSpPr/>
          <p:nvPr/>
        </p:nvSpPr>
        <p:spPr>
          <a:xfrm>
            <a:off x="2799092" y="71907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3" name="Google Shape;2813;p86"/>
          <p:cNvSpPr/>
          <p:nvPr/>
        </p:nvSpPr>
        <p:spPr>
          <a:xfrm>
            <a:off x="2799092" y="704212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4" name="Google Shape;2814;p86"/>
          <p:cNvSpPr/>
          <p:nvPr/>
        </p:nvSpPr>
        <p:spPr>
          <a:xfrm>
            <a:off x="2799092" y="748795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5" name="Google Shape;2815;p86"/>
          <p:cNvSpPr/>
          <p:nvPr/>
        </p:nvSpPr>
        <p:spPr>
          <a:xfrm>
            <a:off x="2799092" y="79611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6" name="Google Shape;2816;p86"/>
          <p:cNvSpPr/>
          <p:nvPr/>
        </p:nvSpPr>
        <p:spPr>
          <a:xfrm>
            <a:off x="2799092" y="925116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17" name="Google Shape;2817;p86"/>
          <p:cNvSpPr txBox="1"/>
          <p:nvPr/>
        </p:nvSpPr>
        <p:spPr>
          <a:xfrm>
            <a:off x="2935148" y="564644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sz="800" i="0" u="none" strike="noStrike" cap="none">
              <a:latin typeface="Salesforce Sans"/>
              <a:ea typeface="Salesforce Sans"/>
              <a:cs typeface="Salesforce Sans"/>
              <a:sym typeface="Salesforce Sans"/>
            </a:endParaRPr>
          </a:p>
        </p:txBody>
      </p:sp>
      <p:sp>
        <p:nvSpPr>
          <p:cNvPr id="2818" name="Google Shape;2818;p86"/>
          <p:cNvSpPr/>
          <p:nvPr/>
        </p:nvSpPr>
        <p:spPr>
          <a:xfrm>
            <a:off x="2797278" y="5665044"/>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2819" name="Google Shape;2819;p86"/>
          <p:cNvSpPr txBox="1"/>
          <p:nvPr/>
        </p:nvSpPr>
        <p:spPr>
          <a:xfrm>
            <a:off x="2935140" y="76383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sz="800" i="0" u="none" strike="noStrike" cap="none">
              <a:latin typeface="Salesforce Sans"/>
              <a:ea typeface="Salesforce Sans"/>
              <a:cs typeface="Salesforce Sans"/>
              <a:sym typeface="Salesforce Sans"/>
            </a:endParaRPr>
          </a:p>
        </p:txBody>
      </p:sp>
      <p:sp>
        <p:nvSpPr>
          <p:cNvPr id="2820" name="Google Shape;2820;p86"/>
          <p:cNvSpPr/>
          <p:nvPr/>
        </p:nvSpPr>
        <p:spPr>
          <a:xfrm>
            <a:off x="2797267" y="765693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2821" name="Google Shape;2821;p86"/>
          <p:cNvSpPr txBox="1"/>
          <p:nvPr/>
        </p:nvSpPr>
        <p:spPr>
          <a:xfrm>
            <a:off x="47833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822" name="Google Shape;2822;p86"/>
          <p:cNvSpPr txBox="1"/>
          <p:nvPr/>
        </p:nvSpPr>
        <p:spPr>
          <a:xfrm>
            <a:off x="167810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823" name="Google Shape;2823;p86"/>
          <p:cNvGrpSpPr/>
          <p:nvPr/>
        </p:nvGrpSpPr>
        <p:grpSpPr>
          <a:xfrm>
            <a:off x="497950" y="1867456"/>
            <a:ext cx="952566" cy="449700"/>
            <a:chOff x="755108" y="1946374"/>
            <a:chExt cx="1322458" cy="449700"/>
          </a:xfrm>
        </p:grpSpPr>
        <p:sp>
          <p:nvSpPr>
            <p:cNvPr id="2824" name="Google Shape;2824;p86"/>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825" name="Google Shape;2825;p86"/>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2826" name="Google Shape;2826;p86"/>
          <p:cNvSpPr txBox="1"/>
          <p:nvPr/>
        </p:nvSpPr>
        <p:spPr>
          <a:xfrm>
            <a:off x="2936969"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827" name="Google Shape;2827;p86"/>
          <p:cNvSpPr txBox="1"/>
          <p:nvPr/>
        </p:nvSpPr>
        <p:spPr>
          <a:xfrm>
            <a:off x="1678102" y="1845619"/>
            <a:ext cx="9525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GTM Operations</a:t>
            </a:r>
            <a:endParaRPr sz="1600"/>
          </a:p>
        </p:txBody>
      </p:sp>
      <p:grpSp>
        <p:nvGrpSpPr>
          <p:cNvPr id="2828" name="Google Shape;2828;p86"/>
          <p:cNvGrpSpPr/>
          <p:nvPr/>
        </p:nvGrpSpPr>
        <p:grpSpPr>
          <a:xfrm>
            <a:off x="497991" y="7043359"/>
            <a:ext cx="952525" cy="449700"/>
            <a:chOff x="755165" y="1951713"/>
            <a:chExt cx="1322400" cy="449700"/>
          </a:xfrm>
        </p:grpSpPr>
        <p:sp>
          <p:nvSpPr>
            <p:cNvPr id="2829" name="Google Shape;2829;p86"/>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830" name="Google Shape;2830;p86"/>
            <p:cNvSpPr txBox="1"/>
            <p:nvPr/>
          </p:nvSpPr>
          <p:spPr>
            <a:xfrm>
              <a:off x="755177" y="2114166"/>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2831" name="Google Shape;2831;p86"/>
          <p:cNvSpPr/>
          <p:nvPr/>
        </p:nvSpPr>
        <p:spPr>
          <a:xfrm>
            <a:off x="1678107" y="9544491"/>
            <a:ext cx="9732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Marketing Strategy </a:t>
            </a:r>
            <a:r>
              <a:rPr lang="en" sz="900" b="1">
                <a:solidFill>
                  <a:srgbClr val="066AFE"/>
                </a:solidFill>
                <a:latin typeface="Salesforce Sans"/>
                <a:ea typeface="Salesforce Sans"/>
                <a:cs typeface="Salesforce Sans"/>
                <a:sym typeface="Salesforce Sans"/>
              </a:rPr>
              <a:t>&amp;</a:t>
            </a:r>
            <a:r>
              <a:rPr lang="en" sz="900" b="1" i="0" u="none" strike="noStrike" cap="none">
                <a:solidFill>
                  <a:srgbClr val="066AFE"/>
                </a:solidFill>
                <a:latin typeface="Salesforce Sans"/>
                <a:ea typeface="Salesforce Sans"/>
                <a:cs typeface="Salesforce Sans"/>
                <a:sym typeface="Salesforce Sans"/>
              </a:rPr>
              <a:t> Direction </a:t>
            </a:r>
            <a:endParaRPr sz="900" b="1" i="0" u="none" strike="noStrike" cap="none">
              <a:solidFill>
                <a:srgbClr val="066AFE"/>
              </a:solidFill>
              <a:latin typeface="Salesforce Sans"/>
              <a:ea typeface="Salesforce Sans"/>
              <a:cs typeface="Salesforce Sans"/>
              <a:sym typeface="Salesforce Sans"/>
            </a:endParaRPr>
          </a:p>
        </p:txBody>
      </p:sp>
      <p:sp>
        <p:nvSpPr>
          <p:cNvPr id="2832" name="Google Shape;2832;p86"/>
          <p:cNvSpPr txBox="1"/>
          <p:nvPr/>
        </p:nvSpPr>
        <p:spPr>
          <a:xfrm>
            <a:off x="2936457" y="9543964"/>
            <a:ext cx="1492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 &amp; Competitive Analysis</a:t>
            </a:r>
            <a:endParaRPr sz="800" i="0" u="none" strike="noStrike" cap="none">
              <a:latin typeface="Salesforce Sans"/>
              <a:ea typeface="Salesforce Sans"/>
              <a:cs typeface="Salesforce Sans"/>
              <a:sym typeface="Salesforce Sans"/>
            </a:endParaRPr>
          </a:p>
        </p:txBody>
      </p:sp>
      <p:sp>
        <p:nvSpPr>
          <p:cNvPr id="2833" name="Google Shape;2833;p86"/>
          <p:cNvSpPr txBox="1"/>
          <p:nvPr/>
        </p:nvSpPr>
        <p:spPr>
          <a:xfrm>
            <a:off x="2936457" y="96836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Strategy Modeling</a:t>
            </a:r>
            <a:endParaRPr sz="800" i="0" u="none" strike="noStrike" cap="none">
              <a:latin typeface="Salesforce Sans"/>
              <a:ea typeface="Salesforce Sans"/>
              <a:cs typeface="Salesforce Sans"/>
              <a:sym typeface="Salesforce Sans"/>
            </a:endParaRPr>
          </a:p>
        </p:txBody>
      </p:sp>
      <p:sp>
        <p:nvSpPr>
          <p:cNvPr id="2834" name="Google Shape;2834;p86"/>
          <p:cNvSpPr txBox="1"/>
          <p:nvPr/>
        </p:nvSpPr>
        <p:spPr>
          <a:xfrm>
            <a:off x="2936457" y="982336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Initiative Planning</a:t>
            </a:r>
            <a:endParaRPr sz="800" i="0" u="none" strike="noStrike" cap="none">
              <a:latin typeface="Salesforce Sans"/>
              <a:ea typeface="Salesforce Sans"/>
              <a:cs typeface="Salesforce Sans"/>
              <a:sym typeface="Salesforce Sans"/>
            </a:endParaRPr>
          </a:p>
        </p:txBody>
      </p:sp>
      <p:sp>
        <p:nvSpPr>
          <p:cNvPr id="2835" name="Google Shape;2835;p86"/>
          <p:cNvSpPr/>
          <p:nvPr/>
        </p:nvSpPr>
        <p:spPr>
          <a:xfrm>
            <a:off x="2799092" y="97021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36" name="Google Shape;2836;p86"/>
          <p:cNvSpPr/>
          <p:nvPr/>
        </p:nvSpPr>
        <p:spPr>
          <a:xfrm>
            <a:off x="2799092" y="95624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2837" name="Google Shape;2837;p86"/>
          <p:cNvSpPr/>
          <p:nvPr/>
        </p:nvSpPr>
        <p:spPr>
          <a:xfrm>
            <a:off x="2799092" y="98419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2838" name="Google Shape;2838;p86"/>
          <p:cNvGrpSpPr/>
          <p:nvPr/>
        </p:nvGrpSpPr>
        <p:grpSpPr>
          <a:xfrm>
            <a:off x="497991" y="9571870"/>
            <a:ext cx="952525" cy="449700"/>
            <a:chOff x="755165" y="1979727"/>
            <a:chExt cx="1322400" cy="449700"/>
          </a:xfrm>
        </p:grpSpPr>
        <p:sp>
          <p:nvSpPr>
            <p:cNvPr id="2839" name="Google Shape;2839;p86"/>
            <p:cNvSpPr/>
            <p:nvPr/>
          </p:nvSpPr>
          <p:spPr>
            <a:xfrm>
              <a:off x="755165" y="197972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840" name="Google Shape;2840;p86"/>
            <p:cNvSpPr txBox="1"/>
            <p:nvPr/>
          </p:nvSpPr>
          <p:spPr>
            <a:xfrm>
              <a:off x="888815" y="2142177"/>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2841" name="Google Shape;2841;p86"/>
          <p:cNvSpPr/>
          <p:nvPr/>
        </p:nvSpPr>
        <p:spPr>
          <a:xfrm>
            <a:off x="5922089" y="2456259"/>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Promotions Design </a:t>
            </a:r>
            <a:endParaRPr sz="900" b="1" i="0" u="none" strike="noStrike" cap="none">
              <a:solidFill>
                <a:srgbClr val="066AFE"/>
              </a:solidFill>
              <a:latin typeface="Salesforce Sans"/>
              <a:ea typeface="Salesforce Sans"/>
              <a:cs typeface="Salesforce Sans"/>
              <a:sym typeface="Salesforce Sans"/>
            </a:endParaRPr>
          </a:p>
        </p:txBody>
      </p:sp>
      <p:sp>
        <p:nvSpPr>
          <p:cNvPr id="2842" name="Google Shape;2842;p86"/>
          <p:cNvSpPr/>
          <p:nvPr/>
        </p:nvSpPr>
        <p:spPr>
          <a:xfrm>
            <a:off x="5922089" y="3238833"/>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Performance Marketing </a:t>
            </a:r>
            <a:endParaRPr sz="900" b="1" i="0" u="none" strike="noStrike" cap="none">
              <a:solidFill>
                <a:srgbClr val="066AFE"/>
              </a:solidFill>
              <a:latin typeface="Salesforce Sans"/>
              <a:ea typeface="Salesforce Sans"/>
              <a:cs typeface="Salesforce Sans"/>
              <a:sym typeface="Salesforce Sans"/>
            </a:endParaRPr>
          </a:p>
        </p:txBody>
      </p:sp>
      <p:sp>
        <p:nvSpPr>
          <p:cNvPr id="2843" name="Google Shape;2843;p86"/>
          <p:cNvSpPr/>
          <p:nvPr/>
        </p:nvSpPr>
        <p:spPr>
          <a:xfrm>
            <a:off x="5922089" y="3978545"/>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Brand Marketing </a:t>
            </a:r>
            <a:endParaRPr sz="900" b="1" i="0" u="none" strike="noStrike" cap="none">
              <a:solidFill>
                <a:srgbClr val="066AFE"/>
              </a:solidFill>
              <a:latin typeface="Salesforce Sans"/>
              <a:ea typeface="Salesforce Sans"/>
              <a:cs typeface="Salesforce Sans"/>
              <a:sym typeface="Salesforce Sans"/>
            </a:endParaRPr>
          </a:p>
        </p:txBody>
      </p:sp>
      <p:sp>
        <p:nvSpPr>
          <p:cNvPr id="2844" name="Google Shape;2844;p86"/>
          <p:cNvSpPr/>
          <p:nvPr/>
        </p:nvSpPr>
        <p:spPr>
          <a:xfrm>
            <a:off x="5922099" y="4600700"/>
            <a:ext cx="973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Digital Platform &amp; Ops </a:t>
            </a:r>
            <a:endParaRPr sz="900" b="1" i="0" u="none" strike="noStrike" cap="none">
              <a:solidFill>
                <a:srgbClr val="066AFE"/>
              </a:solidFill>
              <a:latin typeface="Salesforce Sans"/>
              <a:ea typeface="Salesforce Sans"/>
              <a:cs typeface="Salesforce Sans"/>
              <a:sym typeface="Salesforce Sans"/>
            </a:endParaRPr>
          </a:p>
        </p:txBody>
      </p:sp>
      <p:sp>
        <p:nvSpPr>
          <p:cNvPr id="2845" name="Google Shape;2845;p86"/>
          <p:cNvSpPr/>
          <p:nvPr/>
        </p:nvSpPr>
        <p:spPr>
          <a:xfrm>
            <a:off x="5922089" y="5080200"/>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Marketing Agency Mgmt. </a:t>
            </a:r>
            <a:endParaRPr sz="900" b="1" i="0" u="none" strike="noStrike" cap="none">
              <a:solidFill>
                <a:srgbClr val="066AFE"/>
              </a:solidFill>
              <a:latin typeface="Salesforce Sans"/>
              <a:ea typeface="Salesforce Sans"/>
              <a:cs typeface="Salesforce Sans"/>
              <a:sym typeface="Salesforce Sans"/>
            </a:endParaRPr>
          </a:p>
        </p:txBody>
      </p:sp>
      <p:sp>
        <p:nvSpPr>
          <p:cNvPr id="2846" name="Google Shape;2846;p86"/>
          <p:cNvSpPr/>
          <p:nvPr/>
        </p:nvSpPr>
        <p:spPr>
          <a:xfrm>
            <a:off x="5922089" y="5534911"/>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Base Management </a:t>
            </a:r>
            <a:endParaRPr sz="900" b="1" i="0" u="none" strike="noStrike" cap="none">
              <a:solidFill>
                <a:srgbClr val="066AFE"/>
              </a:solidFill>
              <a:latin typeface="Salesforce Sans"/>
              <a:ea typeface="Salesforce Sans"/>
              <a:cs typeface="Salesforce Sans"/>
              <a:sym typeface="Salesforce Sans"/>
            </a:endParaRPr>
          </a:p>
        </p:txBody>
      </p:sp>
      <p:sp>
        <p:nvSpPr>
          <p:cNvPr id="2847" name="Google Shape;2847;p86"/>
          <p:cNvSpPr/>
          <p:nvPr/>
        </p:nvSpPr>
        <p:spPr>
          <a:xfrm>
            <a:off x="5922089" y="6157032"/>
            <a:ext cx="8154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Product Portfolio Strategy </a:t>
            </a:r>
            <a:endParaRPr sz="900" b="1" i="0" u="none" strike="noStrike" cap="none">
              <a:solidFill>
                <a:srgbClr val="066AFE"/>
              </a:solidFill>
              <a:latin typeface="Salesforce Sans"/>
              <a:ea typeface="Salesforce Sans"/>
              <a:cs typeface="Salesforce Sans"/>
              <a:sym typeface="Salesforce Sans"/>
            </a:endParaRPr>
          </a:p>
        </p:txBody>
      </p:sp>
      <p:sp>
        <p:nvSpPr>
          <p:cNvPr id="2848" name="Google Shape;2848;p86"/>
          <p:cNvSpPr/>
          <p:nvPr/>
        </p:nvSpPr>
        <p:spPr>
          <a:xfrm>
            <a:off x="5922089" y="6761630"/>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Mobile Plan Development &amp; Mgmt</a:t>
            </a:r>
            <a:endParaRPr sz="900" b="1" i="0" u="none" strike="noStrike" cap="none">
              <a:solidFill>
                <a:srgbClr val="066AFE"/>
              </a:solidFill>
              <a:latin typeface="Salesforce Sans"/>
              <a:ea typeface="Salesforce Sans"/>
              <a:cs typeface="Salesforce Sans"/>
              <a:sym typeface="Salesforce Sans"/>
            </a:endParaRPr>
          </a:p>
        </p:txBody>
      </p:sp>
      <p:sp>
        <p:nvSpPr>
          <p:cNvPr id="2849" name="Google Shape;2849;p86"/>
          <p:cNvSpPr/>
          <p:nvPr/>
        </p:nvSpPr>
        <p:spPr>
          <a:xfrm>
            <a:off x="5922089" y="7376513"/>
            <a:ext cx="8154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Add-Ons Deve</a:t>
            </a:r>
            <a:r>
              <a:rPr lang="en" sz="900" b="1">
                <a:solidFill>
                  <a:srgbClr val="066AFE"/>
                </a:solidFill>
                <a:latin typeface="Salesforce Sans"/>
                <a:ea typeface="Salesforce Sans"/>
                <a:cs typeface="Salesforce Sans"/>
                <a:sym typeface="Salesforce Sans"/>
              </a:rPr>
              <a:t>lopment</a:t>
            </a:r>
            <a:r>
              <a:rPr lang="en" sz="900" b="1" i="0" u="none" strike="noStrike" cap="none">
                <a:solidFill>
                  <a:srgbClr val="066AFE"/>
                </a:solidFill>
                <a:latin typeface="Salesforce Sans"/>
                <a:ea typeface="Salesforce Sans"/>
                <a:cs typeface="Salesforce Sans"/>
                <a:sym typeface="Salesforce Sans"/>
              </a:rPr>
              <a:t> &amp; Mgmt </a:t>
            </a:r>
            <a:endParaRPr sz="900" b="1" i="0" u="none" strike="noStrike" cap="none">
              <a:solidFill>
                <a:srgbClr val="066AFE"/>
              </a:solidFill>
              <a:latin typeface="Salesforce Sans"/>
              <a:ea typeface="Salesforce Sans"/>
              <a:cs typeface="Salesforce Sans"/>
              <a:sym typeface="Salesforce Sans"/>
            </a:endParaRPr>
          </a:p>
        </p:txBody>
      </p:sp>
      <p:sp>
        <p:nvSpPr>
          <p:cNvPr id="2850" name="Google Shape;2850;p86"/>
          <p:cNvSpPr/>
          <p:nvPr/>
        </p:nvSpPr>
        <p:spPr>
          <a:xfrm>
            <a:off x="5922089" y="7998514"/>
            <a:ext cx="8154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Device Portfolio Dev &amp; Mgmt </a:t>
            </a:r>
            <a:endParaRPr sz="900" b="1" i="0" u="none" strike="noStrike" cap="none">
              <a:solidFill>
                <a:srgbClr val="066AFE"/>
              </a:solidFill>
              <a:latin typeface="Salesforce Sans"/>
              <a:ea typeface="Salesforce Sans"/>
              <a:cs typeface="Salesforce Sans"/>
              <a:sym typeface="Salesforce Sans"/>
            </a:endParaRPr>
          </a:p>
        </p:txBody>
      </p:sp>
      <p:sp>
        <p:nvSpPr>
          <p:cNvPr id="2851" name="Google Shape;2851;p86"/>
          <p:cNvSpPr/>
          <p:nvPr/>
        </p:nvSpPr>
        <p:spPr>
          <a:xfrm>
            <a:off x="5922089" y="8606391"/>
            <a:ext cx="815400" cy="53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Broadband Development &amp; Mgmt </a:t>
            </a:r>
            <a:endParaRPr sz="900" b="1" i="0" u="none" strike="noStrike" cap="none">
              <a:solidFill>
                <a:srgbClr val="066AFE"/>
              </a:solidFill>
              <a:latin typeface="Salesforce Sans"/>
              <a:ea typeface="Salesforce Sans"/>
              <a:cs typeface="Salesforce Sans"/>
              <a:sym typeface="Salesforce Sans"/>
            </a:endParaRPr>
          </a:p>
        </p:txBody>
      </p:sp>
      <p:sp>
        <p:nvSpPr>
          <p:cNvPr id="2852" name="Google Shape;2852;p86"/>
          <p:cNvSpPr/>
          <p:nvPr/>
        </p:nvSpPr>
        <p:spPr>
          <a:xfrm>
            <a:off x="5922089" y="9211655"/>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Research and Innovation </a:t>
            </a:r>
            <a:endParaRPr sz="900" b="1" i="0" u="none" strike="noStrike" cap="none">
              <a:solidFill>
                <a:srgbClr val="066AFE"/>
              </a:solidFill>
              <a:latin typeface="Salesforce Sans"/>
              <a:ea typeface="Salesforce Sans"/>
              <a:cs typeface="Salesforce Sans"/>
              <a:sym typeface="Salesforce Sans"/>
            </a:endParaRPr>
          </a:p>
        </p:txBody>
      </p:sp>
      <p:sp>
        <p:nvSpPr>
          <p:cNvPr id="2853" name="Google Shape;2853;p86"/>
          <p:cNvSpPr txBox="1"/>
          <p:nvPr/>
        </p:nvSpPr>
        <p:spPr>
          <a:xfrm>
            <a:off x="7180022" y="199435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sz="800" i="0" u="none" strike="noStrike" cap="none">
              <a:latin typeface="Salesforce Sans"/>
              <a:ea typeface="Salesforce Sans"/>
              <a:cs typeface="Salesforce Sans"/>
              <a:sym typeface="Salesforce Sans"/>
            </a:endParaRPr>
          </a:p>
        </p:txBody>
      </p:sp>
      <p:sp>
        <p:nvSpPr>
          <p:cNvPr id="2854" name="Google Shape;2854;p86"/>
          <p:cNvSpPr txBox="1"/>
          <p:nvPr/>
        </p:nvSpPr>
        <p:spPr>
          <a:xfrm>
            <a:off x="7180022" y="214776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Lead Nurturing</a:t>
            </a:r>
            <a:endParaRPr sz="800" i="0" u="none" strike="noStrike" cap="none">
              <a:latin typeface="Salesforce Sans"/>
              <a:ea typeface="Salesforce Sans"/>
              <a:cs typeface="Salesforce Sans"/>
              <a:sym typeface="Salesforce Sans"/>
            </a:endParaRPr>
          </a:p>
        </p:txBody>
      </p:sp>
      <p:sp>
        <p:nvSpPr>
          <p:cNvPr id="2855" name="Google Shape;2855;p86"/>
          <p:cNvSpPr txBox="1"/>
          <p:nvPr/>
        </p:nvSpPr>
        <p:spPr>
          <a:xfrm>
            <a:off x="7180022" y="229166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sz="800" i="0" u="none" strike="noStrike" cap="none">
              <a:latin typeface="Salesforce Sans"/>
              <a:ea typeface="Salesforce Sans"/>
              <a:cs typeface="Salesforce Sans"/>
              <a:sym typeface="Salesforce Sans"/>
            </a:endParaRPr>
          </a:p>
        </p:txBody>
      </p:sp>
      <p:sp>
        <p:nvSpPr>
          <p:cNvPr id="2856" name="Google Shape;2856;p86"/>
          <p:cNvSpPr txBox="1"/>
          <p:nvPr/>
        </p:nvSpPr>
        <p:spPr>
          <a:xfrm>
            <a:off x="7180022" y="245104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2857" name="Google Shape;2857;p86"/>
          <p:cNvSpPr txBox="1"/>
          <p:nvPr/>
        </p:nvSpPr>
        <p:spPr>
          <a:xfrm>
            <a:off x="7180022" y="274835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Price Allocation</a:t>
            </a:r>
            <a:endParaRPr sz="800" i="0" u="none" strike="noStrike" cap="none">
              <a:latin typeface="Salesforce Sans"/>
              <a:ea typeface="Salesforce Sans"/>
              <a:cs typeface="Salesforce Sans"/>
              <a:sym typeface="Salesforce Sans"/>
            </a:endParaRPr>
          </a:p>
        </p:txBody>
      </p:sp>
      <p:sp>
        <p:nvSpPr>
          <p:cNvPr id="2858" name="Google Shape;2858;p86"/>
          <p:cNvSpPr txBox="1"/>
          <p:nvPr/>
        </p:nvSpPr>
        <p:spPr>
          <a:xfrm>
            <a:off x="7180022" y="289700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Delivery</a:t>
            </a:r>
            <a:endParaRPr sz="800" i="0" u="none" strike="noStrike" cap="none">
              <a:latin typeface="Salesforce Sans"/>
              <a:ea typeface="Salesforce Sans"/>
              <a:cs typeface="Salesforce Sans"/>
              <a:sym typeface="Salesforce Sans"/>
            </a:endParaRPr>
          </a:p>
        </p:txBody>
      </p:sp>
      <p:sp>
        <p:nvSpPr>
          <p:cNvPr id="2859" name="Google Shape;2859;p86"/>
          <p:cNvSpPr txBox="1"/>
          <p:nvPr/>
        </p:nvSpPr>
        <p:spPr>
          <a:xfrm>
            <a:off x="7180022" y="304565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i="0" u="none" strike="noStrike" cap="none">
              <a:latin typeface="Salesforce Sans"/>
              <a:ea typeface="Salesforce Sans"/>
              <a:cs typeface="Salesforce Sans"/>
              <a:sym typeface="Salesforce Sans"/>
            </a:endParaRPr>
          </a:p>
        </p:txBody>
      </p:sp>
      <p:sp>
        <p:nvSpPr>
          <p:cNvPr id="2860" name="Google Shape;2860;p86"/>
          <p:cNvSpPr txBox="1"/>
          <p:nvPr/>
        </p:nvSpPr>
        <p:spPr>
          <a:xfrm>
            <a:off x="7180022" y="2599697"/>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Selection</a:t>
            </a:r>
            <a:endParaRPr sz="800" i="0" u="none" strike="noStrike" cap="none">
              <a:latin typeface="Salesforce Sans"/>
              <a:ea typeface="Salesforce Sans"/>
              <a:cs typeface="Salesforce Sans"/>
              <a:sym typeface="Salesforce Sans"/>
            </a:endParaRPr>
          </a:p>
        </p:txBody>
      </p:sp>
      <p:sp>
        <p:nvSpPr>
          <p:cNvPr id="2861" name="Google Shape;2861;p86"/>
          <p:cNvSpPr txBox="1"/>
          <p:nvPr/>
        </p:nvSpPr>
        <p:spPr>
          <a:xfrm>
            <a:off x="7180022" y="322409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2862" name="Google Shape;2862;p86"/>
          <p:cNvSpPr txBox="1"/>
          <p:nvPr/>
        </p:nvSpPr>
        <p:spPr>
          <a:xfrm>
            <a:off x="7180022" y="352140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2863" name="Google Shape;2863;p86"/>
          <p:cNvSpPr txBox="1"/>
          <p:nvPr/>
        </p:nvSpPr>
        <p:spPr>
          <a:xfrm>
            <a:off x="7180022" y="365745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sz="800" i="0" u="none" strike="noStrike" cap="none">
              <a:latin typeface="Salesforce Sans"/>
              <a:ea typeface="Salesforce Sans"/>
              <a:cs typeface="Salesforce Sans"/>
              <a:sym typeface="Salesforce Sans"/>
            </a:endParaRPr>
          </a:p>
        </p:txBody>
      </p:sp>
      <p:sp>
        <p:nvSpPr>
          <p:cNvPr id="2864" name="Google Shape;2864;p86"/>
          <p:cNvSpPr txBox="1"/>
          <p:nvPr/>
        </p:nvSpPr>
        <p:spPr>
          <a:xfrm>
            <a:off x="7180022" y="337289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sz="800" i="0" u="none" strike="noStrike" cap="none">
              <a:latin typeface="Salesforce Sans"/>
              <a:ea typeface="Salesforce Sans"/>
              <a:cs typeface="Salesforce Sans"/>
              <a:sym typeface="Salesforce Sans"/>
            </a:endParaRPr>
          </a:p>
        </p:txBody>
      </p:sp>
      <p:sp>
        <p:nvSpPr>
          <p:cNvPr id="2865" name="Google Shape;2865;p86"/>
          <p:cNvSpPr txBox="1"/>
          <p:nvPr/>
        </p:nvSpPr>
        <p:spPr>
          <a:xfrm>
            <a:off x="7180022" y="398029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Voice Of The Customer</a:t>
            </a:r>
            <a:endParaRPr sz="800" i="0" u="none" strike="noStrike" cap="none">
              <a:latin typeface="Salesforce Sans"/>
              <a:ea typeface="Salesforce Sans"/>
              <a:cs typeface="Salesforce Sans"/>
              <a:sym typeface="Salesforce Sans"/>
            </a:endParaRPr>
          </a:p>
        </p:txBody>
      </p:sp>
      <p:sp>
        <p:nvSpPr>
          <p:cNvPr id="2866" name="Google Shape;2866;p86"/>
          <p:cNvSpPr txBox="1"/>
          <p:nvPr/>
        </p:nvSpPr>
        <p:spPr>
          <a:xfrm>
            <a:off x="7180022" y="378235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sz="800" i="0" u="none" strike="noStrike" cap="none">
              <a:latin typeface="Salesforce Sans"/>
              <a:ea typeface="Salesforce Sans"/>
              <a:cs typeface="Salesforce Sans"/>
              <a:sym typeface="Salesforce Sans"/>
            </a:endParaRPr>
          </a:p>
        </p:txBody>
      </p:sp>
      <p:sp>
        <p:nvSpPr>
          <p:cNvPr id="2867" name="Google Shape;2867;p86"/>
          <p:cNvSpPr txBox="1"/>
          <p:nvPr/>
        </p:nvSpPr>
        <p:spPr>
          <a:xfrm>
            <a:off x="7180022" y="428492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2868" name="Google Shape;2868;p86"/>
          <p:cNvSpPr txBox="1"/>
          <p:nvPr/>
        </p:nvSpPr>
        <p:spPr>
          <a:xfrm>
            <a:off x="7180022" y="443372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sz="800" i="0" u="none" strike="noStrike" cap="none">
              <a:latin typeface="Salesforce Sans"/>
              <a:ea typeface="Salesforce Sans"/>
              <a:cs typeface="Salesforce Sans"/>
              <a:sym typeface="Salesforce Sans"/>
            </a:endParaRPr>
          </a:p>
        </p:txBody>
      </p:sp>
      <p:sp>
        <p:nvSpPr>
          <p:cNvPr id="2869" name="Google Shape;2869;p86"/>
          <p:cNvSpPr txBox="1"/>
          <p:nvPr/>
        </p:nvSpPr>
        <p:spPr>
          <a:xfrm>
            <a:off x="7180022" y="184161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lang="en" sz="800" i="0" u="none" strike="noStrike" cap="none">
                <a:latin typeface="Salesforce Sans"/>
                <a:ea typeface="Salesforce Sans"/>
                <a:cs typeface="Salesforce Sans"/>
                <a:sym typeface="Salesforce Sans"/>
              </a:rPr>
              <a:t>Identification</a:t>
            </a:r>
            <a:endParaRPr sz="800" i="0" u="none" strike="noStrike" cap="none">
              <a:latin typeface="Salesforce Sans"/>
              <a:ea typeface="Salesforce Sans"/>
              <a:cs typeface="Salesforce Sans"/>
              <a:sym typeface="Salesforce Sans"/>
            </a:endParaRPr>
          </a:p>
        </p:txBody>
      </p:sp>
      <p:sp>
        <p:nvSpPr>
          <p:cNvPr id="2870" name="Google Shape;2870;p86"/>
          <p:cNvSpPr txBox="1"/>
          <p:nvPr/>
        </p:nvSpPr>
        <p:spPr>
          <a:xfrm>
            <a:off x="7180022" y="413626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Brand Builder</a:t>
            </a:r>
            <a:endParaRPr sz="800" i="0" u="none" strike="noStrike" cap="none">
              <a:latin typeface="Salesforce Sans"/>
              <a:ea typeface="Salesforce Sans"/>
              <a:cs typeface="Salesforce Sans"/>
              <a:sym typeface="Salesforce Sans"/>
            </a:endParaRPr>
          </a:p>
        </p:txBody>
      </p:sp>
      <p:sp>
        <p:nvSpPr>
          <p:cNvPr id="2871" name="Google Shape;2871;p86"/>
          <p:cNvSpPr txBox="1"/>
          <p:nvPr/>
        </p:nvSpPr>
        <p:spPr>
          <a:xfrm>
            <a:off x="7180022" y="475128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sz="800" i="0" u="none" strike="noStrike" cap="none">
              <a:latin typeface="Salesforce Sans"/>
              <a:ea typeface="Salesforce Sans"/>
              <a:cs typeface="Salesforce Sans"/>
              <a:sym typeface="Salesforce Sans"/>
            </a:endParaRPr>
          </a:p>
        </p:txBody>
      </p:sp>
      <p:sp>
        <p:nvSpPr>
          <p:cNvPr id="2872" name="Google Shape;2872;p86"/>
          <p:cNvSpPr txBox="1"/>
          <p:nvPr/>
        </p:nvSpPr>
        <p:spPr>
          <a:xfrm>
            <a:off x="7180022" y="489979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Experience Testing</a:t>
            </a:r>
            <a:endParaRPr sz="800" i="0" u="none" strike="noStrike" cap="none">
              <a:latin typeface="Salesforce Sans"/>
              <a:ea typeface="Salesforce Sans"/>
              <a:cs typeface="Salesforce Sans"/>
              <a:sym typeface="Salesforce Sans"/>
            </a:endParaRPr>
          </a:p>
        </p:txBody>
      </p:sp>
      <p:sp>
        <p:nvSpPr>
          <p:cNvPr id="2873" name="Google Shape;2873;p86"/>
          <p:cNvSpPr txBox="1"/>
          <p:nvPr/>
        </p:nvSpPr>
        <p:spPr>
          <a:xfrm>
            <a:off x="7180022" y="506870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 Discovery</a:t>
            </a:r>
            <a:endParaRPr sz="800" i="0" u="none" strike="noStrike" cap="none">
              <a:latin typeface="Salesforce Sans"/>
              <a:ea typeface="Salesforce Sans"/>
              <a:cs typeface="Salesforce Sans"/>
              <a:sym typeface="Salesforce Sans"/>
            </a:endParaRPr>
          </a:p>
        </p:txBody>
      </p:sp>
      <p:sp>
        <p:nvSpPr>
          <p:cNvPr id="2874" name="Google Shape;2874;p86"/>
          <p:cNvSpPr txBox="1"/>
          <p:nvPr/>
        </p:nvSpPr>
        <p:spPr>
          <a:xfrm>
            <a:off x="7180022" y="521750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Partnership Dev</a:t>
            </a:r>
            <a:endParaRPr sz="800" i="0" u="none" strike="noStrike" cap="none">
              <a:latin typeface="Salesforce Sans"/>
              <a:ea typeface="Salesforce Sans"/>
              <a:cs typeface="Salesforce Sans"/>
              <a:sym typeface="Salesforce Sans"/>
            </a:endParaRPr>
          </a:p>
        </p:txBody>
      </p:sp>
      <p:sp>
        <p:nvSpPr>
          <p:cNvPr id="2875" name="Google Shape;2875;p86"/>
          <p:cNvSpPr txBox="1"/>
          <p:nvPr/>
        </p:nvSpPr>
        <p:spPr>
          <a:xfrm>
            <a:off x="7180022" y="553506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Churn / Retention Propensity</a:t>
            </a:r>
            <a:endParaRPr sz="800" i="0" u="none" strike="noStrike" cap="none">
              <a:latin typeface="Salesforce Sans"/>
              <a:ea typeface="Salesforce Sans"/>
              <a:cs typeface="Salesforce Sans"/>
              <a:sym typeface="Salesforce Sans"/>
            </a:endParaRPr>
          </a:p>
        </p:txBody>
      </p:sp>
      <p:sp>
        <p:nvSpPr>
          <p:cNvPr id="2876" name="Google Shape;2876;p86"/>
          <p:cNvSpPr txBox="1"/>
          <p:nvPr/>
        </p:nvSpPr>
        <p:spPr>
          <a:xfrm>
            <a:off x="7180022" y="568357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Selection</a:t>
            </a:r>
            <a:endParaRPr sz="800" i="0" u="none" strike="noStrike" cap="none">
              <a:latin typeface="Salesforce Sans"/>
              <a:ea typeface="Salesforce Sans"/>
              <a:cs typeface="Salesforce Sans"/>
              <a:sym typeface="Salesforce Sans"/>
            </a:endParaRPr>
          </a:p>
        </p:txBody>
      </p:sp>
      <p:sp>
        <p:nvSpPr>
          <p:cNvPr id="2877" name="Google Shape;2877;p86"/>
          <p:cNvSpPr txBox="1"/>
          <p:nvPr/>
        </p:nvSpPr>
        <p:spPr>
          <a:xfrm>
            <a:off x="7180022" y="583222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Delivery</a:t>
            </a:r>
            <a:endParaRPr sz="800" i="0" u="none" strike="noStrike" cap="none">
              <a:latin typeface="Salesforce Sans"/>
              <a:ea typeface="Salesforce Sans"/>
              <a:cs typeface="Salesforce Sans"/>
              <a:sym typeface="Salesforce Sans"/>
            </a:endParaRPr>
          </a:p>
        </p:txBody>
      </p:sp>
      <p:sp>
        <p:nvSpPr>
          <p:cNvPr id="2878" name="Google Shape;2878;p86"/>
          <p:cNvSpPr txBox="1"/>
          <p:nvPr/>
        </p:nvSpPr>
        <p:spPr>
          <a:xfrm>
            <a:off x="7180022" y="5366155"/>
            <a:ext cx="1665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 Performance</a:t>
            </a:r>
            <a:endParaRPr sz="800" i="0" u="none" strike="noStrike" cap="none">
              <a:latin typeface="Salesforce Sans"/>
              <a:ea typeface="Salesforce Sans"/>
              <a:cs typeface="Salesforce Sans"/>
              <a:sym typeface="Salesforce Sans"/>
            </a:endParaRPr>
          </a:p>
        </p:txBody>
      </p:sp>
      <p:sp>
        <p:nvSpPr>
          <p:cNvPr id="2879" name="Google Shape;2879;p86"/>
          <p:cNvSpPr txBox="1"/>
          <p:nvPr/>
        </p:nvSpPr>
        <p:spPr>
          <a:xfrm>
            <a:off x="7180022" y="5980878"/>
            <a:ext cx="16254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2880" name="Google Shape;2880;p86"/>
          <p:cNvSpPr txBox="1"/>
          <p:nvPr/>
        </p:nvSpPr>
        <p:spPr>
          <a:xfrm>
            <a:off x="7180022" y="614978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Insights</a:t>
            </a:r>
            <a:endParaRPr sz="800" i="0" u="none" strike="noStrike" cap="none">
              <a:latin typeface="Salesforce Sans"/>
              <a:ea typeface="Salesforce Sans"/>
              <a:cs typeface="Salesforce Sans"/>
              <a:sym typeface="Salesforce Sans"/>
            </a:endParaRPr>
          </a:p>
        </p:txBody>
      </p:sp>
      <p:sp>
        <p:nvSpPr>
          <p:cNvPr id="2881" name="Google Shape;2881;p86"/>
          <p:cNvSpPr txBox="1"/>
          <p:nvPr/>
        </p:nvSpPr>
        <p:spPr>
          <a:xfrm>
            <a:off x="7180022" y="629844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Portfolio Positioning</a:t>
            </a:r>
            <a:endParaRPr sz="800" i="0" u="none" strike="noStrike" cap="none">
              <a:latin typeface="Salesforce Sans"/>
              <a:ea typeface="Salesforce Sans"/>
              <a:cs typeface="Salesforce Sans"/>
              <a:sym typeface="Salesforce Sans"/>
            </a:endParaRPr>
          </a:p>
        </p:txBody>
      </p:sp>
      <p:sp>
        <p:nvSpPr>
          <p:cNvPr id="2882" name="Google Shape;2882;p86"/>
          <p:cNvSpPr txBox="1"/>
          <p:nvPr/>
        </p:nvSpPr>
        <p:spPr>
          <a:xfrm>
            <a:off x="7180022" y="644709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Roadmap</a:t>
            </a:r>
            <a:endParaRPr sz="800" i="0" u="none" strike="noStrike" cap="none">
              <a:latin typeface="Salesforce Sans"/>
              <a:ea typeface="Salesforce Sans"/>
              <a:cs typeface="Salesforce Sans"/>
              <a:sym typeface="Salesforce Sans"/>
            </a:endParaRPr>
          </a:p>
        </p:txBody>
      </p:sp>
      <p:sp>
        <p:nvSpPr>
          <p:cNvPr id="2883" name="Google Shape;2883;p86"/>
          <p:cNvSpPr txBox="1"/>
          <p:nvPr/>
        </p:nvSpPr>
        <p:spPr>
          <a:xfrm>
            <a:off x="7180022" y="460248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Digital Experience</a:t>
            </a:r>
            <a:endParaRPr sz="800" i="0" u="none" strike="noStrike" cap="none">
              <a:latin typeface="Salesforce Sans"/>
              <a:ea typeface="Salesforce Sans"/>
              <a:cs typeface="Salesforce Sans"/>
              <a:sym typeface="Salesforce Sans"/>
            </a:endParaRPr>
          </a:p>
        </p:txBody>
      </p:sp>
      <p:sp>
        <p:nvSpPr>
          <p:cNvPr id="2884" name="Google Shape;2884;p86"/>
          <p:cNvSpPr txBox="1"/>
          <p:nvPr/>
        </p:nvSpPr>
        <p:spPr>
          <a:xfrm>
            <a:off x="7180022" y="676465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2885" name="Google Shape;2885;p86"/>
          <p:cNvSpPr txBox="1"/>
          <p:nvPr/>
        </p:nvSpPr>
        <p:spPr>
          <a:xfrm>
            <a:off x="7180022" y="6595748"/>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Case</a:t>
            </a:r>
            <a:endParaRPr sz="800" i="0" u="none" strike="noStrike" cap="none">
              <a:latin typeface="Salesforce Sans"/>
              <a:ea typeface="Salesforce Sans"/>
              <a:cs typeface="Salesforce Sans"/>
              <a:sym typeface="Salesforce Sans"/>
            </a:endParaRPr>
          </a:p>
        </p:txBody>
      </p:sp>
      <p:sp>
        <p:nvSpPr>
          <p:cNvPr id="2886" name="Google Shape;2886;p86"/>
          <p:cNvSpPr txBox="1"/>
          <p:nvPr/>
        </p:nvSpPr>
        <p:spPr>
          <a:xfrm>
            <a:off x="7180022" y="691331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Plan Configuration</a:t>
            </a:r>
            <a:endParaRPr sz="800" i="0" u="none" strike="noStrike" cap="none">
              <a:latin typeface="Salesforce Sans"/>
              <a:ea typeface="Salesforce Sans"/>
              <a:cs typeface="Salesforce Sans"/>
              <a:sym typeface="Salesforce Sans"/>
            </a:endParaRPr>
          </a:p>
        </p:txBody>
      </p:sp>
      <p:sp>
        <p:nvSpPr>
          <p:cNvPr id="2887" name="Google Shape;2887;p86"/>
          <p:cNvSpPr txBox="1"/>
          <p:nvPr/>
        </p:nvSpPr>
        <p:spPr>
          <a:xfrm>
            <a:off x="7180022" y="706196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sz="800" i="0" u="none" strike="noStrike" cap="none">
              <a:latin typeface="Salesforce Sans"/>
              <a:ea typeface="Salesforce Sans"/>
              <a:cs typeface="Salesforce Sans"/>
              <a:sym typeface="Salesforce Sans"/>
            </a:endParaRPr>
          </a:p>
        </p:txBody>
      </p:sp>
      <p:sp>
        <p:nvSpPr>
          <p:cNvPr id="2888" name="Google Shape;2888;p86"/>
          <p:cNvSpPr txBox="1"/>
          <p:nvPr/>
        </p:nvSpPr>
        <p:spPr>
          <a:xfrm>
            <a:off x="7180022" y="7210618"/>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2889" name="Google Shape;2889;p86"/>
          <p:cNvSpPr txBox="1"/>
          <p:nvPr/>
        </p:nvSpPr>
        <p:spPr>
          <a:xfrm>
            <a:off x="7180022" y="737952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Insights</a:t>
            </a:r>
            <a:endParaRPr sz="800" i="0" u="none" strike="noStrike" cap="none">
              <a:latin typeface="Salesforce Sans"/>
              <a:ea typeface="Salesforce Sans"/>
              <a:cs typeface="Salesforce Sans"/>
              <a:sym typeface="Salesforce Sans"/>
            </a:endParaRPr>
          </a:p>
        </p:txBody>
      </p:sp>
      <p:sp>
        <p:nvSpPr>
          <p:cNvPr id="2890" name="Google Shape;2890;p86"/>
          <p:cNvSpPr txBox="1"/>
          <p:nvPr/>
        </p:nvSpPr>
        <p:spPr>
          <a:xfrm>
            <a:off x="7180022" y="767683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2891" name="Google Shape;2891;p86"/>
          <p:cNvSpPr txBox="1"/>
          <p:nvPr/>
        </p:nvSpPr>
        <p:spPr>
          <a:xfrm>
            <a:off x="7180022" y="752818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Add-On Configuration</a:t>
            </a:r>
            <a:endParaRPr sz="800" i="0" u="none" strike="noStrike" cap="none">
              <a:latin typeface="Salesforce Sans"/>
              <a:ea typeface="Salesforce Sans"/>
              <a:cs typeface="Salesforce Sans"/>
              <a:sym typeface="Salesforce Sans"/>
            </a:endParaRPr>
          </a:p>
        </p:txBody>
      </p:sp>
      <p:sp>
        <p:nvSpPr>
          <p:cNvPr id="2892" name="Google Shape;2892;p86"/>
          <p:cNvSpPr txBox="1"/>
          <p:nvPr/>
        </p:nvSpPr>
        <p:spPr>
          <a:xfrm>
            <a:off x="7180022" y="7825487"/>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2893" name="Google Shape;2893;p86"/>
          <p:cNvSpPr txBox="1"/>
          <p:nvPr/>
        </p:nvSpPr>
        <p:spPr>
          <a:xfrm>
            <a:off x="7180022" y="799439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2894" name="Google Shape;2894;p86"/>
          <p:cNvSpPr txBox="1"/>
          <p:nvPr/>
        </p:nvSpPr>
        <p:spPr>
          <a:xfrm>
            <a:off x="7180022" y="827406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2895" name="Google Shape;2895;p86"/>
          <p:cNvSpPr txBox="1"/>
          <p:nvPr/>
        </p:nvSpPr>
        <p:spPr>
          <a:xfrm>
            <a:off x="7180022" y="841389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Device Lifecycle</a:t>
            </a:r>
            <a:endParaRPr sz="800" i="0" u="none" strike="noStrike" cap="none">
              <a:latin typeface="Salesforce Sans"/>
              <a:ea typeface="Salesforce Sans"/>
              <a:cs typeface="Salesforce Sans"/>
              <a:sym typeface="Salesforce Sans"/>
            </a:endParaRPr>
          </a:p>
        </p:txBody>
      </p:sp>
      <p:sp>
        <p:nvSpPr>
          <p:cNvPr id="2896" name="Google Shape;2896;p86"/>
          <p:cNvSpPr txBox="1"/>
          <p:nvPr/>
        </p:nvSpPr>
        <p:spPr>
          <a:xfrm>
            <a:off x="7180022" y="813423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Device Portfolio</a:t>
            </a:r>
            <a:endParaRPr sz="800" i="0" u="none" strike="noStrike" cap="none">
              <a:latin typeface="Salesforce Sans"/>
              <a:ea typeface="Salesforce Sans"/>
              <a:cs typeface="Salesforce Sans"/>
              <a:sym typeface="Salesforce Sans"/>
            </a:endParaRPr>
          </a:p>
        </p:txBody>
      </p:sp>
      <p:sp>
        <p:nvSpPr>
          <p:cNvPr id="2897" name="Google Shape;2897;p86"/>
          <p:cNvSpPr txBox="1"/>
          <p:nvPr/>
        </p:nvSpPr>
        <p:spPr>
          <a:xfrm>
            <a:off x="7180022" y="860926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2898" name="Google Shape;2898;p86"/>
          <p:cNvSpPr txBox="1"/>
          <p:nvPr/>
        </p:nvSpPr>
        <p:spPr>
          <a:xfrm>
            <a:off x="7180022" y="874909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Broadband Configuration</a:t>
            </a:r>
            <a:endParaRPr sz="800" i="0" u="none" strike="noStrike" cap="none">
              <a:latin typeface="Salesforce Sans"/>
              <a:ea typeface="Salesforce Sans"/>
              <a:cs typeface="Salesforce Sans"/>
              <a:sym typeface="Salesforce Sans"/>
            </a:endParaRPr>
          </a:p>
        </p:txBody>
      </p:sp>
      <p:sp>
        <p:nvSpPr>
          <p:cNvPr id="2899" name="Google Shape;2899;p86"/>
          <p:cNvSpPr txBox="1"/>
          <p:nvPr/>
        </p:nvSpPr>
        <p:spPr>
          <a:xfrm>
            <a:off x="7180022" y="888893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2900" name="Google Shape;2900;p86"/>
          <p:cNvSpPr txBox="1"/>
          <p:nvPr/>
        </p:nvSpPr>
        <p:spPr>
          <a:xfrm>
            <a:off x="7180022" y="902969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2901" name="Google Shape;2901;p86"/>
          <p:cNvSpPr txBox="1"/>
          <p:nvPr/>
        </p:nvSpPr>
        <p:spPr>
          <a:xfrm>
            <a:off x="7180022" y="933525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Concept Design</a:t>
            </a:r>
            <a:endParaRPr sz="800" i="0" u="none" strike="noStrike" cap="none">
              <a:latin typeface="Salesforce Sans"/>
              <a:ea typeface="Salesforce Sans"/>
              <a:cs typeface="Salesforce Sans"/>
              <a:sym typeface="Salesforce Sans"/>
            </a:endParaRPr>
          </a:p>
        </p:txBody>
      </p:sp>
      <p:sp>
        <p:nvSpPr>
          <p:cNvPr id="2902" name="Google Shape;2902;p86"/>
          <p:cNvSpPr txBox="1"/>
          <p:nvPr/>
        </p:nvSpPr>
        <p:spPr>
          <a:xfrm>
            <a:off x="7180022" y="959271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 (FAQ)</a:t>
            </a:r>
            <a:endParaRPr sz="800" i="0" u="none" strike="noStrike" cap="none">
              <a:latin typeface="Salesforce Sans"/>
              <a:ea typeface="Salesforce Sans"/>
              <a:cs typeface="Salesforce Sans"/>
              <a:sym typeface="Salesforce Sans"/>
            </a:endParaRPr>
          </a:p>
        </p:txBody>
      </p:sp>
      <p:sp>
        <p:nvSpPr>
          <p:cNvPr id="2903" name="Google Shape;2903;p86"/>
          <p:cNvSpPr txBox="1"/>
          <p:nvPr/>
        </p:nvSpPr>
        <p:spPr>
          <a:xfrm>
            <a:off x="7180022" y="920649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Trend Intelligence</a:t>
            </a:r>
            <a:endParaRPr sz="800" i="0" u="none" strike="noStrike" cap="none">
              <a:latin typeface="Salesforce Sans"/>
              <a:ea typeface="Salesforce Sans"/>
              <a:cs typeface="Salesforce Sans"/>
              <a:sym typeface="Salesforce Sans"/>
            </a:endParaRPr>
          </a:p>
        </p:txBody>
      </p:sp>
      <p:sp>
        <p:nvSpPr>
          <p:cNvPr id="2904" name="Google Shape;2904;p86"/>
          <p:cNvSpPr txBox="1"/>
          <p:nvPr/>
        </p:nvSpPr>
        <p:spPr>
          <a:xfrm>
            <a:off x="7180022" y="946401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Innovation Evaluation</a:t>
            </a:r>
            <a:endParaRPr sz="800" i="0" u="none" strike="noStrike" cap="none">
              <a:latin typeface="Salesforce Sans"/>
              <a:ea typeface="Salesforce Sans"/>
              <a:cs typeface="Salesforce Sans"/>
              <a:sym typeface="Salesforce Sans"/>
            </a:endParaRPr>
          </a:p>
        </p:txBody>
      </p:sp>
      <p:sp>
        <p:nvSpPr>
          <p:cNvPr id="2905" name="Google Shape;2905;p86"/>
          <p:cNvSpPr/>
          <p:nvPr/>
        </p:nvSpPr>
        <p:spPr>
          <a:xfrm>
            <a:off x="7046687" y="201339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06" name="Google Shape;2906;p86"/>
          <p:cNvSpPr/>
          <p:nvPr/>
        </p:nvSpPr>
        <p:spPr>
          <a:xfrm>
            <a:off x="7046687" y="2166810"/>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2907" name="Google Shape;2907;p86"/>
          <p:cNvSpPr/>
          <p:nvPr/>
        </p:nvSpPr>
        <p:spPr>
          <a:xfrm>
            <a:off x="7046687" y="231070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08" name="Google Shape;2908;p86"/>
          <p:cNvSpPr/>
          <p:nvPr/>
        </p:nvSpPr>
        <p:spPr>
          <a:xfrm>
            <a:off x="7046687" y="2470084"/>
            <a:ext cx="91200" cy="91200"/>
          </a:xfrm>
          <a:prstGeom prst="ellipse">
            <a:avLst/>
          </a:prstGeom>
          <a:solidFill>
            <a:srgbClr val="08ABED"/>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09" name="Google Shape;2909;p86"/>
          <p:cNvSpPr/>
          <p:nvPr/>
        </p:nvSpPr>
        <p:spPr>
          <a:xfrm>
            <a:off x="7046687" y="2767392"/>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0" name="Google Shape;2910;p86"/>
          <p:cNvSpPr/>
          <p:nvPr/>
        </p:nvSpPr>
        <p:spPr>
          <a:xfrm>
            <a:off x="7046687" y="2916046"/>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1" name="Google Shape;2911;p86"/>
          <p:cNvSpPr/>
          <p:nvPr/>
        </p:nvSpPr>
        <p:spPr>
          <a:xfrm>
            <a:off x="7046687" y="3064700"/>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2" name="Google Shape;2912;p86"/>
          <p:cNvSpPr/>
          <p:nvPr/>
        </p:nvSpPr>
        <p:spPr>
          <a:xfrm>
            <a:off x="7046687" y="261873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3" name="Google Shape;2913;p86"/>
          <p:cNvSpPr/>
          <p:nvPr/>
        </p:nvSpPr>
        <p:spPr>
          <a:xfrm>
            <a:off x="7046687" y="3243133"/>
            <a:ext cx="91200" cy="91200"/>
          </a:xfrm>
          <a:prstGeom prst="ellipse">
            <a:avLst/>
          </a:prstGeom>
          <a:solidFill>
            <a:srgbClr val="08ABED"/>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4" name="Google Shape;2914;p86"/>
          <p:cNvSpPr/>
          <p:nvPr/>
        </p:nvSpPr>
        <p:spPr>
          <a:xfrm>
            <a:off x="7046687" y="354044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5" name="Google Shape;2915;p86"/>
          <p:cNvSpPr/>
          <p:nvPr/>
        </p:nvSpPr>
        <p:spPr>
          <a:xfrm>
            <a:off x="7046687" y="3675904"/>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2916" name="Google Shape;2916;p86"/>
          <p:cNvSpPr/>
          <p:nvPr/>
        </p:nvSpPr>
        <p:spPr>
          <a:xfrm>
            <a:off x="7046687" y="339178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17" name="Google Shape;2917;p86"/>
          <p:cNvSpPr/>
          <p:nvPr/>
        </p:nvSpPr>
        <p:spPr>
          <a:xfrm>
            <a:off x="7046687" y="399757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AD7BEE"/>
                </a:solidFill>
                <a:latin typeface="Salesforce Sans"/>
                <a:ea typeface="Salesforce Sans"/>
                <a:cs typeface="Salesforce Sans"/>
                <a:sym typeface="Salesforce Sans"/>
              </a:rPr>
              <a:t> </a:t>
            </a:r>
            <a:endParaRPr sz="800" i="0" u="none" strike="noStrike" cap="none">
              <a:solidFill>
                <a:srgbClr val="AD7BEE"/>
              </a:solidFill>
              <a:latin typeface="Salesforce Sans"/>
              <a:ea typeface="Salesforce Sans"/>
              <a:cs typeface="Salesforce Sans"/>
              <a:sym typeface="Salesforce Sans"/>
            </a:endParaRPr>
          </a:p>
        </p:txBody>
      </p:sp>
      <p:sp>
        <p:nvSpPr>
          <p:cNvPr id="2918" name="Google Shape;2918;p86"/>
          <p:cNvSpPr/>
          <p:nvPr/>
        </p:nvSpPr>
        <p:spPr>
          <a:xfrm>
            <a:off x="7046687" y="382866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2919" name="Google Shape;2919;p86"/>
          <p:cNvSpPr/>
          <p:nvPr/>
        </p:nvSpPr>
        <p:spPr>
          <a:xfrm>
            <a:off x="7046687" y="4303965"/>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AD7BEE"/>
                </a:solidFill>
                <a:latin typeface="Salesforce Sans"/>
                <a:ea typeface="Salesforce Sans"/>
                <a:cs typeface="Salesforce Sans"/>
                <a:sym typeface="Salesforce Sans"/>
              </a:rPr>
              <a:t> </a:t>
            </a:r>
            <a:endParaRPr sz="800" i="0" u="none" strike="noStrike" cap="none">
              <a:solidFill>
                <a:srgbClr val="AD7BEE"/>
              </a:solidFill>
              <a:latin typeface="Salesforce Sans"/>
              <a:ea typeface="Salesforce Sans"/>
              <a:cs typeface="Salesforce Sans"/>
              <a:sym typeface="Salesforce Sans"/>
            </a:endParaRPr>
          </a:p>
        </p:txBody>
      </p:sp>
      <p:sp>
        <p:nvSpPr>
          <p:cNvPr id="2920" name="Google Shape;2920;p86"/>
          <p:cNvSpPr/>
          <p:nvPr/>
        </p:nvSpPr>
        <p:spPr>
          <a:xfrm>
            <a:off x="7046687" y="4452619"/>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B827C"/>
                </a:solidFill>
                <a:latin typeface="Salesforce Sans"/>
                <a:ea typeface="Salesforce Sans"/>
                <a:cs typeface="Salesforce Sans"/>
                <a:sym typeface="Salesforce Sans"/>
              </a:rPr>
              <a:t> </a:t>
            </a:r>
            <a:endParaRPr sz="800" i="0" u="none" strike="noStrike" cap="none">
              <a:solidFill>
                <a:srgbClr val="0B827C"/>
              </a:solidFill>
              <a:latin typeface="Salesforce Sans"/>
              <a:ea typeface="Salesforce Sans"/>
              <a:cs typeface="Salesforce Sans"/>
              <a:sym typeface="Salesforce Sans"/>
            </a:endParaRPr>
          </a:p>
        </p:txBody>
      </p:sp>
      <p:sp>
        <p:nvSpPr>
          <p:cNvPr id="2921" name="Google Shape;2921;p86"/>
          <p:cNvSpPr/>
          <p:nvPr/>
        </p:nvSpPr>
        <p:spPr>
          <a:xfrm>
            <a:off x="7046687" y="186065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2" name="Google Shape;2922;p86"/>
          <p:cNvSpPr/>
          <p:nvPr/>
        </p:nvSpPr>
        <p:spPr>
          <a:xfrm>
            <a:off x="7046687" y="4155311"/>
            <a:ext cx="91200" cy="91200"/>
          </a:xfrm>
          <a:prstGeom prst="ellipse">
            <a:avLst/>
          </a:prstGeom>
          <a:solidFill>
            <a:srgbClr val="F6922C"/>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3" name="Google Shape;2923;p86"/>
          <p:cNvSpPr/>
          <p:nvPr/>
        </p:nvSpPr>
        <p:spPr>
          <a:xfrm>
            <a:off x="7046687" y="477018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4" name="Google Shape;2924;p86"/>
          <p:cNvSpPr/>
          <p:nvPr/>
        </p:nvSpPr>
        <p:spPr>
          <a:xfrm>
            <a:off x="7046687" y="4918835"/>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2925" name="Google Shape;2925;p86"/>
          <p:cNvSpPr/>
          <p:nvPr/>
        </p:nvSpPr>
        <p:spPr>
          <a:xfrm>
            <a:off x="7046687" y="508774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6" name="Google Shape;2926;p86"/>
          <p:cNvSpPr/>
          <p:nvPr/>
        </p:nvSpPr>
        <p:spPr>
          <a:xfrm>
            <a:off x="7046687" y="523639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7" name="Google Shape;2927;p86"/>
          <p:cNvSpPr/>
          <p:nvPr/>
        </p:nvSpPr>
        <p:spPr>
          <a:xfrm>
            <a:off x="7046687" y="555395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8" name="Google Shape;2928;p86"/>
          <p:cNvSpPr/>
          <p:nvPr/>
        </p:nvSpPr>
        <p:spPr>
          <a:xfrm>
            <a:off x="7046687" y="5702613"/>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29" name="Google Shape;2929;p86"/>
          <p:cNvSpPr/>
          <p:nvPr/>
        </p:nvSpPr>
        <p:spPr>
          <a:xfrm>
            <a:off x="7046687" y="585126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0" name="Google Shape;2930;p86"/>
          <p:cNvSpPr/>
          <p:nvPr/>
        </p:nvSpPr>
        <p:spPr>
          <a:xfrm>
            <a:off x="7046687" y="5385051"/>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1" name="Google Shape;2931;p86"/>
          <p:cNvSpPr/>
          <p:nvPr/>
        </p:nvSpPr>
        <p:spPr>
          <a:xfrm>
            <a:off x="7046687" y="599992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2" name="Google Shape;2932;p86"/>
          <p:cNvSpPr/>
          <p:nvPr/>
        </p:nvSpPr>
        <p:spPr>
          <a:xfrm>
            <a:off x="7046687" y="616882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3" name="Google Shape;2933;p86"/>
          <p:cNvSpPr/>
          <p:nvPr/>
        </p:nvSpPr>
        <p:spPr>
          <a:xfrm>
            <a:off x="7046687" y="631748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4" name="Google Shape;2934;p86"/>
          <p:cNvSpPr/>
          <p:nvPr/>
        </p:nvSpPr>
        <p:spPr>
          <a:xfrm>
            <a:off x="7046687" y="646613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5" name="Google Shape;2935;p86"/>
          <p:cNvSpPr/>
          <p:nvPr/>
        </p:nvSpPr>
        <p:spPr>
          <a:xfrm>
            <a:off x="7046687" y="462152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6" name="Google Shape;2936;p86"/>
          <p:cNvSpPr/>
          <p:nvPr/>
        </p:nvSpPr>
        <p:spPr>
          <a:xfrm>
            <a:off x="7046687" y="6783699"/>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7" name="Google Shape;2937;p86"/>
          <p:cNvSpPr/>
          <p:nvPr/>
        </p:nvSpPr>
        <p:spPr>
          <a:xfrm>
            <a:off x="7046687" y="661479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8" name="Google Shape;2938;p86"/>
          <p:cNvSpPr/>
          <p:nvPr/>
        </p:nvSpPr>
        <p:spPr>
          <a:xfrm>
            <a:off x="7046687" y="6932353"/>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39" name="Google Shape;2939;p86"/>
          <p:cNvSpPr/>
          <p:nvPr/>
        </p:nvSpPr>
        <p:spPr>
          <a:xfrm>
            <a:off x="7046687" y="7081007"/>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0" name="Google Shape;2940;p86"/>
          <p:cNvSpPr/>
          <p:nvPr/>
        </p:nvSpPr>
        <p:spPr>
          <a:xfrm>
            <a:off x="7046687" y="722966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1" name="Google Shape;2941;p86"/>
          <p:cNvSpPr/>
          <p:nvPr/>
        </p:nvSpPr>
        <p:spPr>
          <a:xfrm>
            <a:off x="7046687" y="739856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2" name="Google Shape;2942;p86"/>
          <p:cNvSpPr/>
          <p:nvPr/>
        </p:nvSpPr>
        <p:spPr>
          <a:xfrm>
            <a:off x="7046687" y="769587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3" name="Google Shape;2943;p86"/>
          <p:cNvSpPr/>
          <p:nvPr/>
        </p:nvSpPr>
        <p:spPr>
          <a:xfrm>
            <a:off x="7046687" y="754722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4" name="Google Shape;2944;p86"/>
          <p:cNvSpPr/>
          <p:nvPr/>
        </p:nvSpPr>
        <p:spPr>
          <a:xfrm>
            <a:off x="7046687" y="784453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5" name="Google Shape;2945;p86"/>
          <p:cNvSpPr/>
          <p:nvPr/>
        </p:nvSpPr>
        <p:spPr>
          <a:xfrm>
            <a:off x="7046687" y="801343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6" name="Google Shape;2946;p86"/>
          <p:cNvSpPr/>
          <p:nvPr/>
        </p:nvSpPr>
        <p:spPr>
          <a:xfrm>
            <a:off x="7046687" y="829310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7" name="Google Shape;2947;p86"/>
          <p:cNvSpPr/>
          <p:nvPr/>
        </p:nvSpPr>
        <p:spPr>
          <a:xfrm>
            <a:off x="7046687" y="843294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8" name="Google Shape;2948;p86"/>
          <p:cNvSpPr/>
          <p:nvPr/>
        </p:nvSpPr>
        <p:spPr>
          <a:xfrm>
            <a:off x="7046687" y="8153274"/>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49" name="Google Shape;2949;p86"/>
          <p:cNvSpPr/>
          <p:nvPr/>
        </p:nvSpPr>
        <p:spPr>
          <a:xfrm>
            <a:off x="7046687" y="862830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0" name="Google Shape;2950;p86"/>
          <p:cNvSpPr/>
          <p:nvPr/>
        </p:nvSpPr>
        <p:spPr>
          <a:xfrm>
            <a:off x="7046687" y="8768144"/>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1" name="Google Shape;2951;p86"/>
          <p:cNvSpPr/>
          <p:nvPr/>
        </p:nvSpPr>
        <p:spPr>
          <a:xfrm>
            <a:off x="7046687" y="890797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2" name="Google Shape;2952;p86"/>
          <p:cNvSpPr/>
          <p:nvPr/>
        </p:nvSpPr>
        <p:spPr>
          <a:xfrm>
            <a:off x="7046687" y="904873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3" name="Google Shape;2953;p86"/>
          <p:cNvSpPr/>
          <p:nvPr/>
        </p:nvSpPr>
        <p:spPr>
          <a:xfrm>
            <a:off x="7046687" y="9391833"/>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4" name="Google Shape;2954;p86"/>
          <p:cNvSpPr/>
          <p:nvPr/>
        </p:nvSpPr>
        <p:spPr>
          <a:xfrm>
            <a:off x="7046687" y="962057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5" name="Google Shape;2955;p86"/>
          <p:cNvSpPr/>
          <p:nvPr/>
        </p:nvSpPr>
        <p:spPr>
          <a:xfrm>
            <a:off x="7046687" y="9243179"/>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6" name="Google Shape;2956;p86"/>
          <p:cNvSpPr/>
          <p:nvPr/>
        </p:nvSpPr>
        <p:spPr>
          <a:xfrm>
            <a:off x="7046687" y="948305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7" name="Google Shape;2957;p86"/>
          <p:cNvSpPr/>
          <p:nvPr/>
        </p:nvSpPr>
        <p:spPr>
          <a:xfrm>
            <a:off x="7046687" y="570262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8" name="Google Shape;2958;p86"/>
          <p:cNvSpPr/>
          <p:nvPr/>
        </p:nvSpPr>
        <p:spPr>
          <a:xfrm>
            <a:off x="7046687" y="585127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2959" name="Google Shape;2959;p86"/>
          <p:cNvSpPr txBox="1"/>
          <p:nvPr/>
        </p:nvSpPr>
        <p:spPr>
          <a:xfrm>
            <a:off x="4722321"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960" name="Google Shape;2960;p86"/>
          <p:cNvSpPr txBox="1"/>
          <p:nvPr/>
        </p:nvSpPr>
        <p:spPr>
          <a:xfrm>
            <a:off x="5922089"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961" name="Google Shape;2961;p86"/>
          <p:cNvGrpSpPr/>
          <p:nvPr/>
        </p:nvGrpSpPr>
        <p:grpSpPr>
          <a:xfrm>
            <a:off x="4741973" y="1867456"/>
            <a:ext cx="952525" cy="449700"/>
            <a:chOff x="755165" y="1938890"/>
            <a:chExt cx="1322400" cy="449700"/>
          </a:xfrm>
        </p:grpSpPr>
        <p:sp>
          <p:nvSpPr>
            <p:cNvPr id="2962" name="Google Shape;2962;p86"/>
            <p:cNvSpPr/>
            <p:nvPr/>
          </p:nvSpPr>
          <p:spPr>
            <a:xfrm>
              <a:off x="755165" y="1938890"/>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963" name="Google Shape;2963;p86"/>
            <p:cNvSpPr txBox="1"/>
            <p:nvPr/>
          </p:nvSpPr>
          <p:spPr>
            <a:xfrm>
              <a:off x="888815" y="2101340"/>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2964" name="Google Shape;2964;p86"/>
          <p:cNvSpPr txBox="1"/>
          <p:nvPr/>
        </p:nvSpPr>
        <p:spPr>
          <a:xfrm>
            <a:off x="718095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965" name="Google Shape;2965;p86"/>
          <p:cNvSpPr txBox="1"/>
          <p:nvPr/>
        </p:nvSpPr>
        <p:spPr>
          <a:xfrm>
            <a:off x="5922089" y="1843238"/>
            <a:ext cx="1215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Lead Management </a:t>
            </a:r>
            <a:endParaRPr sz="900" b="1">
              <a:solidFill>
                <a:srgbClr val="066AFE"/>
              </a:solidFill>
              <a:latin typeface="Salesforce Sans"/>
              <a:ea typeface="Salesforce Sans"/>
              <a:cs typeface="Salesforce Sans"/>
              <a:sym typeface="Salesforce Sans"/>
            </a:endParaRPr>
          </a:p>
        </p:txBody>
      </p:sp>
      <p:grpSp>
        <p:nvGrpSpPr>
          <p:cNvPr id="2966" name="Google Shape;2966;p86"/>
          <p:cNvGrpSpPr/>
          <p:nvPr/>
        </p:nvGrpSpPr>
        <p:grpSpPr>
          <a:xfrm>
            <a:off x="4741973" y="6193420"/>
            <a:ext cx="952525" cy="449700"/>
            <a:chOff x="755165" y="1866174"/>
            <a:chExt cx="1322400" cy="449700"/>
          </a:xfrm>
        </p:grpSpPr>
        <p:sp>
          <p:nvSpPr>
            <p:cNvPr id="2967" name="Google Shape;2967;p86"/>
            <p:cNvSpPr/>
            <p:nvPr/>
          </p:nvSpPr>
          <p:spPr>
            <a:xfrm>
              <a:off x="755165" y="18661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968" name="Google Shape;2968;p86"/>
            <p:cNvSpPr txBox="1"/>
            <p:nvPr/>
          </p:nvSpPr>
          <p:spPr>
            <a:xfrm>
              <a:off x="888815" y="2028624"/>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2969" name="Google Shape;2969;p86"/>
          <p:cNvGrpSpPr/>
          <p:nvPr/>
        </p:nvGrpSpPr>
        <p:grpSpPr>
          <a:xfrm>
            <a:off x="4741973" y="9230466"/>
            <a:ext cx="952525" cy="449700"/>
            <a:chOff x="755165" y="1886345"/>
            <a:chExt cx="1322400" cy="449700"/>
          </a:xfrm>
        </p:grpSpPr>
        <p:sp>
          <p:nvSpPr>
            <p:cNvPr id="2970" name="Google Shape;2970;p86"/>
            <p:cNvSpPr/>
            <p:nvPr/>
          </p:nvSpPr>
          <p:spPr>
            <a:xfrm>
              <a:off x="755165" y="1886345"/>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2971" name="Google Shape;2971;p86"/>
            <p:cNvSpPr txBox="1"/>
            <p:nvPr/>
          </p:nvSpPr>
          <p:spPr>
            <a:xfrm>
              <a:off x="888815" y="2048795"/>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2972" name="Google Shape;2972;p86"/>
          <p:cNvSpPr/>
          <p:nvPr/>
        </p:nvSpPr>
        <p:spPr>
          <a:xfrm>
            <a:off x="10174977" y="2750625"/>
            <a:ext cx="1105200" cy="61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Cloud and IP Network Planning and Design </a:t>
            </a:r>
            <a:endParaRPr sz="900" b="1" i="0" u="none" strike="noStrike" cap="none">
              <a:solidFill>
                <a:srgbClr val="066AFE"/>
              </a:solidFill>
              <a:latin typeface="Salesforce Sans"/>
              <a:ea typeface="Salesforce Sans"/>
              <a:cs typeface="Salesforce Sans"/>
              <a:sym typeface="Salesforce Sans"/>
            </a:endParaRPr>
          </a:p>
        </p:txBody>
      </p:sp>
      <p:sp>
        <p:nvSpPr>
          <p:cNvPr id="2973" name="Google Shape;2973;p86"/>
          <p:cNvSpPr/>
          <p:nvPr/>
        </p:nvSpPr>
        <p:spPr>
          <a:xfrm>
            <a:off x="10174977" y="3518578"/>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Core and Access Build &amp; Deployment </a:t>
            </a:r>
            <a:endParaRPr sz="900" b="1" i="0" u="none" strike="noStrike" cap="none">
              <a:solidFill>
                <a:srgbClr val="066AFE"/>
              </a:solidFill>
              <a:latin typeface="Salesforce Sans"/>
              <a:ea typeface="Salesforce Sans"/>
              <a:cs typeface="Salesforce Sans"/>
              <a:sym typeface="Salesforce Sans"/>
            </a:endParaRPr>
          </a:p>
        </p:txBody>
      </p:sp>
      <p:sp>
        <p:nvSpPr>
          <p:cNvPr id="2974" name="Google Shape;2974;p86"/>
          <p:cNvSpPr/>
          <p:nvPr/>
        </p:nvSpPr>
        <p:spPr>
          <a:xfrm>
            <a:off x="10174977" y="4120271"/>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Cloud and IP Network Build </a:t>
            </a:r>
            <a:r>
              <a:rPr lang="en" sz="900" b="1">
                <a:solidFill>
                  <a:srgbClr val="066AFE"/>
                </a:solidFill>
                <a:latin typeface="Salesforce Sans"/>
                <a:ea typeface="Salesforce Sans"/>
                <a:cs typeface="Salesforce Sans"/>
                <a:sym typeface="Salesforce Sans"/>
              </a:rPr>
              <a:t>&amp; </a:t>
            </a:r>
            <a:r>
              <a:rPr lang="en" sz="900" b="1" i="0" u="none" strike="noStrike" cap="none">
                <a:solidFill>
                  <a:srgbClr val="066AFE"/>
                </a:solidFill>
                <a:latin typeface="Salesforce Sans"/>
                <a:ea typeface="Salesforce Sans"/>
                <a:cs typeface="Salesforce Sans"/>
                <a:sym typeface="Salesforce Sans"/>
              </a:rPr>
              <a:t>Dev</a:t>
            </a:r>
            <a:r>
              <a:rPr lang="en" sz="900" b="1">
                <a:solidFill>
                  <a:srgbClr val="066AFE"/>
                </a:solidFill>
                <a:latin typeface="Salesforce Sans"/>
                <a:ea typeface="Salesforce Sans"/>
                <a:cs typeface="Salesforce Sans"/>
                <a:sym typeface="Salesforce Sans"/>
              </a:rPr>
              <a:t>elopment</a:t>
            </a:r>
            <a:endParaRPr sz="900" b="1" i="0" u="none" strike="noStrike" cap="none">
              <a:solidFill>
                <a:srgbClr val="066AFE"/>
              </a:solidFill>
              <a:latin typeface="Salesforce Sans"/>
              <a:ea typeface="Salesforce Sans"/>
              <a:cs typeface="Salesforce Sans"/>
              <a:sym typeface="Salesforce Sans"/>
            </a:endParaRPr>
          </a:p>
        </p:txBody>
      </p:sp>
      <p:sp>
        <p:nvSpPr>
          <p:cNvPr id="2975" name="Google Shape;2975;p86"/>
          <p:cNvSpPr/>
          <p:nvPr/>
        </p:nvSpPr>
        <p:spPr>
          <a:xfrm>
            <a:off x="10174977" y="4739816"/>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Spectrum Management</a:t>
            </a:r>
            <a:endParaRPr sz="900" b="1" i="0" u="none" strike="noStrike" cap="none">
              <a:solidFill>
                <a:srgbClr val="066AFE"/>
              </a:solidFill>
              <a:latin typeface="Salesforce Sans"/>
              <a:ea typeface="Salesforce Sans"/>
              <a:cs typeface="Salesforce Sans"/>
              <a:sym typeface="Salesforce Sans"/>
            </a:endParaRPr>
          </a:p>
        </p:txBody>
      </p:sp>
      <p:sp>
        <p:nvSpPr>
          <p:cNvPr id="2976" name="Google Shape;2976;p86"/>
          <p:cNvSpPr/>
          <p:nvPr/>
        </p:nvSpPr>
        <p:spPr>
          <a:xfrm>
            <a:off x="10174977" y="5501823"/>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Network Supply Chain </a:t>
            </a:r>
            <a:endParaRPr sz="900" b="1" i="0" u="none" strike="noStrike" cap="none">
              <a:solidFill>
                <a:srgbClr val="066AFE"/>
              </a:solidFill>
              <a:latin typeface="Salesforce Sans"/>
              <a:ea typeface="Salesforce Sans"/>
              <a:cs typeface="Salesforce Sans"/>
              <a:sym typeface="Salesforce Sans"/>
            </a:endParaRPr>
          </a:p>
        </p:txBody>
      </p:sp>
      <p:sp>
        <p:nvSpPr>
          <p:cNvPr id="2977" name="Google Shape;2977;p86"/>
          <p:cNvSpPr/>
          <p:nvPr/>
        </p:nvSpPr>
        <p:spPr>
          <a:xfrm>
            <a:off x="10174977" y="6115423"/>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Network Maintenance </a:t>
            </a:r>
            <a:endParaRPr sz="900" b="1" i="0" u="none" strike="noStrike" cap="none">
              <a:solidFill>
                <a:srgbClr val="066AFE"/>
              </a:solidFill>
              <a:latin typeface="Salesforce Sans"/>
              <a:ea typeface="Salesforce Sans"/>
              <a:cs typeface="Salesforce Sans"/>
              <a:sym typeface="Salesforce Sans"/>
            </a:endParaRPr>
          </a:p>
        </p:txBody>
      </p:sp>
      <p:sp>
        <p:nvSpPr>
          <p:cNvPr id="2978" name="Google Shape;2978;p86"/>
          <p:cNvSpPr/>
          <p:nvPr/>
        </p:nvSpPr>
        <p:spPr>
          <a:xfrm>
            <a:off x="10174977" y="6723069"/>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Energy &amp; Sustainability Mgmt </a:t>
            </a:r>
            <a:endParaRPr sz="900" b="1" i="0" u="none" strike="noStrike" cap="none">
              <a:solidFill>
                <a:srgbClr val="066AFE"/>
              </a:solidFill>
              <a:latin typeface="Salesforce Sans"/>
              <a:ea typeface="Salesforce Sans"/>
              <a:cs typeface="Salesforce Sans"/>
              <a:sym typeface="Salesforce Sans"/>
            </a:endParaRPr>
          </a:p>
        </p:txBody>
      </p:sp>
      <p:sp>
        <p:nvSpPr>
          <p:cNvPr id="2979" name="Google Shape;2979;p86"/>
          <p:cNvSpPr/>
          <p:nvPr/>
        </p:nvSpPr>
        <p:spPr>
          <a:xfrm>
            <a:off x="10174977" y="7200055"/>
            <a:ext cx="1105200" cy="153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trategy</a:t>
            </a:r>
            <a:endParaRPr sz="900" b="1" i="0" u="none" strike="noStrike" cap="none">
              <a:solidFill>
                <a:srgbClr val="066AFE"/>
              </a:solidFill>
              <a:latin typeface="Salesforce Sans"/>
              <a:ea typeface="Salesforce Sans"/>
              <a:cs typeface="Salesforce Sans"/>
              <a:sym typeface="Salesforce Sans"/>
            </a:endParaRPr>
          </a:p>
        </p:txBody>
      </p:sp>
      <p:sp>
        <p:nvSpPr>
          <p:cNvPr id="2980" name="Google Shape;2980;p86"/>
          <p:cNvSpPr/>
          <p:nvPr/>
        </p:nvSpPr>
        <p:spPr>
          <a:xfrm>
            <a:off x="10174977" y="7647411"/>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Issue Resolution </a:t>
            </a:r>
            <a:endParaRPr sz="900" b="1" i="0" u="none" strike="noStrike" cap="none">
              <a:solidFill>
                <a:srgbClr val="066AFE"/>
              </a:solidFill>
              <a:latin typeface="Salesforce Sans"/>
              <a:ea typeface="Salesforce Sans"/>
              <a:cs typeface="Salesforce Sans"/>
              <a:sym typeface="Salesforce Sans"/>
            </a:endParaRPr>
          </a:p>
        </p:txBody>
      </p:sp>
      <p:sp>
        <p:nvSpPr>
          <p:cNvPr id="2981" name="Google Shape;2981;p86"/>
          <p:cNvSpPr/>
          <p:nvPr/>
        </p:nvSpPr>
        <p:spPr>
          <a:xfrm>
            <a:off x="10174977" y="8094823"/>
            <a:ext cx="11052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Governance </a:t>
            </a:r>
            <a:endParaRPr sz="900" b="1" i="0" u="none" strike="noStrike" cap="none">
              <a:solidFill>
                <a:srgbClr val="066AFE"/>
              </a:solidFill>
              <a:latin typeface="Salesforce Sans"/>
              <a:ea typeface="Salesforce Sans"/>
              <a:cs typeface="Salesforce Sans"/>
              <a:sym typeface="Salesforce Sans"/>
            </a:endParaRPr>
          </a:p>
        </p:txBody>
      </p:sp>
      <p:sp>
        <p:nvSpPr>
          <p:cNvPr id="2982" name="Google Shape;2982;p86"/>
          <p:cNvSpPr/>
          <p:nvPr/>
        </p:nvSpPr>
        <p:spPr>
          <a:xfrm>
            <a:off x="10174977" y="8409934"/>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Software Development </a:t>
            </a:r>
            <a:endParaRPr sz="900" b="1" i="0" u="none" strike="noStrike" cap="none">
              <a:solidFill>
                <a:srgbClr val="066AFE"/>
              </a:solidFill>
              <a:latin typeface="Salesforce Sans"/>
              <a:ea typeface="Salesforce Sans"/>
              <a:cs typeface="Salesforce Sans"/>
              <a:sym typeface="Salesforce Sans"/>
            </a:endParaRPr>
          </a:p>
        </p:txBody>
      </p:sp>
      <p:sp>
        <p:nvSpPr>
          <p:cNvPr id="2983" name="Google Shape;2983;p86"/>
          <p:cNvSpPr/>
          <p:nvPr/>
        </p:nvSpPr>
        <p:spPr>
          <a:xfrm>
            <a:off x="10174977" y="8869242"/>
            <a:ext cx="10008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Testing, QA &amp; Automation </a:t>
            </a:r>
            <a:endParaRPr sz="900" b="1" i="0" u="none" strike="noStrike" cap="none">
              <a:solidFill>
                <a:srgbClr val="066AFE"/>
              </a:solidFill>
              <a:latin typeface="Salesforce Sans"/>
              <a:ea typeface="Salesforce Sans"/>
              <a:cs typeface="Salesforce Sans"/>
              <a:sym typeface="Salesforce Sans"/>
            </a:endParaRPr>
          </a:p>
        </p:txBody>
      </p:sp>
      <p:sp>
        <p:nvSpPr>
          <p:cNvPr id="2984" name="Google Shape;2984;p86"/>
          <p:cNvSpPr/>
          <p:nvPr/>
        </p:nvSpPr>
        <p:spPr>
          <a:xfrm>
            <a:off x="10174977" y="9316350"/>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Cyber Threat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Response </a:t>
            </a:r>
            <a:endParaRPr sz="900" b="1" i="0" u="none" strike="noStrike" cap="none">
              <a:solidFill>
                <a:srgbClr val="066AFE"/>
              </a:solidFill>
              <a:latin typeface="Salesforce Sans"/>
              <a:ea typeface="Salesforce Sans"/>
              <a:cs typeface="Salesforce Sans"/>
              <a:sym typeface="Salesforce Sans"/>
            </a:endParaRPr>
          </a:p>
        </p:txBody>
      </p:sp>
      <p:sp>
        <p:nvSpPr>
          <p:cNvPr id="2985" name="Google Shape;2985;p86"/>
          <p:cNvSpPr txBox="1"/>
          <p:nvPr/>
        </p:nvSpPr>
        <p:spPr>
          <a:xfrm>
            <a:off x="11432855" y="1989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Selection</a:t>
            </a:r>
            <a:endParaRPr sz="800" i="0" u="none" strike="noStrike" cap="none">
              <a:latin typeface="Salesforce Sans"/>
              <a:ea typeface="Salesforce Sans"/>
              <a:cs typeface="Salesforce Sans"/>
              <a:sym typeface="Salesforce Sans"/>
            </a:endParaRPr>
          </a:p>
        </p:txBody>
      </p:sp>
      <p:sp>
        <p:nvSpPr>
          <p:cNvPr id="2986" name="Google Shape;2986;p86"/>
          <p:cNvSpPr txBox="1"/>
          <p:nvPr/>
        </p:nvSpPr>
        <p:spPr>
          <a:xfrm>
            <a:off x="11432855" y="2137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Design</a:t>
            </a:r>
            <a:endParaRPr sz="800" i="0" u="none" strike="noStrike" cap="none">
              <a:latin typeface="Salesforce Sans"/>
              <a:ea typeface="Salesforce Sans"/>
              <a:cs typeface="Salesforce Sans"/>
              <a:sym typeface="Salesforce Sans"/>
            </a:endParaRPr>
          </a:p>
        </p:txBody>
      </p:sp>
      <p:sp>
        <p:nvSpPr>
          <p:cNvPr id="2987" name="Google Shape;2987;p86"/>
          <p:cNvSpPr txBox="1"/>
          <p:nvPr/>
        </p:nvSpPr>
        <p:spPr>
          <a:xfrm>
            <a:off x="11432855" y="2286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Simulation and Modelling</a:t>
            </a:r>
            <a:endParaRPr sz="800" i="0" u="none" strike="noStrike" cap="none">
              <a:latin typeface="Salesforce Sans"/>
              <a:ea typeface="Salesforce Sans"/>
              <a:cs typeface="Salesforce Sans"/>
              <a:sym typeface="Salesforce Sans"/>
            </a:endParaRPr>
          </a:p>
        </p:txBody>
      </p:sp>
      <p:sp>
        <p:nvSpPr>
          <p:cNvPr id="2988" name="Google Shape;2988;p86"/>
          <p:cNvSpPr txBox="1"/>
          <p:nvPr/>
        </p:nvSpPr>
        <p:spPr>
          <a:xfrm>
            <a:off x="11432855" y="2434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Equipment Selection</a:t>
            </a:r>
            <a:endParaRPr sz="800" i="0" u="none" strike="noStrike" cap="none">
              <a:latin typeface="Salesforce Sans"/>
              <a:ea typeface="Salesforce Sans"/>
              <a:cs typeface="Salesforce Sans"/>
              <a:sym typeface="Salesforce Sans"/>
            </a:endParaRPr>
          </a:p>
        </p:txBody>
      </p:sp>
      <p:sp>
        <p:nvSpPr>
          <p:cNvPr id="2989" name="Google Shape;2989;p86"/>
          <p:cNvSpPr txBox="1"/>
          <p:nvPr/>
        </p:nvSpPr>
        <p:spPr>
          <a:xfrm>
            <a:off x="11432855" y="2751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2990" name="Google Shape;2990;p86"/>
          <p:cNvSpPr txBox="1"/>
          <p:nvPr/>
        </p:nvSpPr>
        <p:spPr>
          <a:xfrm>
            <a:off x="11432855" y="2899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Design</a:t>
            </a:r>
            <a:endParaRPr sz="800" i="0" u="none" strike="noStrike" cap="none">
              <a:latin typeface="Salesforce Sans"/>
              <a:ea typeface="Salesforce Sans"/>
              <a:cs typeface="Salesforce Sans"/>
              <a:sym typeface="Salesforce Sans"/>
            </a:endParaRPr>
          </a:p>
        </p:txBody>
      </p:sp>
      <p:sp>
        <p:nvSpPr>
          <p:cNvPr id="2991" name="Google Shape;2991;p86"/>
          <p:cNvSpPr txBox="1"/>
          <p:nvPr/>
        </p:nvSpPr>
        <p:spPr>
          <a:xfrm>
            <a:off x="11432855" y="3048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Simulation and Modelling</a:t>
            </a:r>
            <a:endParaRPr sz="800" i="0" u="none" strike="noStrike" cap="none">
              <a:latin typeface="Salesforce Sans"/>
              <a:ea typeface="Salesforce Sans"/>
              <a:cs typeface="Salesforce Sans"/>
              <a:sym typeface="Salesforce Sans"/>
            </a:endParaRPr>
          </a:p>
        </p:txBody>
      </p:sp>
      <p:sp>
        <p:nvSpPr>
          <p:cNvPr id="2992" name="Google Shape;2992;p86"/>
          <p:cNvSpPr txBox="1"/>
          <p:nvPr/>
        </p:nvSpPr>
        <p:spPr>
          <a:xfrm>
            <a:off x="11432855" y="2583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Investment Planning</a:t>
            </a:r>
            <a:endParaRPr sz="800" i="0" u="none" strike="noStrike" cap="none">
              <a:latin typeface="Salesforce Sans"/>
              <a:ea typeface="Salesforce Sans"/>
              <a:cs typeface="Salesforce Sans"/>
              <a:sym typeface="Salesforce Sans"/>
            </a:endParaRPr>
          </a:p>
        </p:txBody>
      </p:sp>
      <p:sp>
        <p:nvSpPr>
          <p:cNvPr id="2993" name="Google Shape;2993;p86"/>
          <p:cNvSpPr txBox="1"/>
          <p:nvPr/>
        </p:nvSpPr>
        <p:spPr>
          <a:xfrm>
            <a:off x="11432855" y="3196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Equipment Selection</a:t>
            </a:r>
            <a:endParaRPr sz="800" i="0" u="none" strike="noStrike" cap="none">
              <a:latin typeface="Salesforce Sans"/>
              <a:ea typeface="Salesforce Sans"/>
              <a:cs typeface="Salesforce Sans"/>
              <a:sym typeface="Salesforce Sans"/>
            </a:endParaRPr>
          </a:p>
        </p:txBody>
      </p:sp>
      <p:sp>
        <p:nvSpPr>
          <p:cNvPr id="2994" name="Google Shape;2994;p86"/>
          <p:cNvSpPr txBox="1"/>
          <p:nvPr/>
        </p:nvSpPr>
        <p:spPr>
          <a:xfrm>
            <a:off x="11432855" y="3513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Readiness and Validation</a:t>
            </a:r>
            <a:endParaRPr sz="800" i="0" u="none" strike="noStrike" cap="none">
              <a:latin typeface="Salesforce Sans"/>
              <a:ea typeface="Salesforce Sans"/>
              <a:cs typeface="Salesforce Sans"/>
              <a:sym typeface="Salesforce Sans"/>
            </a:endParaRPr>
          </a:p>
        </p:txBody>
      </p:sp>
      <p:sp>
        <p:nvSpPr>
          <p:cNvPr id="2995" name="Google Shape;2995;p86"/>
          <p:cNvSpPr txBox="1"/>
          <p:nvPr/>
        </p:nvSpPr>
        <p:spPr>
          <a:xfrm>
            <a:off x="11432855" y="3661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Installation and Configuration</a:t>
            </a:r>
            <a:endParaRPr sz="800" i="0" u="none" strike="noStrike" cap="none">
              <a:latin typeface="Salesforce Sans"/>
              <a:ea typeface="Salesforce Sans"/>
              <a:cs typeface="Salesforce Sans"/>
              <a:sym typeface="Salesforce Sans"/>
            </a:endParaRPr>
          </a:p>
        </p:txBody>
      </p:sp>
      <p:sp>
        <p:nvSpPr>
          <p:cNvPr id="2996" name="Google Shape;2996;p86"/>
          <p:cNvSpPr txBox="1"/>
          <p:nvPr/>
        </p:nvSpPr>
        <p:spPr>
          <a:xfrm>
            <a:off x="11432855" y="3345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Investment Planning</a:t>
            </a:r>
            <a:endParaRPr sz="800" i="0" u="none" strike="noStrike" cap="none">
              <a:latin typeface="Salesforce Sans"/>
              <a:ea typeface="Salesforce Sans"/>
              <a:cs typeface="Salesforce Sans"/>
              <a:sym typeface="Salesforce Sans"/>
            </a:endParaRPr>
          </a:p>
        </p:txBody>
      </p:sp>
      <p:sp>
        <p:nvSpPr>
          <p:cNvPr id="2997" name="Google Shape;2997;p86"/>
          <p:cNvSpPr txBox="1"/>
          <p:nvPr/>
        </p:nvSpPr>
        <p:spPr>
          <a:xfrm>
            <a:off x="11432855" y="3958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Activation and Transition</a:t>
            </a:r>
            <a:endParaRPr sz="800" i="0" u="none" strike="noStrike" cap="none">
              <a:latin typeface="Salesforce Sans"/>
              <a:ea typeface="Salesforce Sans"/>
              <a:cs typeface="Salesforce Sans"/>
              <a:sym typeface="Salesforce Sans"/>
            </a:endParaRPr>
          </a:p>
        </p:txBody>
      </p:sp>
      <p:sp>
        <p:nvSpPr>
          <p:cNvPr id="2998" name="Google Shape;2998;p86"/>
          <p:cNvSpPr txBox="1"/>
          <p:nvPr/>
        </p:nvSpPr>
        <p:spPr>
          <a:xfrm>
            <a:off x="11432855" y="3810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Integration and Test</a:t>
            </a:r>
            <a:endParaRPr sz="800" i="0" u="none" strike="noStrike" cap="none">
              <a:latin typeface="Salesforce Sans"/>
              <a:ea typeface="Salesforce Sans"/>
              <a:cs typeface="Salesforce Sans"/>
              <a:sym typeface="Salesforce Sans"/>
            </a:endParaRPr>
          </a:p>
        </p:txBody>
      </p:sp>
      <p:sp>
        <p:nvSpPr>
          <p:cNvPr id="2999" name="Google Shape;2999;p86"/>
          <p:cNvSpPr txBox="1"/>
          <p:nvPr/>
        </p:nvSpPr>
        <p:spPr>
          <a:xfrm>
            <a:off x="11432855" y="4275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Deployment and Configuration</a:t>
            </a:r>
            <a:endParaRPr sz="800" i="0" u="none" strike="noStrike" cap="none">
              <a:latin typeface="Salesforce Sans"/>
              <a:ea typeface="Salesforce Sans"/>
              <a:cs typeface="Salesforce Sans"/>
              <a:sym typeface="Salesforce Sans"/>
            </a:endParaRPr>
          </a:p>
        </p:txBody>
      </p:sp>
      <p:sp>
        <p:nvSpPr>
          <p:cNvPr id="3000" name="Google Shape;3000;p86"/>
          <p:cNvSpPr txBox="1"/>
          <p:nvPr/>
        </p:nvSpPr>
        <p:spPr>
          <a:xfrm>
            <a:off x="11432855" y="4423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Integration and Test</a:t>
            </a:r>
            <a:endParaRPr sz="800" i="0" u="none" strike="noStrike" cap="none">
              <a:latin typeface="Salesforce Sans"/>
              <a:ea typeface="Salesforce Sans"/>
              <a:cs typeface="Salesforce Sans"/>
              <a:sym typeface="Salesforce Sans"/>
            </a:endParaRPr>
          </a:p>
        </p:txBody>
      </p:sp>
      <p:sp>
        <p:nvSpPr>
          <p:cNvPr id="3001" name="Google Shape;3001;p86"/>
          <p:cNvSpPr txBox="1"/>
          <p:nvPr/>
        </p:nvSpPr>
        <p:spPr>
          <a:xfrm>
            <a:off x="11432855" y="4127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Readiness and Validation</a:t>
            </a:r>
            <a:endParaRPr sz="800" i="0" u="none" strike="noStrike" cap="none">
              <a:latin typeface="Salesforce Sans"/>
              <a:ea typeface="Salesforce Sans"/>
              <a:cs typeface="Salesforce Sans"/>
              <a:sym typeface="Salesforce Sans"/>
            </a:endParaRPr>
          </a:p>
        </p:txBody>
      </p:sp>
      <p:sp>
        <p:nvSpPr>
          <p:cNvPr id="3002" name="Google Shape;3002;p86"/>
          <p:cNvSpPr txBox="1"/>
          <p:nvPr/>
        </p:nvSpPr>
        <p:spPr>
          <a:xfrm>
            <a:off x="11432855" y="4740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3003" name="Google Shape;3003;p86"/>
          <p:cNvSpPr txBox="1"/>
          <p:nvPr/>
        </p:nvSpPr>
        <p:spPr>
          <a:xfrm>
            <a:off x="11432855" y="4889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Valuation</a:t>
            </a:r>
            <a:endParaRPr sz="800" i="0" u="none" strike="noStrike" cap="none">
              <a:latin typeface="Salesforce Sans"/>
              <a:ea typeface="Salesforce Sans"/>
              <a:cs typeface="Salesforce Sans"/>
              <a:sym typeface="Salesforce Sans"/>
            </a:endParaRPr>
          </a:p>
        </p:txBody>
      </p:sp>
      <p:sp>
        <p:nvSpPr>
          <p:cNvPr id="3004" name="Google Shape;3004;p86"/>
          <p:cNvSpPr txBox="1"/>
          <p:nvPr/>
        </p:nvSpPr>
        <p:spPr>
          <a:xfrm>
            <a:off x="11432855" y="5037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Allocation</a:t>
            </a:r>
            <a:endParaRPr sz="800" i="0" u="none" strike="noStrike" cap="none">
              <a:latin typeface="Salesforce Sans"/>
              <a:ea typeface="Salesforce Sans"/>
              <a:cs typeface="Salesforce Sans"/>
              <a:sym typeface="Salesforce Sans"/>
            </a:endParaRPr>
          </a:p>
        </p:txBody>
      </p:sp>
      <p:sp>
        <p:nvSpPr>
          <p:cNvPr id="3005" name="Google Shape;3005;p86"/>
          <p:cNvSpPr txBox="1"/>
          <p:nvPr/>
        </p:nvSpPr>
        <p:spPr>
          <a:xfrm>
            <a:off x="11432855" y="5185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Monitoring</a:t>
            </a:r>
            <a:endParaRPr sz="800" i="0" u="none" strike="noStrike" cap="none">
              <a:latin typeface="Salesforce Sans"/>
              <a:ea typeface="Salesforce Sans"/>
              <a:cs typeface="Salesforce Sans"/>
              <a:sym typeface="Salesforce Sans"/>
            </a:endParaRPr>
          </a:p>
        </p:txBody>
      </p:sp>
      <p:sp>
        <p:nvSpPr>
          <p:cNvPr id="3006" name="Google Shape;3006;p86"/>
          <p:cNvSpPr txBox="1"/>
          <p:nvPr/>
        </p:nvSpPr>
        <p:spPr>
          <a:xfrm>
            <a:off x="11432855" y="5502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Procurement Forecasting</a:t>
            </a:r>
            <a:endParaRPr sz="800" i="0" u="none" strike="noStrike" cap="none">
              <a:latin typeface="Salesforce Sans"/>
              <a:ea typeface="Salesforce Sans"/>
              <a:cs typeface="Salesforce Sans"/>
              <a:sym typeface="Salesforce Sans"/>
            </a:endParaRPr>
          </a:p>
        </p:txBody>
      </p:sp>
      <p:sp>
        <p:nvSpPr>
          <p:cNvPr id="3007" name="Google Shape;3007;p86"/>
          <p:cNvSpPr txBox="1"/>
          <p:nvPr/>
        </p:nvSpPr>
        <p:spPr>
          <a:xfrm>
            <a:off x="11432855" y="5651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Supplier Selection</a:t>
            </a:r>
            <a:endParaRPr sz="800" i="0" u="none" strike="noStrike" cap="none">
              <a:latin typeface="Salesforce Sans"/>
              <a:ea typeface="Salesforce Sans"/>
              <a:cs typeface="Salesforce Sans"/>
              <a:sym typeface="Salesforce Sans"/>
            </a:endParaRPr>
          </a:p>
        </p:txBody>
      </p:sp>
      <p:sp>
        <p:nvSpPr>
          <p:cNvPr id="3008" name="Google Shape;3008;p86"/>
          <p:cNvSpPr txBox="1"/>
          <p:nvPr/>
        </p:nvSpPr>
        <p:spPr>
          <a:xfrm>
            <a:off x="11432855" y="5799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Procurement Execution</a:t>
            </a:r>
            <a:endParaRPr sz="800" i="0" u="none" strike="noStrike" cap="none">
              <a:latin typeface="Salesforce Sans"/>
              <a:ea typeface="Salesforce Sans"/>
              <a:cs typeface="Salesforce Sans"/>
              <a:sym typeface="Salesforce Sans"/>
            </a:endParaRPr>
          </a:p>
        </p:txBody>
      </p:sp>
      <p:sp>
        <p:nvSpPr>
          <p:cNvPr id="3009" name="Google Shape;3009;p86"/>
          <p:cNvSpPr txBox="1"/>
          <p:nvPr/>
        </p:nvSpPr>
        <p:spPr>
          <a:xfrm>
            <a:off x="11432855" y="5334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sz="800" i="0" u="none" strike="noStrike" cap="none">
              <a:latin typeface="Salesforce Sans"/>
              <a:ea typeface="Salesforce Sans"/>
              <a:cs typeface="Salesforce Sans"/>
              <a:sym typeface="Salesforce Sans"/>
            </a:endParaRPr>
          </a:p>
        </p:txBody>
      </p:sp>
      <p:sp>
        <p:nvSpPr>
          <p:cNvPr id="3010" name="Google Shape;3010;p86"/>
          <p:cNvSpPr txBox="1"/>
          <p:nvPr/>
        </p:nvSpPr>
        <p:spPr>
          <a:xfrm>
            <a:off x="11432855" y="594804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Logistics and Inventory</a:t>
            </a:r>
            <a:endParaRPr sz="800" i="0" u="none" strike="noStrike" cap="none">
              <a:latin typeface="Salesforce Sans"/>
              <a:ea typeface="Salesforce Sans"/>
              <a:cs typeface="Salesforce Sans"/>
              <a:sym typeface="Salesforce Sans"/>
            </a:endParaRPr>
          </a:p>
        </p:txBody>
      </p:sp>
      <p:sp>
        <p:nvSpPr>
          <p:cNvPr id="3011" name="Google Shape;3011;p86"/>
          <p:cNvSpPr txBox="1"/>
          <p:nvPr/>
        </p:nvSpPr>
        <p:spPr>
          <a:xfrm>
            <a:off x="11432855" y="61163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Monitoring</a:t>
            </a:r>
            <a:endParaRPr sz="800" i="0" u="none" strike="noStrike" cap="none">
              <a:latin typeface="Salesforce Sans"/>
              <a:ea typeface="Salesforce Sans"/>
              <a:cs typeface="Salesforce Sans"/>
              <a:sym typeface="Salesforce Sans"/>
            </a:endParaRPr>
          </a:p>
        </p:txBody>
      </p:sp>
      <p:sp>
        <p:nvSpPr>
          <p:cNvPr id="3012" name="Google Shape;3012;p86"/>
          <p:cNvSpPr txBox="1"/>
          <p:nvPr/>
        </p:nvSpPr>
        <p:spPr>
          <a:xfrm>
            <a:off x="11432855" y="62647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a:t>
            </a:r>
            <a:endParaRPr sz="800" i="0" u="none" strike="noStrike" cap="none">
              <a:latin typeface="Salesforce Sans"/>
              <a:ea typeface="Salesforce Sans"/>
              <a:cs typeface="Salesforce Sans"/>
              <a:sym typeface="Salesforce Sans"/>
            </a:endParaRPr>
          </a:p>
        </p:txBody>
      </p:sp>
      <p:sp>
        <p:nvSpPr>
          <p:cNvPr id="3013" name="Google Shape;3013;p86"/>
          <p:cNvSpPr txBox="1"/>
          <p:nvPr/>
        </p:nvSpPr>
        <p:spPr>
          <a:xfrm>
            <a:off x="11432855" y="64131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Configuration Update</a:t>
            </a:r>
            <a:endParaRPr sz="800" i="0" u="none" strike="noStrike" cap="none">
              <a:latin typeface="Salesforce Sans"/>
              <a:ea typeface="Salesforce Sans"/>
              <a:cs typeface="Salesforce Sans"/>
              <a:sym typeface="Salesforce Sans"/>
            </a:endParaRPr>
          </a:p>
        </p:txBody>
      </p:sp>
      <p:sp>
        <p:nvSpPr>
          <p:cNvPr id="3014" name="Google Shape;3014;p86"/>
          <p:cNvSpPr txBox="1"/>
          <p:nvPr/>
        </p:nvSpPr>
        <p:spPr>
          <a:xfrm>
            <a:off x="11432855" y="4572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Activation and Transition</a:t>
            </a:r>
            <a:endParaRPr sz="800" i="0" u="none" strike="noStrike" cap="none">
              <a:latin typeface="Salesforce Sans"/>
              <a:ea typeface="Salesforce Sans"/>
              <a:cs typeface="Salesforce Sans"/>
              <a:sym typeface="Salesforce Sans"/>
            </a:endParaRPr>
          </a:p>
        </p:txBody>
      </p:sp>
      <p:sp>
        <p:nvSpPr>
          <p:cNvPr id="3015" name="Google Shape;3015;p86"/>
          <p:cNvSpPr txBox="1"/>
          <p:nvPr/>
        </p:nvSpPr>
        <p:spPr>
          <a:xfrm>
            <a:off x="11432855" y="67299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Energy Consumption Monitoring</a:t>
            </a:r>
            <a:endParaRPr sz="800" i="0" u="none" strike="noStrike" cap="none">
              <a:latin typeface="Salesforce Sans"/>
              <a:ea typeface="Salesforce Sans"/>
              <a:cs typeface="Salesforce Sans"/>
              <a:sym typeface="Salesforce Sans"/>
            </a:endParaRPr>
          </a:p>
        </p:txBody>
      </p:sp>
      <p:sp>
        <p:nvSpPr>
          <p:cNvPr id="3016" name="Google Shape;3016;p86"/>
          <p:cNvSpPr txBox="1"/>
          <p:nvPr/>
        </p:nvSpPr>
        <p:spPr>
          <a:xfrm>
            <a:off x="11432855" y="65615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Optimization</a:t>
            </a:r>
            <a:endParaRPr sz="800" i="0" u="none" strike="noStrike" cap="none">
              <a:latin typeface="Salesforce Sans"/>
              <a:ea typeface="Salesforce Sans"/>
              <a:cs typeface="Salesforce Sans"/>
              <a:sym typeface="Salesforce Sans"/>
            </a:endParaRPr>
          </a:p>
        </p:txBody>
      </p:sp>
      <p:sp>
        <p:nvSpPr>
          <p:cNvPr id="3017" name="Google Shape;3017;p86"/>
          <p:cNvSpPr txBox="1"/>
          <p:nvPr/>
        </p:nvSpPr>
        <p:spPr>
          <a:xfrm>
            <a:off x="11432855" y="68783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Energy Optimization</a:t>
            </a:r>
            <a:endParaRPr sz="800" i="0" u="none" strike="noStrike" cap="none">
              <a:latin typeface="Salesforce Sans"/>
              <a:ea typeface="Salesforce Sans"/>
              <a:cs typeface="Salesforce Sans"/>
              <a:sym typeface="Salesforce Sans"/>
            </a:endParaRPr>
          </a:p>
        </p:txBody>
      </p:sp>
      <p:sp>
        <p:nvSpPr>
          <p:cNvPr id="3018" name="Google Shape;3018;p86"/>
          <p:cNvSpPr txBox="1"/>
          <p:nvPr/>
        </p:nvSpPr>
        <p:spPr>
          <a:xfrm>
            <a:off x="11432855" y="70267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Sustainability Management</a:t>
            </a:r>
            <a:endParaRPr sz="800" i="0" u="none" strike="noStrike" cap="none">
              <a:latin typeface="Salesforce Sans"/>
              <a:ea typeface="Salesforce Sans"/>
              <a:cs typeface="Salesforce Sans"/>
              <a:sym typeface="Salesforce Sans"/>
            </a:endParaRPr>
          </a:p>
        </p:txBody>
      </p:sp>
      <p:sp>
        <p:nvSpPr>
          <p:cNvPr id="3019" name="Google Shape;3019;p86"/>
          <p:cNvSpPr txBox="1"/>
          <p:nvPr/>
        </p:nvSpPr>
        <p:spPr>
          <a:xfrm>
            <a:off x="11432855" y="719505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It Insights</a:t>
            </a:r>
            <a:endParaRPr sz="800" i="0" u="none" strike="noStrike" cap="none">
              <a:latin typeface="Salesforce Sans"/>
              <a:ea typeface="Salesforce Sans"/>
              <a:cs typeface="Salesforce Sans"/>
              <a:sym typeface="Salesforce Sans"/>
            </a:endParaRPr>
          </a:p>
        </p:txBody>
      </p:sp>
      <p:sp>
        <p:nvSpPr>
          <p:cNvPr id="3020" name="Google Shape;3020;p86"/>
          <p:cNvSpPr txBox="1"/>
          <p:nvPr/>
        </p:nvSpPr>
        <p:spPr>
          <a:xfrm>
            <a:off x="11432855" y="733475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Roadmap Planning</a:t>
            </a:r>
            <a:endParaRPr sz="800" i="0" u="none" strike="noStrike" cap="none">
              <a:latin typeface="Salesforce Sans"/>
              <a:ea typeface="Salesforce Sans"/>
              <a:cs typeface="Salesforce Sans"/>
              <a:sym typeface="Salesforce Sans"/>
            </a:endParaRPr>
          </a:p>
        </p:txBody>
      </p:sp>
      <p:sp>
        <p:nvSpPr>
          <p:cNvPr id="3021" name="Google Shape;3021;p86"/>
          <p:cNvSpPr txBox="1"/>
          <p:nvPr/>
        </p:nvSpPr>
        <p:spPr>
          <a:xfrm>
            <a:off x="11432855" y="7642632"/>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lang="en" sz="800" i="0" u="none" strike="noStrike" cap="none">
                <a:latin typeface="Salesforce Sans"/>
                <a:ea typeface="Salesforce Sans"/>
                <a:cs typeface="Salesforce Sans"/>
                <a:sym typeface="Salesforce Sans"/>
              </a:rPr>
              <a:t>ncident Triage</a:t>
            </a:r>
            <a:endParaRPr sz="800" i="0" u="none" strike="noStrike" cap="none">
              <a:latin typeface="Salesforce Sans"/>
              <a:ea typeface="Salesforce Sans"/>
              <a:cs typeface="Salesforce Sans"/>
              <a:sym typeface="Salesforce Sans"/>
            </a:endParaRPr>
          </a:p>
        </p:txBody>
      </p:sp>
      <p:sp>
        <p:nvSpPr>
          <p:cNvPr id="3022" name="Google Shape;3022;p86"/>
          <p:cNvSpPr txBox="1"/>
          <p:nvPr/>
        </p:nvSpPr>
        <p:spPr>
          <a:xfrm>
            <a:off x="11432855" y="747433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It Investment</a:t>
            </a:r>
            <a:endParaRPr sz="800" i="0" u="none" strike="noStrike" cap="none">
              <a:latin typeface="Salesforce Sans"/>
              <a:ea typeface="Salesforce Sans"/>
              <a:cs typeface="Salesforce Sans"/>
              <a:sym typeface="Salesforce Sans"/>
            </a:endParaRPr>
          </a:p>
        </p:txBody>
      </p:sp>
      <p:sp>
        <p:nvSpPr>
          <p:cNvPr id="3023" name="Google Shape;3023;p86"/>
          <p:cNvSpPr txBox="1"/>
          <p:nvPr/>
        </p:nvSpPr>
        <p:spPr>
          <a:xfrm>
            <a:off x="11432855" y="778231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Resolution and Troubleshooting</a:t>
            </a:r>
            <a:endParaRPr sz="800" i="0" u="none" strike="noStrike" cap="none">
              <a:latin typeface="Salesforce Sans"/>
              <a:ea typeface="Salesforce Sans"/>
              <a:cs typeface="Salesforce Sans"/>
              <a:sym typeface="Salesforce Sans"/>
            </a:endParaRPr>
          </a:p>
        </p:txBody>
      </p:sp>
      <p:sp>
        <p:nvSpPr>
          <p:cNvPr id="3024" name="Google Shape;3024;p86"/>
          <p:cNvSpPr txBox="1"/>
          <p:nvPr/>
        </p:nvSpPr>
        <p:spPr>
          <a:xfrm>
            <a:off x="11432855" y="792189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Ticket Routing</a:t>
            </a:r>
            <a:endParaRPr sz="800" i="0" u="none" strike="noStrike" cap="none">
              <a:latin typeface="Salesforce Sans"/>
              <a:ea typeface="Salesforce Sans"/>
              <a:cs typeface="Salesforce Sans"/>
              <a:sym typeface="Salesforce Sans"/>
            </a:endParaRPr>
          </a:p>
        </p:txBody>
      </p:sp>
      <p:sp>
        <p:nvSpPr>
          <p:cNvPr id="3025" name="Google Shape;3025;p86"/>
          <p:cNvSpPr txBox="1"/>
          <p:nvPr/>
        </p:nvSpPr>
        <p:spPr>
          <a:xfrm>
            <a:off x="11432855" y="8237713"/>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a:t>
            </a:r>
            <a:endParaRPr sz="800" i="0" u="none" strike="noStrike" cap="none">
              <a:latin typeface="Salesforce Sans"/>
              <a:ea typeface="Salesforce Sans"/>
              <a:cs typeface="Salesforce Sans"/>
              <a:sym typeface="Salesforce Sans"/>
            </a:endParaRPr>
          </a:p>
        </p:txBody>
      </p:sp>
      <p:sp>
        <p:nvSpPr>
          <p:cNvPr id="3026" name="Google Shape;3026;p86"/>
          <p:cNvSpPr txBox="1"/>
          <p:nvPr/>
        </p:nvSpPr>
        <p:spPr>
          <a:xfrm>
            <a:off x="11432855" y="839898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Generation</a:t>
            </a:r>
            <a:endParaRPr sz="800" i="0" u="none" strike="noStrike" cap="none">
              <a:latin typeface="Salesforce Sans"/>
              <a:ea typeface="Salesforce Sans"/>
              <a:cs typeface="Salesforce Sans"/>
              <a:sym typeface="Salesforce Sans"/>
            </a:endParaRPr>
          </a:p>
        </p:txBody>
      </p:sp>
      <p:sp>
        <p:nvSpPr>
          <p:cNvPr id="3027" name="Google Shape;3027;p86"/>
          <p:cNvSpPr txBox="1"/>
          <p:nvPr/>
        </p:nvSpPr>
        <p:spPr>
          <a:xfrm>
            <a:off x="11432855" y="8096368"/>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Policy Compliance</a:t>
            </a:r>
            <a:endParaRPr sz="800" i="0" u="none" strike="noStrike" cap="none">
              <a:latin typeface="Salesforce Sans"/>
              <a:ea typeface="Salesforce Sans"/>
              <a:cs typeface="Salesforce Sans"/>
              <a:sym typeface="Salesforce Sans"/>
            </a:endParaRPr>
          </a:p>
        </p:txBody>
      </p:sp>
      <p:sp>
        <p:nvSpPr>
          <p:cNvPr id="3028" name="Google Shape;3028;p86"/>
          <p:cNvSpPr txBox="1"/>
          <p:nvPr/>
        </p:nvSpPr>
        <p:spPr>
          <a:xfrm>
            <a:off x="11432855" y="853683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Review</a:t>
            </a:r>
            <a:endParaRPr sz="800" i="0" u="none" strike="noStrike" cap="none">
              <a:latin typeface="Salesforce Sans"/>
              <a:ea typeface="Salesforce Sans"/>
              <a:cs typeface="Salesforce Sans"/>
              <a:sym typeface="Salesforce Sans"/>
            </a:endParaRPr>
          </a:p>
        </p:txBody>
      </p:sp>
      <p:sp>
        <p:nvSpPr>
          <p:cNvPr id="3029" name="Google Shape;3029;p86"/>
          <p:cNvSpPr txBox="1"/>
          <p:nvPr/>
        </p:nvSpPr>
        <p:spPr>
          <a:xfrm>
            <a:off x="11432855" y="886425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Test Case Generator</a:t>
            </a:r>
            <a:endParaRPr sz="800" i="0" u="none" strike="noStrike" cap="none">
              <a:latin typeface="Salesforce Sans"/>
              <a:ea typeface="Salesforce Sans"/>
              <a:cs typeface="Salesforce Sans"/>
              <a:sym typeface="Salesforce Sans"/>
            </a:endParaRPr>
          </a:p>
        </p:txBody>
      </p:sp>
      <p:sp>
        <p:nvSpPr>
          <p:cNvPr id="3030" name="Google Shape;3030;p86"/>
          <p:cNvSpPr txBox="1"/>
          <p:nvPr/>
        </p:nvSpPr>
        <p:spPr>
          <a:xfrm>
            <a:off x="11432855" y="914694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Defect Triage</a:t>
            </a:r>
            <a:endParaRPr sz="800" i="0" u="none" strike="noStrike" cap="none">
              <a:latin typeface="Salesforce Sans"/>
              <a:ea typeface="Salesforce Sans"/>
              <a:cs typeface="Salesforce Sans"/>
              <a:sym typeface="Salesforce Sans"/>
            </a:endParaRPr>
          </a:p>
        </p:txBody>
      </p:sp>
      <p:sp>
        <p:nvSpPr>
          <p:cNvPr id="3031" name="Google Shape;3031;p86"/>
          <p:cNvSpPr txBox="1"/>
          <p:nvPr/>
        </p:nvSpPr>
        <p:spPr>
          <a:xfrm>
            <a:off x="11432855" y="946374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a:t>
            </a:r>
            <a:endParaRPr sz="800" i="0" u="none" strike="noStrike" cap="none">
              <a:latin typeface="Salesforce Sans"/>
              <a:ea typeface="Salesforce Sans"/>
              <a:cs typeface="Salesforce Sans"/>
              <a:sym typeface="Salesforce Sans"/>
            </a:endParaRPr>
          </a:p>
        </p:txBody>
      </p:sp>
      <p:sp>
        <p:nvSpPr>
          <p:cNvPr id="3032" name="Google Shape;3032;p86"/>
          <p:cNvSpPr txBox="1"/>
          <p:nvPr/>
        </p:nvSpPr>
        <p:spPr>
          <a:xfrm>
            <a:off x="11432855" y="9598063"/>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Forensics</a:t>
            </a:r>
            <a:endParaRPr sz="800" i="0" u="none" strike="noStrike" cap="none">
              <a:latin typeface="Salesforce Sans"/>
              <a:ea typeface="Salesforce Sans"/>
              <a:cs typeface="Salesforce Sans"/>
              <a:sym typeface="Salesforce Sans"/>
            </a:endParaRPr>
          </a:p>
        </p:txBody>
      </p:sp>
      <p:sp>
        <p:nvSpPr>
          <p:cNvPr id="3033" name="Google Shape;3033;p86"/>
          <p:cNvSpPr txBox="1"/>
          <p:nvPr/>
        </p:nvSpPr>
        <p:spPr>
          <a:xfrm>
            <a:off x="11432855" y="8674690"/>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Software Performance</a:t>
            </a:r>
            <a:endParaRPr sz="800" i="0" u="none" strike="noStrike" cap="none">
              <a:latin typeface="Salesforce Sans"/>
              <a:ea typeface="Salesforce Sans"/>
              <a:cs typeface="Salesforce Sans"/>
              <a:sym typeface="Salesforce Sans"/>
            </a:endParaRPr>
          </a:p>
        </p:txBody>
      </p:sp>
      <p:sp>
        <p:nvSpPr>
          <p:cNvPr id="3034" name="Google Shape;3034;p86"/>
          <p:cNvSpPr txBox="1"/>
          <p:nvPr/>
        </p:nvSpPr>
        <p:spPr>
          <a:xfrm>
            <a:off x="11432855" y="900560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CI/CD Validation</a:t>
            </a:r>
            <a:endParaRPr sz="800" i="0" u="none" strike="noStrike" cap="none">
              <a:latin typeface="Salesforce Sans"/>
              <a:ea typeface="Salesforce Sans"/>
              <a:cs typeface="Salesforce Sans"/>
              <a:sym typeface="Salesforce Sans"/>
            </a:endParaRPr>
          </a:p>
        </p:txBody>
      </p:sp>
      <p:sp>
        <p:nvSpPr>
          <p:cNvPr id="3035" name="Google Shape;3035;p86"/>
          <p:cNvSpPr txBox="1"/>
          <p:nvPr/>
        </p:nvSpPr>
        <p:spPr>
          <a:xfrm>
            <a:off x="11432855" y="932240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Threat Detection</a:t>
            </a:r>
            <a:endParaRPr sz="800" i="0" u="none" strike="noStrike" cap="none">
              <a:latin typeface="Salesforce Sans"/>
              <a:ea typeface="Salesforce Sans"/>
              <a:cs typeface="Salesforce Sans"/>
              <a:sym typeface="Salesforce Sans"/>
            </a:endParaRPr>
          </a:p>
        </p:txBody>
      </p:sp>
      <p:sp>
        <p:nvSpPr>
          <p:cNvPr id="3036" name="Google Shape;3036;p86"/>
          <p:cNvSpPr/>
          <p:nvPr/>
        </p:nvSpPr>
        <p:spPr>
          <a:xfrm>
            <a:off x="11297160" y="55213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37" name="Google Shape;3037;p86"/>
          <p:cNvSpPr/>
          <p:nvPr/>
        </p:nvSpPr>
        <p:spPr>
          <a:xfrm>
            <a:off x="11297160" y="596664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38" name="Google Shape;3038;p86"/>
          <p:cNvSpPr/>
          <p:nvPr/>
        </p:nvSpPr>
        <p:spPr>
          <a:xfrm>
            <a:off x="11297160" y="566979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39" name="Google Shape;3039;p86"/>
          <p:cNvSpPr/>
          <p:nvPr/>
        </p:nvSpPr>
        <p:spPr>
          <a:xfrm>
            <a:off x="11297160" y="58182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40" name="Google Shape;3040;p86"/>
          <p:cNvSpPr/>
          <p:nvPr/>
        </p:nvSpPr>
        <p:spPr>
          <a:xfrm>
            <a:off x="11297160" y="186020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1" name="Google Shape;3041;p86"/>
          <p:cNvSpPr/>
          <p:nvPr/>
        </p:nvSpPr>
        <p:spPr>
          <a:xfrm>
            <a:off x="11297160" y="2008173"/>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2" name="Google Shape;3042;p86"/>
          <p:cNvSpPr/>
          <p:nvPr/>
        </p:nvSpPr>
        <p:spPr>
          <a:xfrm>
            <a:off x="11297160" y="215657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3" name="Google Shape;3043;p86"/>
          <p:cNvSpPr/>
          <p:nvPr/>
        </p:nvSpPr>
        <p:spPr>
          <a:xfrm>
            <a:off x="11297160" y="23051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4" name="Google Shape;3044;p86"/>
          <p:cNvSpPr/>
          <p:nvPr/>
        </p:nvSpPr>
        <p:spPr>
          <a:xfrm>
            <a:off x="11297160" y="24531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5" name="Google Shape;3045;p86"/>
          <p:cNvSpPr/>
          <p:nvPr/>
        </p:nvSpPr>
        <p:spPr>
          <a:xfrm>
            <a:off x="11297160" y="2601555"/>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6" name="Google Shape;3046;p86"/>
          <p:cNvSpPr/>
          <p:nvPr/>
        </p:nvSpPr>
        <p:spPr>
          <a:xfrm>
            <a:off x="11297160" y="27703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7" name="Google Shape;3047;p86"/>
          <p:cNvSpPr/>
          <p:nvPr/>
        </p:nvSpPr>
        <p:spPr>
          <a:xfrm>
            <a:off x="11297160" y="29183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8" name="Google Shape;3048;p86"/>
          <p:cNvSpPr/>
          <p:nvPr/>
        </p:nvSpPr>
        <p:spPr>
          <a:xfrm>
            <a:off x="11297160" y="30667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49" name="Google Shape;3049;p86"/>
          <p:cNvSpPr/>
          <p:nvPr/>
        </p:nvSpPr>
        <p:spPr>
          <a:xfrm>
            <a:off x="11297160" y="32155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0" name="Google Shape;3050;p86"/>
          <p:cNvSpPr/>
          <p:nvPr/>
        </p:nvSpPr>
        <p:spPr>
          <a:xfrm>
            <a:off x="11297160" y="33635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1" name="Google Shape;3051;p86"/>
          <p:cNvSpPr/>
          <p:nvPr/>
        </p:nvSpPr>
        <p:spPr>
          <a:xfrm>
            <a:off x="11297160" y="353228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2" name="Google Shape;3052;p86"/>
          <p:cNvSpPr/>
          <p:nvPr/>
        </p:nvSpPr>
        <p:spPr>
          <a:xfrm>
            <a:off x="11297160" y="36802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3" name="Google Shape;3053;p86"/>
          <p:cNvSpPr/>
          <p:nvPr/>
        </p:nvSpPr>
        <p:spPr>
          <a:xfrm>
            <a:off x="11297160" y="38286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4" name="Google Shape;3054;p86"/>
          <p:cNvSpPr/>
          <p:nvPr/>
        </p:nvSpPr>
        <p:spPr>
          <a:xfrm>
            <a:off x="11297160" y="397726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5" name="Google Shape;3055;p86"/>
          <p:cNvSpPr/>
          <p:nvPr/>
        </p:nvSpPr>
        <p:spPr>
          <a:xfrm>
            <a:off x="11297160" y="414588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6" name="Google Shape;3056;p86"/>
          <p:cNvSpPr/>
          <p:nvPr/>
        </p:nvSpPr>
        <p:spPr>
          <a:xfrm>
            <a:off x="11297160" y="42938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7" name="Google Shape;3057;p86"/>
          <p:cNvSpPr/>
          <p:nvPr/>
        </p:nvSpPr>
        <p:spPr>
          <a:xfrm>
            <a:off x="11297160" y="44422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8" name="Google Shape;3058;p86"/>
          <p:cNvSpPr/>
          <p:nvPr/>
        </p:nvSpPr>
        <p:spPr>
          <a:xfrm>
            <a:off x="11297160" y="459086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59" name="Google Shape;3059;p86"/>
          <p:cNvSpPr/>
          <p:nvPr/>
        </p:nvSpPr>
        <p:spPr>
          <a:xfrm>
            <a:off x="11297160" y="47595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0" name="Google Shape;3060;p86"/>
          <p:cNvSpPr/>
          <p:nvPr/>
        </p:nvSpPr>
        <p:spPr>
          <a:xfrm>
            <a:off x="11297160" y="49075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1" name="Google Shape;3061;p86"/>
          <p:cNvSpPr/>
          <p:nvPr/>
        </p:nvSpPr>
        <p:spPr>
          <a:xfrm>
            <a:off x="11297160" y="50559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2" name="Google Shape;3062;p86"/>
          <p:cNvSpPr/>
          <p:nvPr/>
        </p:nvSpPr>
        <p:spPr>
          <a:xfrm>
            <a:off x="11297160" y="52047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3" name="Google Shape;3063;p86"/>
          <p:cNvSpPr/>
          <p:nvPr/>
        </p:nvSpPr>
        <p:spPr>
          <a:xfrm>
            <a:off x="11297160" y="53527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4" name="Google Shape;3064;p86"/>
          <p:cNvSpPr/>
          <p:nvPr/>
        </p:nvSpPr>
        <p:spPr>
          <a:xfrm>
            <a:off x="11297160" y="613493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5" name="Google Shape;3065;p86"/>
          <p:cNvSpPr/>
          <p:nvPr/>
        </p:nvSpPr>
        <p:spPr>
          <a:xfrm>
            <a:off x="11297160" y="658020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6" name="Google Shape;3066;p86"/>
          <p:cNvSpPr/>
          <p:nvPr/>
        </p:nvSpPr>
        <p:spPr>
          <a:xfrm>
            <a:off x="11297160" y="628336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7" name="Google Shape;3067;p86"/>
          <p:cNvSpPr/>
          <p:nvPr/>
        </p:nvSpPr>
        <p:spPr>
          <a:xfrm>
            <a:off x="11297160" y="643178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8" name="Google Shape;3068;p86"/>
          <p:cNvSpPr/>
          <p:nvPr/>
        </p:nvSpPr>
        <p:spPr>
          <a:xfrm>
            <a:off x="11297160" y="704539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69" name="Google Shape;3069;p86"/>
          <p:cNvSpPr/>
          <p:nvPr/>
        </p:nvSpPr>
        <p:spPr>
          <a:xfrm>
            <a:off x="11297160" y="674854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0" name="Google Shape;3070;p86"/>
          <p:cNvSpPr/>
          <p:nvPr/>
        </p:nvSpPr>
        <p:spPr>
          <a:xfrm>
            <a:off x="11297160" y="689697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1" name="Google Shape;3071;p86"/>
          <p:cNvSpPr/>
          <p:nvPr/>
        </p:nvSpPr>
        <p:spPr>
          <a:xfrm>
            <a:off x="11297160" y="751053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2" name="Google Shape;3072;p86"/>
          <p:cNvSpPr/>
          <p:nvPr/>
        </p:nvSpPr>
        <p:spPr>
          <a:xfrm>
            <a:off x="11297160" y="721368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3" name="Google Shape;3073;p86"/>
          <p:cNvSpPr/>
          <p:nvPr/>
        </p:nvSpPr>
        <p:spPr>
          <a:xfrm>
            <a:off x="11297160" y="736211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4" name="Google Shape;3074;p86"/>
          <p:cNvSpPr/>
          <p:nvPr/>
        </p:nvSpPr>
        <p:spPr>
          <a:xfrm>
            <a:off x="11297160" y="767889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5" name="Google Shape;3075;p86"/>
          <p:cNvSpPr/>
          <p:nvPr/>
        </p:nvSpPr>
        <p:spPr>
          <a:xfrm>
            <a:off x="11297160" y="795810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76" name="Google Shape;3076;p86"/>
          <p:cNvSpPr/>
          <p:nvPr/>
        </p:nvSpPr>
        <p:spPr>
          <a:xfrm>
            <a:off x="11297160" y="780086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77" name="Google Shape;3077;p86"/>
          <p:cNvSpPr/>
          <p:nvPr/>
        </p:nvSpPr>
        <p:spPr>
          <a:xfrm>
            <a:off x="11297160" y="824926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8" name="Google Shape;3078;p86"/>
          <p:cNvSpPr/>
          <p:nvPr/>
        </p:nvSpPr>
        <p:spPr>
          <a:xfrm>
            <a:off x="11297160" y="8114954"/>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79" name="Google Shape;3079;p86"/>
          <p:cNvSpPr/>
          <p:nvPr/>
        </p:nvSpPr>
        <p:spPr>
          <a:xfrm>
            <a:off x="11297160" y="84175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0" name="Google Shape;3080;p86"/>
          <p:cNvSpPr/>
          <p:nvPr/>
        </p:nvSpPr>
        <p:spPr>
          <a:xfrm>
            <a:off x="11297160" y="871444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1" name="Google Shape;3081;p86"/>
          <p:cNvSpPr/>
          <p:nvPr/>
        </p:nvSpPr>
        <p:spPr>
          <a:xfrm>
            <a:off x="11297160" y="856601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2" name="Google Shape;3082;p86"/>
          <p:cNvSpPr/>
          <p:nvPr/>
        </p:nvSpPr>
        <p:spPr>
          <a:xfrm>
            <a:off x="11297160" y="888283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3" name="Google Shape;3083;p86"/>
          <p:cNvSpPr/>
          <p:nvPr/>
        </p:nvSpPr>
        <p:spPr>
          <a:xfrm>
            <a:off x="11297160" y="917967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4" name="Google Shape;3084;p86"/>
          <p:cNvSpPr/>
          <p:nvPr/>
        </p:nvSpPr>
        <p:spPr>
          <a:xfrm>
            <a:off x="11297160" y="90312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5" name="Google Shape;3085;p86"/>
          <p:cNvSpPr/>
          <p:nvPr/>
        </p:nvSpPr>
        <p:spPr>
          <a:xfrm>
            <a:off x="11297160" y="93480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6" name="Google Shape;3086;p86"/>
          <p:cNvSpPr/>
          <p:nvPr/>
        </p:nvSpPr>
        <p:spPr>
          <a:xfrm>
            <a:off x="11297160" y="97210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7" name="Google Shape;3087;p86"/>
          <p:cNvSpPr/>
          <p:nvPr/>
        </p:nvSpPr>
        <p:spPr>
          <a:xfrm>
            <a:off x="11297160" y="949646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88" name="Google Shape;3088;p86"/>
          <p:cNvSpPr txBox="1"/>
          <p:nvPr/>
        </p:nvSpPr>
        <p:spPr>
          <a:xfrm>
            <a:off x="11432855" y="1836850"/>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3089" name="Google Shape;3089;p86"/>
          <p:cNvSpPr/>
          <p:nvPr/>
        </p:nvSpPr>
        <p:spPr>
          <a:xfrm>
            <a:off x="11297160" y="18553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0" name="Google Shape;3090;p86"/>
          <p:cNvSpPr/>
          <p:nvPr/>
        </p:nvSpPr>
        <p:spPr>
          <a:xfrm>
            <a:off x="11297160" y="277936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1" name="Google Shape;3091;p86"/>
          <p:cNvSpPr/>
          <p:nvPr/>
        </p:nvSpPr>
        <p:spPr>
          <a:xfrm>
            <a:off x="11297160" y="3354585"/>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092" name="Google Shape;3092;p86"/>
          <p:cNvSpPr/>
          <p:nvPr/>
        </p:nvSpPr>
        <p:spPr>
          <a:xfrm>
            <a:off x="11297160" y="476855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3" name="Google Shape;3093;p86"/>
          <p:cNvSpPr/>
          <p:nvPr/>
        </p:nvSpPr>
        <p:spPr>
          <a:xfrm>
            <a:off x="11297160" y="62734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4" name="Google Shape;3094;p86"/>
          <p:cNvSpPr/>
          <p:nvPr/>
        </p:nvSpPr>
        <p:spPr>
          <a:xfrm>
            <a:off x="11297160" y="825833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5" name="Google Shape;3095;p86"/>
          <p:cNvSpPr/>
          <p:nvPr/>
        </p:nvSpPr>
        <p:spPr>
          <a:xfrm>
            <a:off x="11297160" y="84268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6" name="Google Shape;3096;p86"/>
          <p:cNvSpPr/>
          <p:nvPr/>
        </p:nvSpPr>
        <p:spPr>
          <a:xfrm>
            <a:off x="11297160" y="85696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3097" name="Google Shape;3097;p86"/>
          <p:cNvSpPr txBox="1"/>
          <p:nvPr/>
        </p:nvSpPr>
        <p:spPr>
          <a:xfrm>
            <a:off x="8975201"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098" name="Google Shape;3098;p86"/>
          <p:cNvSpPr txBox="1"/>
          <p:nvPr/>
        </p:nvSpPr>
        <p:spPr>
          <a:xfrm>
            <a:off x="10174969"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099" name="Google Shape;3099;p86"/>
          <p:cNvGrpSpPr/>
          <p:nvPr/>
        </p:nvGrpSpPr>
        <p:grpSpPr>
          <a:xfrm>
            <a:off x="8994853" y="1867456"/>
            <a:ext cx="952525" cy="449700"/>
            <a:chOff x="755165" y="1905021"/>
            <a:chExt cx="1322400" cy="449700"/>
          </a:xfrm>
        </p:grpSpPr>
        <p:sp>
          <p:nvSpPr>
            <p:cNvPr id="3100" name="Google Shape;3100;p86"/>
            <p:cNvSpPr/>
            <p:nvPr/>
          </p:nvSpPr>
          <p:spPr>
            <a:xfrm>
              <a:off x="755165" y="19050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101" name="Google Shape;3101;p86"/>
            <p:cNvSpPr txBox="1"/>
            <p:nvPr/>
          </p:nvSpPr>
          <p:spPr>
            <a:xfrm>
              <a:off x="888815" y="2067471"/>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3102" name="Google Shape;3102;p86"/>
          <p:cNvSpPr txBox="1"/>
          <p:nvPr/>
        </p:nvSpPr>
        <p:spPr>
          <a:xfrm>
            <a:off x="1143383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103" name="Google Shape;3103;p86"/>
          <p:cNvSpPr txBox="1"/>
          <p:nvPr/>
        </p:nvSpPr>
        <p:spPr>
          <a:xfrm>
            <a:off x="10174976" y="1843250"/>
            <a:ext cx="11052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Core and Access Network Planning and Design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3104" name="Google Shape;3104;p86"/>
          <p:cNvGrpSpPr/>
          <p:nvPr/>
        </p:nvGrpSpPr>
        <p:grpSpPr>
          <a:xfrm>
            <a:off x="8994853" y="7223868"/>
            <a:ext cx="952525" cy="449700"/>
            <a:chOff x="755165" y="1866174"/>
            <a:chExt cx="1322400" cy="449700"/>
          </a:xfrm>
        </p:grpSpPr>
        <p:sp>
          <p:nvSpPr>
            <p:cNvPr id="3105" name="Google Shape;3105;p86"/>
            <p:cNvSpPr/>
            <p:nvPr/>
          </p:nvSpPr>
          <p:spPr>
            <a:xfrm>
              <a:off x="755165" y="18661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106" name="Google Shape;3106;p86"/>
            <p:cNvSpPr txBox="1"/>
            <p:nvPr/>
          </p:nvSpPr>
          <p:spPr>
            <a:xfrm>
              <a:off x="888815" y="2028624"/>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107" name="Google Shape;3107;p86"/>
          <p:cNvSpPr/>
          <p:nvPr/>
        </p:nvSpPr>
        <p:spPr>
          <a:xfrm>
            <a:off x="15887397" y="97210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108" name="Google Shape;3108;p86"/>
          <p:cNvSpPr txBox="1"/>
          <p:nvPr/>
        </p:nvSpPr>
        <p:spPr>
          <a:xfrm>
            <a:off x="15698457" y="184028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Ingestion</a:t>
            </a:r>
            <a:endParaRPr sz="800" i="0" u="none" strike="noStrike" cap="none">
              <a:latin typeface="Salesforce Sans"/>
              <a:ea typeface="Salesforce Sans"/>
              <a:cs typeface="Salesforce Sans"/>
              <a:sym typeface="Salesforce Sans"/>
            </a:endParaRPr>
          </a:p>
        </p:txBody>
      </p:sp>
      <p:sp>
        <p:nvSpPr>
          <p:cNvPr id="3109" name="Google Shape;3109;p86"/>
          <p:cNvSpPr/>
          <p:nvPr/>
        </p:nvSpPr>
        <p:spPr>
          <a:xfrm>
            <a:off x="14438141" y="2335613"/>
            <a:ext cx="891900" cy="14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AI / ML </a:t>
            </a:r>
            <a:endParaRPr sz="900" b="1" i="0" u="none" strike="noStrike" cap="none">
              <a:solidFill>
                <a:srgbClr val="066AFE"/>
              </a:solidFill>
              <a:latin typeface="Salesforce Sans"/>
              <a:ea typeface="Salesforce Sans"/>
              <a:cs typeface="Salesforce Sans"/>
              <a:sym typeface="Salesforce Sans"/>
            </a:endParaRPr>
          </a:p>
        </p:txBody>
      </p:sp>
      <p:sp>
        <p:nvSpPr>
          <p:cNvPr id="3110" name="Google Shape;3110;p86"/>
          <p:cNvSpPr/>
          <p:nvPr/>
        </p:nvSpPr>
        <p:spPr>
          <a:xfrm>
            <a:off x="14438141" y="2967173"/>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 </a:t>
            </a:r>
            <a:endParaRPr sz="900" b="1" i="0" u="none" strike="noStrike" cap="none">
              <a:solidFill>
                <a:srgbClr val="066AFE"/>
              </a:solidFill>
              <a:latin typeface="Salesforce Sans"/>
              <a:ea typeface="Salesforce Sans"/>
              <a:cs typeface="Salesforce Sans"/>
              <a:sym typeface="Salesforce Sans"/>
            </a:endParaRPr>
          </a:p>
        </p:txBody>
      </p:sp>
      <p:sp>
        <p:nvSpPr>
          <p:cNvPr id="3111" name="Google Shape;3111;p86"/>
          <p:cNvSpPr/>
          <p:nvPr/>
        </p:nvSpPr>
        <p:spPr>
          <a:xfrm>
            <a:off x="14438141" y="3448880"/>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Attraction </a:t>
            </a:r>
            <a:endParaRPr sz="900" b="1" i="0" u="none" strike="noStrike" cap="none">
              <a:solidFill>
                <a:srgbClr val="066AFE"/>
              </a:solidFill>
              <a:latin typeface="Salesforce Sans"/>
              <a:ea typeface="Salesforce Sans"/>
              <a:cs typeface="Salesforce Sans"/>
              <a:sym typeface="Salesforce Sans"/>
            </a:endParaRPr>
          </a:p>
        </p:txBody>
      </p:sp>
      <p:sp>
        <p:nvSpPr>
          <p:cNvPr id="3112" name="Google Shape;3112;p86"/>
          <p:cNvSpPr/>
          <p:nvPr/>
        </p:nvSpPr>
        <p:spPr>
          <a:xfrm>
            <a:off x="14438141" y="4080440"/>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Mgmt &amp; Development </a:t>
            </a:r>
            <a:endParaRPr sz="900" b="1" i="0" u="none" strike="noStrike" cap="none">
              <a:solidFill>
                <a:srgbClr val="066AFE"/>
              </a:solidFill>
              <a:latin typeface="Salesforce Sans"/>
              <a:ea typeface="Salesforce Sans"/>
              <a:cs typeface="Salesforce Sans"/>
              <a:sym typeface="Salesforce Sans"/>
            </a:endParaRPr>
          </a:p>
        </p:txBody>
      </p:sp>
      <p:sp>
        <p:nvSpPr>
          <p:cNvPr id="3113" name="Google Shape;3113;p86"/>
          <p:cNvSpPr/>
          <p:nvPr/>
        </p:nvSpPr>
        <p:spPr>
          <a:xfrm>
            <a:off x="14438141" y="5182191"/>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Contractor Management Agent</a:t>
            </a:r>
            <a:endParaRPr sz="900" b="1" i="0" u="none" strike="noStrike" cap="none">
              <a:solidFill>
                <a:srgbClr val="066AFE"/>
              </a:solidFill>
              <a:latin typeface="Salesforce Sans"/>
              <a:ea typeface="Salesforce Sans"/>
              <a:cs typeface="Salesforce Sans"/>
              <a:sym typeface="Salesforce Sans"/>
            </a:endParaRPr>
          </a:p>
        </p:txBody>
      </p:sp>
      <p:sp>
        <p:nvSpPr>
          <p:cNvPr id="3114" name="Google Shape;3114;p86"/>
          <p:cNvSpPr/>
          <p:nvPr/>
        </p:nvSpPr>
        <p:spPr>
          <a:xfrm>
            <a:off x="14438141" y="6160482"/>
            <a:ext cx="8919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Procurement and Financial Operations </a:t>
            </a:r>
            <a:endParaRPr sz="900" b="1" i="0" u="none" strike="noStrike" cap="none">
              <a:solidFill>
                <a:srgbClr val="066AFE"/>
              </a:solidFill>
              <a:latin typeface="Salesforce Sans"/>
              <a:ea typeface="Salesforce Sans"/>
              <a:cs typeface="Salesforce Sans"/>
              <a:sym typeface="Salesforce Sans"/>
            </a:endParaRPr>
          </a:p>
        </p:txBody>
      </p:sp>
      <p:sp>
        <p:nvSpPr>
          <p:cNvPr id="3115" name="Google Shape;3115;p86"/>
          <p:cNvSpPr/>
          <p:nvPr/>
        </p:nvSpPr>
        <p:spPr>
          <a:xfrm>
            <a:off x="14438141" y="6782979"/>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Store Operations </a:t>
            </a:r>
            <a:endParaRPr sz="900" b="1" i="0" u="none" strike="noStrike" cap="none">
              <a:solidFill>
                <a:srgbClr val="066AFE"/>
              </a:solidFill>
              <a:latin typeface="Salesforce Sans"/>
              <a:ea typeface="Salesforce Sans"/>
              <a:cs typeface="Salesforce Sans"/>
              <a:sym typeface="Salesforce Sans"/>
            </a:endParaRPr>
          </a:p>
        </p:txBody>
      </p:sp>
      <p:sp>
        <p:nvSpPr>
          <p:cNvPr id="3116" name="Google Shape;3116;p86"/>
          <p:cNvSpPr/>
          <p:nvPr/>
        </p:nvSpPr>
        <p:spPr>
          <a:xfrm>
            <a:off x="14438141" y="7092455"/>
            <a:ext cx="891900" cy="14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Treasury </a:t>
            </a:r>
            <a:endParaRPr sz="900" b="1" i="0" u="none" strike="noStrike" cap="none">
              <a:solidFill>
                <a:srgbClr val="066AFE"/>
              </a:solidFill>
              <a:latin typeface="Salesforce Sans"/>
              <a:ea typeface="Salesforce Sans"/>
              <a:cs typeface="Salesforce Sans"/>
              <a:sym typeface="Salesforce Sans"/>
            </a:endParaRPr>
          </a:p>
        </p:txBody>
      </p:sp>
      <p:sp>
        <p:nvSpPr>
          <p:cNvPr id="3117" name="Google Shape;3117;p86"/>
          <p:cNvSpPr/>
          <p:nvPr/>
        </p:nvSpPr>
        <p:spPr>
          <a:xfrm>
            <a:off x="14438141" y="7424296"/>
            <a:ext cx="9261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Tax &amp; Com</a:t>
            </a:r>
            <a:r>
              <a:rPr lang="en" sz="900" b="1">
                <a:solidFill>
                  <a:srgbClr val="066AFE"/>
                </a:solidFill>
                <a:latin typeface="Salesforce Sans"/>
                <a:ea typeface="Salesforce Sans"/>
                <a:cs typeface="Salesforce Sans"/>
                <a:sym typeface="Salesforce Sans"/>
              </a:rPr>
              <a:t>pliance</a:t>
            </a:r>
            <a:r>
              <a:rPr lang="en" sz="900" b="1" i="0" u="none" strike="noStrike" cap="none">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3118" name="Google Shape;3118;p86"/>
          <p:cNvSpPr/>
          <p:nvPr/>
        </p:nvSpPr>
        <p:spPr>
          <a:xfrm>
            <a:off x="14438141" y="5663898"/>
            <a:ext cx="8919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 </a:t>
            </a:r>
            <a:endParaRPr sz="900" b="1" i="0" u="none" strike="noStrike" cap="none">
              <a:solidFill>
                <a:srgbClr val="066AFE"/>
              </a:solidFill>
              <a:latin typeface="Salesforce Sans"/>
              <a:ea typeface="Salesforce Sans"/>
              <a:cs typeface="Salesforce Sans"/>
              <a:sym typeface="Salesforce Sans"/>
            </a:endParaRPr>
          </a:p>
        </p:txBody>
      </p:sp>
      <p:sp>
        <p:nvSpPr>
          <p:cNvPr id="3119" name="Google Shape;3119;p86"/>
          <p:cNvSpPr/>
          <p:nvPr/>
        </p:nvSpPr>
        <p:spPr>
          <a:xfrm>
            <a:off x="14438141" y="8178368"/>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Litigation and Dispute </a:t>
            </a:r>
            <a:endParaRPr sz="900" b="1" i="0" u="none" strike="noStrike" cap="none">
              <a:solidFill>
                <a:srgbClr val="066AFE"/>
              </a:solidFill>
              <a:latin typeface="Salesforce Sans"/>
              <a:ea typeface="Salesforce Sans"/>
              <a:cs typeface="Salesforce Sans"/>
              <a:sym typeface="Salesforce Sans"/>
            </a:endParaRPr>
          </a:p>
        </p:txBody>
      </p:sp>
      <p:sp>
        <p:nvSpPr>
          <p:cNvPr id="3120" name="Google Shape;3120;p86"/>
          <p:cNvSpPr/>
          <p:nvPr/>
        </p:nvSpPr>
        <p:spPr>
          <a:xfrm>
            <a:off x="14438141" y="7753653"/>
            <a:ext cx="971400" cy="442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Mgmt. &amp; Board Reporting Gen</a:t>
            </a:r>
            <a:r>
              <a:rPr lang="en" sz="900" b="1">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3121" name="Google Shape;3121;p86"/>
          <p:cNvSpPr/>
          <p:nvPr/>
        </p:nvSpPr>
        <p:spPr>
          <a:xfrm>
            <a:off x="14438141" y="4538334"/>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Operations </a:t>
            </a:r>
            <a:endParaRPr sz="900" b="1" i="0" u="none" strike="noStrike" cap="none">
              <a:solidFill>
                <a:srgbClr val="066AFE"/>
              </a:solidFill>
              <a:latin typeface="Salesforce Sans"/>
              <a:ea typeface="Salesforce Sans"/>
              <a:cs typeface="Salesforce Sans"/>
              <a:sym typeface="Salesforce Sans"/>
            </a:endParaRPr>
          </a:p>
        </p:txBody>
      </p:sp>
      <p:sp>
        <p:nvSpPr>
          <p:cNvPr id="3122" name="Google Shape;3122;p86"/>
          <p:cNvSpPr txBox="1"/>
          <p:nvPr/>
        </p:nvSpPr>
        <p:spPr>
          <a:xfrm>
            <a:off x="15698457" y="200375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Quality</a:t>
            </a:r>
            <a:endParaRPr sz="800" i="0" u="none" strike="noStrike" cap="none">
              <a:latin typeface="Salesforce Sans"/>
              <a:ea typeface="Salesforce Sans"/>
              <a:cs typeface="Salesforce Sans"/>
              <a:sym typeface="Salesforce Sans"/>
            </a:endParaRPr>
          </a:p>
        </p:txBody>
      </p:sp>
      <p:sp>
        <p:nvSpPr>
          <p:cNvPr id="3123" name="Google Shape;3123;p86"/>
          <p:cNvSpPr txBox="1"/>
          <p:nvPr/>
        </p:nvSpPr>
        <p:spPr>
          <a:xfrm>
            <a:off x="15698457" y="215360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Security</a:t>
            </a:r>
            <a:endParaRPr sz="800" i="0" u="none" strike="noStrike" cap="none">
              <a:latin typeface="Salesforce Sans"/>
              <a:ea typeface="Salesforce Sans"/>
              <a:cs typeface="Salesforce Sans"/>
              <a:sym typeface="Salesforce Sans"/>
            </a:endParaRPr>
          </a:p>
        </p:txBody>
      </p:sp>
      <p:sp>
        <p:nvSpPr>
          <p:cNvPr id="3124" name="Google Shape;3124;p86"/>
          <p:cNvSpPr txBox="1"/>
          <p:nvPr/>
        </p:nvSpPr>
        <p:spPr>
          <a:xfrm>
            <a:off x="15698457" y="2485458"/>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Performance</a:t>
            </a:r>
            <a:endParaRPr sz="800" i="0" u="none" strike="noStrike" cap="none">
              <a:latin typeface="Salesforce Sans"/>
              <a:ea typeface="Salesforce Sans"/>
              <a:cs typeface="Salesforce Sans"/>
              <a:sym typeface="Salesforce Sans"/>
            </a:endParaRPr>
          </a:p>
        </p:txBody>
      </p:sp>
      <p:sp>
        <p:nvSpPr>
          <p:cNvPr id="3125" name="Google Shape;3125;p86"/>
          <p:cNvSpPr txBox="1"/>
          <p:nvPr/>
        </p:nvSpPr>
        <p:spPr>
          <a:xfrm>
            <a:off x="15698457" y="263531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Deployment</a:t>
            </a:r>
            <a:endParaRPr sz="800" i="0" u="none" strike="noStrike" cap="none">
              <a:latin typeface="Salesforce Sans"/>
              <a:ea typeface="Salesforce Sans"/>
              <a:cs typeface="Salesforce Sans"/>
              <a:sym typeface="Salesforce Sans"/>
            </a:endParaRPr>
          </a:p>
        </p:txBody>
      </p:sp>
      <p:sp>
        <p:nvSpPr>
          <p:cNvPr id="3126" name="Google Shape;3126;p86"/>
          <p:cNvSpPr txBox="1"/>
          <p:nvPr/>
        </p:nvSpPr>
        <p:spPr>
          <a:xfrm>
            <a:off x="15698457" y="278516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Governance</a:t>
            </a:r>
            <a:endParaRPr sz="800" i="0" u="none" strike="noStrike" cap="none">
              <a:latin typeface="Salesforce Sans"/>
              <a:ea typeface="Salesforce Sans"/>
              <a:cs typeface="Salesforce Sans"/>
              <a:sym typeface="Salesforce Sans"/>
            </a:endParaRPr>
          </a:p>
        </p:txBody>
      </p:sp>
      <p:sp>
        <p:nvSpPr>
          <p:cNvPr id="3127" name="Google Shape;3127;p86"/>
          <p:cNvSpPr txBox="1"/>
          <p:nvPr/>
        </p:nvSpPr>
        <p:spPr>
          <a:xfrm>
            <a:off x="15698457" y="23356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Preparation</a:t>
            </a:r>
            <a:endParaRPr sz="800" i="0" u="none" strike="noStrike" cap="none">
              <a:latin typeface="Salesforce Sans"/>
              <a:ea typeface="Salesforce Sans"/>
              <a:cs typeface="Salesforce Sans"/>
              <a:sym typeface="Salesforce Sans"/>
            </a:endParaRPr>
          </a:p>
        </p:txBody>
      </p:sp>
      <p:sp>
        <p:nvSpPr>
          <p:cNvPr id="3128" name="Google Shape;3128;p86"/>
          <p:cNvSpPr txBox="1"/>
          <p:nvPr/>
        </p:nvSpPr>
        <p:spPr>
          <a:xfrm>
            <a:off x="15698457" y="296729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Of Future And Skills Assessment</a:t>
            </a:r>
            <a:endParaRPr sz="800" i="0" u="none" strike="noStrike" cap="none">
              <a:latin typeface="Salesforce Sans"/>
              <a:ea typeface="Salesforce Sans"/>
              <a:cs typeface="Salesforce Sans"/>
              <a:sym typeface="Salesforce Sans"/>
            </a:endParaRPr>
          </a:p>
        </p:txBody>
      </p:sp>
      <p:sp>
        <p:nvSpPr>
          <p:cNvPr id="3129" name="Google Shape;3129;p86"/>
          <p:cNvSpPr txBox="1"/>
          <p:nvPr/>
        </p:nvSpPr>
        <p:spPr>
          <a:xfrm>
            <a:off x="15698457" y="408043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3130" name="Google Shape;3130;p86"/>
          <p:cNvSpPr txBox="1"/>
          <p:nvPr/>
        </p:nvSpPr>
        <p:spPr>
          <a:xfrm>
            <a:off x="15698457" y="5000320"/>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Compliance &amp; Labour Relations Monitoring</a:t>
            </a:r>
            <a:endParaRPr sz="800" i="0" u="none" strike="noStrike" cap="none">
              <a:latin typeface="Salesforce Sans"/>
              <a:ea typeface="Salesforce Sans"/>
              <a:cs typeface="Salesforce Sans"/>
              <a:sym typeface="Salesforce Sans"/>
            </a:endParaRPr>
          </a:p>
        </p:txBody>
      </p:sp>
      <p:sp>
        <p:nvSpPr>
          <p:cNvPr id="3131" name="Google Shape;3131;p86"/>
          <p:cNvSpPr txBox="1"/>
          <p:nvPr/>
        </p:nvSpPr>
        <p:spPr>
          <a:xfrm>
            <a:off x="15698457" y="518218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Onboarding</a:t>
            </a:r>
            <a:endParaRPr sz="800" i="0" u="none" strike="noStrike" cap="none">
              <a:latin typeface="Salesforce Sans"/>
              <a:ea typeface="Salesforce Sans"/>
              <a:cs typeface="Salesforce Sans"/>
              <a:sym typeface="Salesforce Sans"/>
            </a:endParaRPr>
          </a:p>
        </p:txBody>
      </p:sp>
      <p:sp>
        <p:nvSpPr>
          <p:cNvPr id="3132" name="Google Shape;3132;p86"/>
          <p:cNvSpPr txBox="1"/>
          <p:nvPr/>
        </p:nvSpPr>
        <p:spPr>
          <a:xfrm>
            <a:off x="15698457" y="677187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Inventory Optimization</a:t>
            </a:r>
            <a:endParaRPr sz="800" i="0" u="none" strike="noStrike" cap="none">
              <a:latin typeface="Salesforce Sans"/>
              <a:ea typeface="Salesforce Sans"/>
              <a:cs typeface="Salesforce Sans"/>
              <a:sym typeface="Salesforce Sans"/>
            </a:endParaRPr>
          </a:p>
        </p:txBody>
      </p:sp>
      <p:sp>
        <p:nvSpPr>
          <p:cNvPr id="3133" name="Google Shape;3133;p86"/>
          <p:cNvSpPr txBox="1"/>
          <p:nvPr/>
        </p:nvSpPr>
        <p:spPr>
          <a:xfrm>
            <a:off x="15698457" y="709245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Cash &amp; Liquidity Management</a:t>
            </a:r>
            <a:endParaRPr sz="800" i="0" u="none" strike="noStrike" cap="none">
              <a:latin typeface="Salesforce Sans"/>
              <a:ea typeface="Salesforce Sans"/>
              <a:cs typeface="Salesforce Sans"/>
              <a:sym typeface="Salesforce Sans"/>
            </a:endParaRPr>
          </a:p>
        </p:txBody>
      </p:sp>
      <p:sp>
        <p:nvSpPr>
          <p:cNvPr id="3134" name="Google Shape;3134;p86"/>
          <p:cNvSpPr txBox="1"/>
          <p:nvPr/>
        </p:nvSpPr>
        <p:spPr>
          <a:xfrm>
            <a:off x="15698457" y="689891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Facilities Maintenance</a:t>
            </a:r>
            <a:endParaRPr sz="800" i="0" u="none" strike="noStrike" cap="none">
              <a:latin typeface="Salesforce Sans"/>
              <a:ea typeface="Salesforce Sans"/>
              <a:cs typeface="Salesforce Sans"/>
              <a:sym typeface="Salesforce Sans"/>
            </a:endParaRPr>
          </a:p>
        </p:txBody>
      </p:sp>
      <p:sp>
        <p:nvSpPr>
          <p:cNvPr id="3135" name="Google Shape;3135;p86"/>
          <p:cNvSpPr txBox="1"/>
          <p:nvPr/>
        </p:nvSpPr>
        <p:spPr>
          <a:xfrm>
            <a:off x="15698457" y="72423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Risk Management</a:t>
            </a:r>
            <a:endParaRPr sz="800" i="0" u="none" strike="noStrike" cap="none">
              <a:latin typeface="Salesforce Sans"/>
              <a:ea typeface="Salesforce Sans"/>
              <a:cs typeface="Salesforce Sans"/>
              <a:sym typeface="Salesforce Sans"/>
            </a:endParaRPr>
          </a:p>
        </p:txBody>
      </p:sp>
      <p:sp>
        <p:nvSpPr>
          <p:cNvPr id="3136" name="Google Shape;3136;p86"/>
          <p:cNvSpPr txBox="1"/>
          <p:nvPr/>
        </p:nvSpPr>
        <p:spPr>
          <a:xfrm>
            <a:off x="15698457" y="74243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Tax Filing</a:t>
            </a:r>
            <a:endParaRPr sz="800" i="0" u="none" strike="noStrike" cap="none">
              <a:latin typeface="Salesforce Sans"/>
              <a:ea typeface="Salesforce Sans"/>
              <a:cs typeface="Salesforce Sans"/>
              <a:sym typeface="Salesforce Sans"/>
            </a:endParaRPr>
          </a:p>
        </p:txBody>
      </p:sp>
      <p:sp>
        <p:nvSpPr>
          <p:cNvPr id="3137" name="Google Shape;3137;p86"/>
          <p:cNvSpPr txBox="1"/>
          <p:nvPr/>
        </p:nvSpPr>
        <p:spPr>
          <a:xfrm>
            <a:off x="15698457" y="790368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3138" name="Google Shape;3138;p86"/>
          <p:cNvSpPr txBox="1"/>
          <p:nvPr/>
        </p:nvSpPr>
        <p:spPr>
          <a:xfrm>
            <a:off x="15698457" y="615351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Transaction Monitoring</a:t>
            </a:r>
            <a:endParaRPr sz="800" i="0" u="none" strike="noStrike" cap="none">
              <a:latin typeface="Salesforce Sans"/>
              <a:ea typeface="Salesforce Sans"/>
              <a:cs typeface="Salesforce Sans"/>
              <a:sym typeface="Salesforce Sans"/>
            </a:endParaRPr>
          </a:p>
        </p:txBody>
      </p:sp>
      <p:sp>
        <p:nvSpPr>
          <p:cNvPr id="3139" name="Google Shape;3139;p86"/>
          <p:cNvSpPr txBox="1"/>
          <p:nvPr/>
        </p:nvSpPr>
        <p:spPr>
          <a:xfrm>
            <a:off x="15698457" y="3898238"/>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3140" name="Google Shape;3140;p86"/>
          <p:cNvSpPr/>
          <p:nvPr/>
        </p:nvSpPr>
        <p:spPr>
          <a:xfrm>
            <a:off x="15557918" y="3913915"/>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41" name="Google Shape;3141;p86"/>
          <p:cNvSpPr txBox="1"/>
          <p:nvPr/>
        </p:nvSpPr>
        <p:spPr>
          <a:xfrm>
            <a:off x="15698457" y="359854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3142" name="Google Shape;3142;p86"/>
          <p:cNvSpPr/>
          <p:nvPr/>
        </p:nvSpPr>
        <p:spPr>
          <a:xfrm>
            <a:off x="15557918" y="3614223"/>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43" name="Google Shape;3143;p86"/>
          <p:cNvSpPr txBox="1"/>
          <p:nvPr/>
        </p:nvSpPr>
        <p:spPr>
          <a:xfrm>
            <a:off x="15698457" y="374839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3144" name="Google Shape;3144;p86"/>
          <p:cNvSpPr/>
          <p:nvPr/>
        </p:nvSpPr>
        <p:spPr>
          <a:xfrm>
            <a:off x="15557918" y="376406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45" name="Google Shape;3145;p86"/>
          <p:cNvSpPr txBox="1"/>
          <p:nvPr/>
        </p:nvSpPr>
        <p:spPr>
          <a:xfrm>
            <a:off x="15698457" y="344871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3146" name="Google Shape;3146;p86"/>
          <p:cNvSpPr/>
          <p:nvPr/>
        </p:nvSpPr>
        <p:spPr>
          <a:xfrm>
            <a:off x="15557918" y="3464391"/>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47" name="Google Shape;3147;p86"/>
          <p:cNvSpPr txBox="1"/>
          <p:nvPr/>
        </p:nvSpPr>
        <p:spPr>
          <a:xfrm>
            <a:off x="15698457" y="454662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 &amp; Benefit Creation &amp; Delivery</a:t>
            </a:r>
            <a:endParaRPr sz="800" i="0" u="none" strike="noStrike" cap="none">
              <a:latin typeface="Salesforce Sans"/>
              <a:ea typeface="Salesforce Sans"/>
              <a:cs typeface="Salesforce Sans"/>
              <a:sym typeface="Salesforce Sans"/>
            </a:endParaRPr>
          </a:p>
        </p:txBody>
      </p:sp>
      <p:sp>
        <p:nvSpPr>
          <p:cNvPr id="3148" name="Google Shape;3148;p86"/>
          <p:cNvSpPr/>
          <p:nvPr/>
        </p:nvSpPr>
        <p:spPr>
          <a:xfrm>
            <a:off x="15557918" y="4561931"/>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49" name="Google Shape;3149;p86"/>
          <p:cNvSpPr txBox="1"/>
          <p:nvPr/>
        </p:nvSpPr>
        <p:spPr>
          <a:xfrm>
            <a:off x="15698457" y="470024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Employee Experience &amp; Health Monitoring</a:t>
            </a:r>
            <a:endParaRPr sz="800" i="0" u="none" strike="noStrike" cap="none">
              <a:latin typeface="Salesforce Sans"/>
              <a:ea typeface="Salesforce Sans"/>
              <a:cs typeface="Salesforce Sans"/>
              <a:sym typeface="Salesforce Sans"/>
            </a:endParaRPr>
          </a:p>
        </p:txBody>
      </p:sp>
      <p:sp>
        <p:nvSpPr>
          <p:cNvPr id="3150" name="Google Shape;3150;p86"/>
          <p:cNvSpPr/>
          <p:nvPr/>
        </p:nvSpPr>
        <p:spPr>
          <a:xfrm>
            <a:off x="15557918" y="4715923"/>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51" name="Google Shape;3151;p86"/>
          <p:cNvSpPr txBox="1"/>
          <p:nvPr/>
        </p:nvSpPr>
        <p:spPr>
          <a:xfrm>
            <a:off x="15698457" y="581359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Financial Forecasting &amp; Scenario Modeling</a:t>
            </a:r>
            <a:endParaRPr sz="800" i="0" u="none" strike="noStrike" cap="none">
              <a:latin typeface="Salesforce Sans"/>
              <a:ea typeface="Salesforce Sans"/>
              <a:cs typeface="Salesforce Sans"/>
              <a:sym typeface="Salesforce Sans"/>
            </a:endParaRPr>
          </a:p>
        </p:txBody>
      </p:sp>
      <p:sp>
        <p:nvSpPr>
          <p:cNvPr id="3152" name="Google Shape;3152;p86"/>
          <p:cNvSpPr/>
          <p:nvPr/>
        </p:nvSpPr>
        <p:spPr>
          <a:xfrm>
            <a:off x="15557918" y="582913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53" name="Google Shape;3153;p86"/>
          <p:cNvSpPr txBox="1"/>
          <p:nvPr/>
        </p:nvSpPr>
        <p:spPr>
          <a:xfrm>
            <a:off x="15698457" y="596329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lang="en" sz="800" i="0" u="none" strike="noStrike" cap="none">
                <a:latin typeface="Salesforce Sans"/>
                <a:ea typeface="Salesforce Sans"/>
                <a:cs typeface="Salesforce Sans"/>
                <a:sym typeface="Salesforce Sans"/>
              </a:rPr>
              <a:t> Monitoring</a:t>
            </a:r>
            <a:endParaRPr sz="800" i="0" u="none" strike="noStrike" cap="none">
              <a:latin typeface="Salesforce Sans"/>
              <a:ea typeface="Salesforce Sans"/>
              <a:cs typeface="Salesforce Sans"/>
              <a:sym typeface="Salesforce Sans"/>
            </a:endParaRPr>
          </a:p>
        </p:txBody>
      </p:sp>
      <p:sp>
        <p:nvSpPr>
          <p:cNvPr id="3154" name="Google Shape;3154;p86"/>
          <p:cNvSpPr/>
          <p:nvPr/>
        </p:nvSpPr>
        <p:spPr>
          <a:xfrm>
            <a:off x="15557918" y="598869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55" name="Google Shape;3155;p86"/>
          <p:cNvSpPr txBox="1"/>
          <p:nvPr/>
        </p:nvSpPr>
        <p:spPr>
          <a:xfrm>
            <a:off x="15698457" y="566361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Long-Term &amp; Annual Budgeting</a:t>
            </a:r>
            <a:endParaRPr sz="800" i="0" u="none" strike="noStrike" cap="none">
              <a:latin typeface="Salesforce Sans"/>
              <a:ea typeface="Salesforce Sans"/>
              <a:cs typeface="Salesforce Sans"/>
              <a:sym typeface="Salesforce Sans"/>
            </a:endParaRPr>
          </a:p>
        </p:txBody>
      </p:sp>
      <p:sp>
        <p:nvSpPr>
          <p:cNvPr id="3156" name="Google Shape;3156;p86"/>
          <p:cNvSpPr/>
          <p:nvPr/>
        </p:nvSpPr>
        <p:spPr>
          <a:xfrm>
            <a:off x="15557918" y="5679291"/>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57" name="Google Shape;3157;p86"/>
          <p:cNvSpPr txBox="1"/>
          <p:nvPr/>
        </p:nvSpPr>
        <p:spPr>
          <a:xfrm>
            <a:off x="15698457" y="629803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Quote-To-Cash Management</a:t>
            </a:r>
            <a:endParaRPr sz="800" i="0" u="none" strike="noStrike" cap="none">
              <a:latin typeface="Salesforce Sans"/>
              <a:ea typeface="Salesforce Sans"/>
              <a:cs typeface="Salesforce Sans"/>
              <a:sym typeface="Salesforce Sans"/>
            </a:endParaRPr>
          </a:p>
        </p:txBody>
      </p:sp>
      <p:sp>
        <p:nvSpPr>
          <p:cNvPr id="3158" name="Google Shape;3158;p86"/>
          <p:cNvSpPr/>
          <p:nvPr/>
        </p:nvSpPr>
        <p:spPr>
          <a:xfrm>
            <a:off x="15557918" y="6317574"/>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59" name="Google Shape;3159;p86"/>
          <p:cNvSpPr txBox="1"/>
          <p:nvPr/>
        </p:nvSpPr>
        <p:spPr>
          <a:xfrm>
            <a:off x="15698457" y="644256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sp>
        <p:nvSpPr>
          <p:cNvPr id="3160" name="Google Shape;3160;p86"/>
          <p:cNvSpPr/>
          <p:nvPr/>
        </p:nvSpPr>
        <p:spPr>
          <a:xfrm>
            <a:off x="15557918" y="6464230"/>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61" name="Google Shape;3161;p86"/>
          <p:cNvSpPr txBox="1"/>
          <p:nvPr/>
        </p:nvSpPr>
        <p:spPr>
          <a:xfrm>
            <a:off x="15698457" y="756250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Reporting</a:t>
            </a:r>
            <a:endParaRPr sz="800" i="0" u="none" strike="noStrike" cap="none">
              <a:latin typeface="Salesforce Sans"/>
              <a:ea typeface="Salesforce Sans"/>
              <a:cs typeface="Salesforce Sans"/>
              <a:sym typeface="Salesforce Sans"/>
            </a:endParaRPr>
          </a:p>
        </p:txBody>
      </p:sp>
      <p:sp>
        <p:nvSpPr>
          <p:cNvPr id="3162" name="Google Shape;3162;p86"/>
          <p:cNvSpPr/>
          <p:nvPr/>
        </p:nvSpPr>
        <p:spPr>
          <a:xfrm>
            <a:off x="15557918" y="7589461"/>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63" name="Google Shape;3163;p86"/>
          <p:cNvSpPr txBox="1"/>
          <p:nvPr/>
        </p:nvSpPr>
        <p:spPr>
          <a:xfrm>
            <a:off x="15698457" y="775580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3164" name="Google Shape;3164;p86"/>
          <p:cNvSpPr/>
          <p:nvPr/>
        </p:nvSpPr>
        <p:spPr>
          <a:xfrm>
            <a:off x="15557918" y="7776675"/>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65" name="Google Shape;3165;p86"/>
          <p:cNvSpPr txBox="1"/>
          <p:nvPr/>
        </p:nvSpPr>
        <p:spPr>
          <a:xfrm>
            <a:off x="15698457" y="8177950"/>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Legal Document Analysis</a:t>
            </a:r>
            <a:endParaRPr sz="800" i="0" u="none" strike="noStrike" cap="none">
              <a:latin typeface="Salesforce Sans"/>
              <a:ea typeface="Salesforce Sans"/>
              <a:cs typeface="Salesforce Sans"/>
              <a:sym typeface="Salesforce Sans"/>
            </a:endParaRPr>
          </a:p>
        </p:txBody>
      </p:sp>
      <p:sp>
        <p:nvSpPr>
          <p:cNvPr id="3166" name="Google Shape;3166;p86"/>
          <p:cNvSpPr/>
          <p:nvPr/>
        </p:nvSpPr>
        <p:spPr>
          <a:xfrm>
            <a:off x="15557918" y="8193634"/>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67" name="Google Shape;3167;p86"/>
          <p:cNvSpPr txBox="1"/>
          <p:nvPr/>
        </p:nvSpPr>
        <p:spPr>
          <a:xfrm>
            <a:off x="15698457" y="311686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3168" name="Google Shape;3168;p86"/>
          <p:cNvSpPr/>
          <p:nvPr/>
        </p:nvSpPr>
        <p:spPr>
          <a:xfrm>
            <a:off x="15557918" y="3132537"/>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69" name="Google Shape;3169;p86"/>
          <p:cNvSpPr/>
          <p:nvPr/>
        </p:nvSpPr>
        <p:spPr>
          <a:xfrm>
            <a:off x="15557918" y="314207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70" name="Google Shape;3170;p86"/>
          <p:cNvSpPr txBox="1"/>
          <p:nvPr/>
        </p:nvSpPr>
        <p:spPr>
          <a:xfrm>
            <a:off x="15698457" y="32667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People Measurement &amp; Reporting</a:t>
            </a:r>
            <a:endParaRPr sz="800" i="0" u="none" strike="noStrike" cap="none">
              <a:latin typeface="Salesforce Sans"/>
              <a:ea typeface="Salesforce Sans"/>
              <a:cs typeface="Salesforce Sans"/>
              <a:sym typeface="Salesforce Sans"/>
            </a:endParaRPr>
          </a:p>
        </p:txBody>
      </p:sp>
      <p:sp>
        <p:nvSpPr>
          <p:cNvPr id="3171" name="Google Shape;3171;p86"/>
          <p:cNvSpPr/>
          <p:nvPr/>
        </p:nvSpPr>
        <p:spPr>
          <a:xfrm>
            <a:off x="15557918" y="3282385"/>
            <a:ext cx="91800" cy="864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72" name="Google Shape;3172;p86"/>
          <p:cNvSpPr/>
          <p:nvPr/>
        </p:nvSpPr>
        <p:spPr>
          <a:xfrm>
            <a:off x="15557918" y="3283291"/>
            <a:ext cx="912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173" name="Google Shape;3173;p86"/>
          <p:cNvSpPr txBox="1"/>
          <p:nvPr/>
        </p:nvSpPr>
        <p:spPr>
          <a:xfrm>
            <a:off x="15698457" y="423007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3174" name="Google Shape;3174;p86"/>
          <p:cNvSpPr/>
          <p:nvPr/>
        </p:nvSpPr>
        <p:spPr>
          <a:xfrm>
            <a:off x="15557918" y="424575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75" name="Google Shape;3175;p86"/>
          <p:cNvSpPr/>
          <p:nvPr/>
        </p:nvSpPr>
        <p:spPr>
          <a:xfrm>
            <a:off x="15557918" y="4247141"/>
            <a:ext cx="912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176" name="Google Shape;3176;p86"/>
          <p:cNvSpPr txBox="1"/>
          <p:nvPr/>
        </p:nvSpPr>
        <p:spPr>
          <a:xfrm>
            <a:off x="15698457" y="437992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a:t>
            </a:r>
            <a:endParaRPr sz="800" i="0" u="none" strike="noStrike" cap="none">
              <a:latin typeface="Salesforce Sans"/>
              <a:ea typeface="Salesforce Sans"/>
              <a:cs typeface="Salesforce Sans"/>
              <a:sym typeface="Salesforce Sans"/>
            </a:endParaRPr>
          </a:p>
        </p:txBody>
      </p:sp>
      <p:sp>
        <p:nvSpPr>
          <p:cNvPr id="3177" name="Google Shape;3177;p86"/>
          <p:cNvSpPr/>
          <p:nvPr/>
        </p:nvSpPr>
        <p:spPr>
          <a:xfrm>
            <a:off x="15557918" y="4395601"/>
            <a:ext cx="91800" cy="915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78" name="Google Shape;3178;p86"/>
          <p:cNvSpPr/>
          <p:nvPr/>
        </p:nvSpPr>
        <p:spPr>
          <a:xfrm>
            <a:off x="15557918" y="4388451"/>
            <a:ext cx="91200" cy="834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179" name="Google Shape;3179;p86"/>
          <p:cNvSpPr txBox="1"/>
          <p:nvPr/>
        </p:nvSpPr>
        <p:spPr>
          <a:xfrm>
            <a:off x="15698457" y="486576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Payroll &amp; Vacation Monitoring</a:t>
            </a:r>
            <a:endParaRPr sz="800" i="0" u="none" strike="noStrike" cap="none">
              <a:latin typeface="Salesforce Sans"/>
              <a:ea typeface="Salesforce Sans"/>
              <a:cs typeface="Salesforce Sans"/>
              <a:sym typeface="Salesforce Sans"/>
            </a:endParaRPr>
          </a:p>
        </p:txBody>
      </p:sp>
      <p:sp>
        <p:nvSpPr>
          <p:cNvPr id="3180" name="Google Shape;3180;p86"/>
          <p:cNvSpPr/>
          <p:nvPr/>
        </p:nvSpPr>
        <p:spPr>
          <a:xfrm>
            <a:off x="15557918" y="4881445"/>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81" name="Google Shape;3181;p86"/>
          <p:cNvSpPr/>
          <p:nvPr/>
        </p:nvSpPr>
        <p:spPr>
          <a:xfrm>
            <a:off x="15557918" y="4881445"/>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82" name="Google Shape;3182;p86"/>
          <p:cNvSpPr txBox="1"/>
          <p:nvPr/>
        </p:nvSpPr>
        <p:spPr>
          <a:xfrm>
            <a:off x="15698457" y="533177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sz="800" i="0" u="none" strike="noStrike" cap="none">
              <a:latin typeface="Salesforce Sans"/>
              <a:ea typeface="Salesforce Sans"/>
              <a:cs typeface="Salesforce Sans"/>
              <a:sym typeface="Salesforce Sans"/>
            </a:endParaRPr>
          </a:p>
        </p:txBody>
      </p:sp>
      <p:sp>
        <p:nvSpPr>
          <p:cNvPr id="3183" name="Google Shape;3183;p86"/>
          <p:cNvSpPr/>
          <p:nvPr/>
        </p:nvSpPr>
        <p:spPr>
          <a:xfrm>
            <a:off x="15557918" y="534745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84" name="Google Shape;3184;p86"/>
          <p:cNvSpPr/>
          <p:nvPr/>
        </p:nvSpPr>
        <p:spPr>
          <a:xfrm>
            <a:off x="15557918" y="5347445"/>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85" name="Google Shape;3185;p86"/>
          <p:cNvSpPr txBox="1"/>
          <p:nvPr/>
        </p:nvSpPr>
        <p:spPr>
          <a:xfrm>
            <a:off x="15698457" y="548162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Tracking</a:t>
            </a:r>
            <a:endParaRPr sz="800" i="0" u="none" strike="noStrike" cap="none">
              <a:latin typeface="Salesforce Sans"/>
              <a:ea typeface="Salesforce Sans"/>
              <a:cs typeface="Salesforce Sans"/>
              <a:sym typeface="Salesforce Sans"/>
            </a:endParaRPr>
          </a:p>
        </p:txBody>
      </p:sp>
      <p:sp>
        <p:nvSpPr>
          <p:cNvPr id="3186" name="Google Shape;3186;p86"/>
          <p:cNvSpPr/>
          <p:nvPr/>
        </p:nvSpPr>
        <p:spPr>
          <a:xfrm>
            <a:off x="15557918" y="5497301"/>
            <a:ext cx="91800" cy="915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87" name="Google Shape;3187;p86"/>
          <p:cNvSpPr/>
          <p:nvPr/>
        </p:nvSpPr>
        <p:spPr>
          <a:xfrm>
            <a:off x="15557918" y="5490825"/>
            <a:ext cx="91200" cy="834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188" name="Google Shape;3188;p86"/>
          <p:cNvSpPr txBox="1"/>
          <p:nvPr/>
        </p:nvSpPr>
        <p:spPr>
          <a:xfrm>
            <a:off x="15698457" y="658708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3189" name="Google Shape;3189;p86"/>
          <p:cNvSpPr/>
          <p:nvPr/>
        </p:nvSpPr>
        <p:spPr>
          <a:xfrm>
            <a:off x="15557918" y="6678968"/>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90" name="Google Shape;3190;p86"/>
          <p:cNvSpPr/>
          <p:nvPr/>
        </p:nvSpPr>
        <p:spPr>
          <a:xfrm>
            <a:off x="15557918" y="6617473"/>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191" name="Google Shape;3191;p86"/>
          <p:cNvSpPr/>
          <p:nvPr/>
        </p:nvSpPr>
        <p:spPr>
          <a:xfrm>
            <a:off x="14438150" y="8485747"/>
            <a:ext cx="1164900" cy="615600"/>
          </a:xfrm>
          <a:prstGeom prst="rect">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 </a:t>
            </a:r>
            <a:r>
              <a:rPr lang="en" sz="900" b="1">
                <a:solidFill>
                  <a:srgbClr val="066AFE"/>
                </a:solidFill>
                <a:latin typeface="Salesforce Sans"/>
                <a:ea typeface="Salesforce Sans"/>
                <a:cs typeface="Salesforce Sans"/>
                <a:sym typeface="Salesforce Sans"/>
              </a:rPr>
              <a:t>W</a:t>
            </a:r>
            <a:r>
              <a:rPr lang="en" sz="900" b="1" i="0" u="none" strike="noStrike" cap="none">
                <a:solidFill>
                  <a:srgbClr val="066AFE"/>
                </a:solidFill>
                <a:latin typeface="Salesforce Sans"/>
                <a:ea typeface="Salesforce Sans"/>
                <a:cs typeface="Salesforce Sans"/>
                <a:sym typeface="Salesforce Sans"/>
              </a:rPr>
              <a:t>holesaler </a:t>
            </a:r>
            <a:r>
              <a:rPr lang="en" sz="900" b="1">
                <a:solidFill>
                  <a:srgbClr val="066AFE"/>
                </a:solidFill>
                <a:latin typeface="Salesforce Sans"/>
                <a:ea typeface="Salesforce Sans"/>
                <a:cs typeface="Salesforce Sans"/>
                <a:sym typeface="Salesforce Sans"/>
              </a:rPr>
              <a:t>O</a:t>
            </a:r>
            <a:r>
              <a:rPr lang="en" sz="900" b="1" i="0" u="none" strike="noStrike" cap="none">
                <a:solidFill>
                  <a:srgbClr val="066AFE"/>
                </a:solidFill>
                <a:latin typeface="Salesforce Sans"/>
                <a:ea typeface="Salesforce Sans"/>
                <a:cs typeface="Salesforce Sans"/>
                <a:sym typeface="Salesforce Sans"/>
              </a:rPr>
              <a:t>nboarding and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upport </a:t>
            </a:r>
            <a:br>
              <a:rPr lang="en" sz="900" b="1" i="0" u="none" strike="noStrike" cap="none">
                <a:solidFill>
                  <a:srgbClr val="066AFE"/>
                </a:solidFill>
                <a:latin typeface="Salesforce Sans"/>
                <a:ea typeface="Salesforce Sans"/>
                <a:cs typeface="Salesforce Sans"/>
                <a:sym typeface="Salesforce Sans"/>
              </a:rPr>
            </a:br>
            <a:endParaRPr sz="900" b="1" i="0" u="none" strike="noStrike" cap="none">
              <a:solidFill>
                <a:srgbClr val="066AFE"/>
              </a:solidFill>
              <a:latin typeface="Salesforce Sans"/>
              <a:ea typeface="Salesforce Sans"/>
              <a:cs typeface="Salesforce Sans"/>
              <a:sym typeface="Salesforce Sans"/>
            </a:endParaRPr>
          </a:p>
        </p:txBody>
      </p:sp>
      <p:sp>
        <p:nvSpPr>
          <p:cNvPr id="3192" name="Google Shape;3192;p86"/>
          <p:cNvSpPr txBox="1"/>
          <p:nvPr/>
        </p:nvSpPr>
        <p:spPr>
          <a:xfrm>
            <a:off x="15698457" y="892865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3193" name="Google Shape;3193;p86"/>
          <p:cNvSpPr txBox="1"/>
          <p:nvPr/>
        </p:nvSpPr>
        <p:spPr>
          <a:xfrm>
            <a:off x="15698457" y="84754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Partner Onboarding</a:t>
            </a:r>
            <a:endParaRPr sz="2800" i="0" u="none" strike="noStrike" cap="none">
              <a:latin typeface="Salesforce Sans"/>
              <a:ea typeface="Salesforce Sans"/>
              <a:cs typeface="Salesforce Sans"/>
              <a:sym typeface="Salesforce Sans"/>
            </a:endParaRPr>
          </a:p>
        </p:txBody>
      </p:sp>
      <p:sp>
        <p:nvSpPr>
          <p:cNvPr id="3194" name="Google Shape;3194;p86"/>
          <p:cNvSpPr txBox="1"/>
          <p:nvPr/>
        </p:nvSpPr>
        <p:spPr>
          <a:xfrm>
            <a:off x="15698457" y="862649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Partner Support</a:t>
            </a:r>
            <a:endParaRPr sz="2800" i="0" u="none" strike="noStrike" cap="none">
              <a:latin typeface="Salesforce Sans"/>
              <a:ea typeface="Salesforce Sans"/>
              <a:cs typeface="Salesforce Sans"/>
              <a:sym typeface="Salesforce Sans"/>
            </a:endParaRPr>
          </a:p>
        </p:txBody>
      </p:sp>
      <p:sp>
        <p:nvSpPr>
          <p:cNvPr id="3195" name="Google Shape;3195;p86"/>
          <p:cNvSpPr txBox="1"/>
          <p:nvPr/>
        </p:nvSpPr>
        <p:spPr>
          <a:xfrm>
            <a:off x="15698457" y="877757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sp>
        <p:nvSpPr>
          <p:cNvPr id="3196" name="Google Shape;3196;p86"/>
          <p:cNvSpPr/>
          <p:nvPr/>
        </p:nvSpPr>
        <p:spPr>
          <a:xfrm>
            <a:off x="14438141" y="9122238"/>
            <a:ext cx="10224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a:t>
            </a:r>
            <a:r>
              <a:rPr lang="en" sz="900" b="1">
                <a:solidFill>
                  <a:srgbClr val="066AFE"/>
                </a:solidFill>
                <a:latin typeface="Salesforce Sans"/>
                <a:ea typeface="Salesforce Sans"/>
                <a:cs typeface="Salesforce Sans"/>
                <a:sym typeface="Salesforce Sans"/>
              </a:rPr>
              <a:t>O</a:t>
            </a:r>
            <a:r>
              <a:rPr lang="en" sz="900" b="1" i="0" u="none" strike="noStrike" cap="none">
                <a:solidFill>
                  <a:srgbClr val="066AFE"/>
                </a:solidFill>
                <a:latin typeface="Salesforce Sans"/>
                <a:ea typeface="Salesforce Sans"/>
                <a:cs typeface="Salesforce Sans"/>
                <a:sym typeface="Salesforce Sans"/>
              </a:rPr>
              <a:t>nboarding and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upport </a:t>
            </a:r>
            <a:endParaRPr sz="900" b="1" i="0" u="none" strike="noStrike" cap="none">
              <a:solidFill>
                <a:srgbClr val="066AFE"/>
              </a:solidFill>
              <a:latin typeface="Salesforce Sans"/>
              <a:ea typeface="Salesforce Sans"/>
              <a:cs typeface="Salesforce Sans"/>
              <a:sym typeface="Salesforce Sans"/>
            </a:endParaRPr>
          </a:p>
        </p:txBody>
      </p:sp>
      <p:sp>
        <p:nvSpPr>
          <p:cNvPr id="3197" name="Google Shape;3197;p86"/>
          <p:cNvSpPr txBox="1"/>
          <p:nvPr/>
        </p:nvSpPr>
        <p:spPr>
          <a:xfrm>
            <a:off x="15698457" y="912282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lang="en" sz="800" i="0" u="none" strike="noStrike" cap="none">
                <a:latin typeface="Salesforce Sans"/>
                <a:ea typeface="Salesforce Sans"/>
                <a:cs typeface="Salesforce Sans"/>
                <a:sym typeface="Salesforce Sans"/>
              </a:rPr>
              <a:t>nablement</a:t>
            </a:r>
            <a:endParaRPr sz="2800" i="0" u="none" strike="noStrike" cap="none">
              <a:latin typeface="Salesforce Sans"/>
              <a:ea typeface="Salesforce Sans"/>
              <a:cs typeface="Salesforce Sans"/>
              <a:sym typeface="Salesforce Sans"/>
            </a:endParaRPr>
          </a:p>
        </p:txBody>
      </p:sp>
      <p:sp>
        <p:nvSpPr>
          <p:cNvPr id="3198" name="Google Shape;3198;p86"/>
          <p:cNvSpPr txBox="1"/>
          <p:nvPr/>
        </p:nvSpPr>
        <p:spPr>
          <a:xfrm>
            <a:off x="15698457" y="945248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lang="en" sz="800" i="0" u="none" strike="noStrike" cap="none">
                <a:latin typeface="Salesforce Sans"/>
                <a:ea typeface="Salesforce Sans"/>
                <a:cs typeface="Salesforce Sans"/>
                <a:sym typeface="Salesforce Sans"/>
              </a:rPr>
              <a:t>anagement</a:t>
            </a:r>
            <a:endParaRPr sz="2800" i="0" u="none" strike="noStrike" cap="none">
              <a:latin typeface="Salesforce Sans"/>
              <a:ea typeface="Salesforce Sans"/>
              <a:cs typeface="Salesforce Sans"/>
              <a:sym typeface="Salesforce Sans"/>
            </a:endParaRPr>
          </a:p>
        </p:txBody>
      </p:sp>
      <p:sp>
        <p:nvSpPr>
          <p:cNvPr id="3199" name="Google Shape;3199;p86"/>
          <p:cNvSpPr txBox="1"/>
          <p:nvPr/>
        </p:nvSpPr>
        <p:spPr>
          <a:xfrm>
            <a:off x="15698457" y="92831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Supplier Onboarding</a:t>
            </a:r>
            <a:endParaRPr sz="2800" i="0" u="none" strike="noStrike" cap="none">
              <a:latin typeface="Salesforce Sans"/>
              <a:ea typeface="Salesforce Sans"/>
              <a:cs typeface="Salesforce Sans"/>
              <a:sym typeface="Salesforce Sans"/>
            </a:endParaRPr>
          </a:p>
        </p:txBody>
      </p:sp>
      <p:sp>
        <p:nvSpPr>
          <p:cNvPr id="3200" name="Google Shape;3200;p86"/>
          <p:cNvSpPr/>
          <p:nvPr/>
        </p:nvSpPr>
        <p:spPr>
          <a:xfrm>
            <a:off x="15557918" y="859124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01" name="Google Shape;3201;p86"/>
          <p:cNvSpPr txBox="1"/>
          <p:nvPr/>
        </p:nvSpPr>
        <p:spPr>
          <a:xfrm>
            <a:off x="13238352"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02" name="Google Shape;3202;p86"/>
          <p:cNvSpPr txBox="1"/>
          <p:nvPr/>
        </p:nvSpPr>
        <p:spPr>
          <a:xfrm>
            <a:off x="14438120"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03" name="Google Shape;3203;p86"/>
          <p:cNvGrpSpPr/>
          <p:nvPr/>
        </p:nvGrpSpPr>
        <p:grpSpPr>
          <a:xfrm>
            <a:off x="13258005" y="1867456"/>
            <a:ext cx="952525" cy="449700"/>
            <a:chOff x="755165" y="1905021"/>
            <a:chExt cx="1322400" cy="449700"/>
          </a:xfrm>
        </p:grpSpPr>
        <p:sp>
          <p:nvSpPr>
            <p:cNvPr id="3204" name="Google Shape;3204;p86"/>
            <p:cNvSpPr/>
            <p:nvPr/>
          </p:nvSpPr>
          <p:spPr>
            <a:xfrm>
              <a:off x="755165" y="19050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205" name="Google Shape;3205;p86"/>
            <p:cNvSpPr txBox="1"/>
            <p:nvPr/>
          </p:nvSpPr>
          <p:spPr>
            <a:xfrm>
              <a:off x="888815" y="2067471"/>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206" name="Google Shape;3206;p86"/>
          <p:cNvSpPr txBox="1"/>
          <p:nvPr/>
        </p:nvSpPr>
        <p:spPr>
          <a:xfrm>
            <a:off x="15696982"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07" name="Google Shape;3207;p86"/>
          <p:cNvSpPr txBox="1"/>
          <p:nvPr/>
        </p:nvSpPr>
        <p:spPr>
          <a:xfrm>
            <a:off x="14438140" y="1843250"/>
            <a:ext cx="11052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Data Engineering Processing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3208" name="Google Shape;3208;p86"/>
          <p:cNvGrpSpPr/>
          <p:nvPr/>
        </p:nvGrpSpPr>
        <p:grpSpPr>
          <a:xfrm>
            <a:off x="13258005" y="3001220"/>
            <a:ext cx="952525" cy="449700"/>
            <a:chOff x="755165" y="1856649"/>
            <a:chExt cx="1322400" cy="449700"/>
          </a:xfrm>
        </p:grpSpPr>
        <p:sp>
          <p:nvSpPr>
            <p:cNvPr id="3209" name="Google Shape;3209;p86"/>
            <p:cNvSpPr/>
            <p:nvPr/>
          </p:nvSpPr>
          <p:spPr>
            <a:xfrm>
              <a:off x="755165" y="1856649"/>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210" name="Google Shape;3210;p86"/>
            <p:cNvSpPr txBox="1"/>
            <p:nvPr/>
          </p:nvSpPr>
          <p:spPr>
            <a:xfrm>
              <a:off x="888815" y="2019099"/>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Industry_Manufacturing">
  <p:cSld name="TITLE_AND_BODY_5_1_1_1_1_1_2">
    <p:spTree>
      <p:nvGrpSpPr>
        <p:cNvPr id="1" name="Shape 3211"/>
        <p:cNvGrpSpPr/>
        <p:nvPr/>
      </p:nvGrpSpPr>
      <p:grpSpPr>
        <a:xfrm>
          <a:off x="0" y="0"/>
          <a:ext cx="0" cy="0"/>
          <a:chOff x="0" y="0"/>
          <a:chExt cx="0" cy="0"/>
        </a:xfrm>
      </p:grpSpPr>
      <p:sp>
        <p:nvSpPr>
          <p:cNvPr id="3212" name="Google Shape;3212;p87"/>
          <p:cNvSpPr txBox="1"/>
          <p:nvPr/>
        </p:nvSpPr>
        <p:spPr>
          <a:xfrm>
            <a:off x="270000" y="228600"/>
            <a:ext cx="17748000" cy="5127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3213" name="Google Shape;3213;p87"/>
          <p:cNvGrpSpPr/>
          <p:nvPr/>
        </p:nvGrpSpPr>
        <p:grpSpPr>
          <a:xfrm>
            <a:off x="5987400" y="703350"/>
            <a:ext cx="6313200" cy="307800"/>
            <a:chOff x="22663550" y="1349273"/>
            <a:chExt cx="6313200" cy="307800"/>
          </a:xfrm>
        </p:grpSpPr>
        <p:grpSp>
          <p:nvGrpSpPr>
            <p:cNvPr id="3214" name="Google Shape;3214;p87"/>
            <p:cNvGrpSpPr/>
            <p:nvPr/>
          </p:nvGrpSpPr>
          <p:grpSpPr>
            <a:xfrm>
              <a:off x="22663550" y="1349273"/>
              <a:ext cx="6313200" cy="307800"/>
              <a:chOff x="11238000" y="958400"/>
              <a:chExt cx="6313200" cy="307800"/>
            </a:xfrm>
          </p:grpSpPr>
          <p:sp>
            <p:nvSpPr>
              <p:cNvPr id="3215" name="Google Shape;3215;p87"/>
              <p:cNvSpPr/>
              <p:nvPr/>
            </p:nvSpPr>
            <p:spPr>
              <a:xfrm>
                <a:off x="11238000" y="9599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3216" name="Google Shape;3216;p87"/>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3217" name="Google Shape;3217;p87"/>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18" name="Google Shape;3218;p87"/>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3219" name="Google Shape;3219;p87"/>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3220" name="Google Shape;3220;p87"/>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3221" name="Google Shape;3221;p87"/>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3222" name="Google Shape;3222;p87"/>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3223" name="Google Shape;3223;p87"/>
            <p:cNvSpPr txBox="1"/>
            <p:nvPr/>
          </p:nvSpPr>
          <p:spPr>
            <a:xfrm>
              <a:off x="282324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3224" name="Google Shape;3224;p87"/>
          <p:cNvGrpSpPr/>
          <p:nvPr/>
        </p:nvGrpSpPr>
        <p:grpSpPr>
          <a:xfrm>
            <a:off x="1451611" y="1113234"/>
            <a:ext cx="5688463" cy="8985603"/>
            <a:chOff x="800611" y="1189434"/>
            <a:chExt cx="5688463" cy="8985603"/>
          </a:xfrm>
        </p:grpSpPr>
        <p:sp>
          <p:nvSpPr>
            <p:cNvPr id="3225" name="Google Shape;3225;p87"/>
            <p:cNvSpPr txBox="1"/>
            <p:nvPr/>
          </p:nvSpPr>
          <p:spPr>
            <a:xfrm>
              <a:off x="2000372" y="8385118"/>
              <a:ext cx="868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Asset Service Estimation</a:t>
              </a:r>
              <a:endParaRPr sz="800" b="1" i="0" u="none" strike="noStrike" cap="none">
                <a:solidFill>
                  <a:srgbClr val="086AFE"/>
                </a:solidFill>
                <a:latin typeface="Salesforce Sans"/>
                <a:ea typeface="Salesforce Sans"/>
                <a:cs typeface="Salesforce Sans"/>
                <a:sym typeface="Salesforce Sans"/>
              </a:endParaRPr>
            </a:p>
          </p:txBody>
        </p:sp>
        <p:sp>
          <p:nvSpPr>
            <p:cNvPr id="3226" name="Google Shape;3226;p87"/>
            <p:cNvSpPr txBox="1"/>
            <p:nvPr/>
          </p:nvSpPr>
          <p:spPr>
            <a:xfrm>
              <a:off x="2000372" y="2792202"/>
              <a:ext cx="8766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Testing &amp; Validation </a:t>
              </a:r>
              <a:endParaRPr sz="800" b="1" i="0" u="none" strike="noStrike" cap="none">
                <a:solidFill>
                  <a:srgbClr val="086AFE"/>
                </a:solidFill>
                <a:latin typeface="Salesforce Sans"/>
                <a:ea typeface="Salesforce Sans"/>
                <a:cs typeface="Salesforce Sans"/>
                <a:sym typeface="Salesforce Sans"/>
              </a:endParaRPr>
            </a:p>
          </p:txBody>
        </p:sp>
        <p:sp>
          <p:nvSpPr>
            <p:cNvPr id="3227" name="Google Shape;3227;p87"/>
            <p:cNvSpPr txBox="1"/>
            <p:nvPr/>
          </p:nvSpPr>
          <p:spPr>
            <a:xfrm>
              <a:off x="2000372" y="2031501"/>
              <a:ext cx="8766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Design </a:t>
              </a:r>
              <a:endParaRPr sz="800" b="1" i="0" u="none" strike="noStrike" cap="none">
                <a:solidFill>
                  <a:srgbClr val="086AFE"/>
                </a:solidFill>
                <a:latin typeface="Salesforce Sans"/>
                <a:ea typeface="Salesforce Sans"/>
                <a:cs typeface="Salesforce Sans"/>
                <a:sym typeface="Salesforce Sans"/>
              </a:endParaRPr>
            </a:p>
          </p:txBody>
        </p:sp>
        <p:sp>
          <p:nvSpPr>
            <p:cNvPr id="3228" name="Google Shape;3228;p87"/>
            <p:cNvSpPr txBox="1"/>
            <p:nvPr/>
          </p:nvSpPr>
          <p:spPr>
            <a:xfrm>
              <a:off x="2000372" y="9749038"/>
              <a:ext cx="8418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Asset Service Work Order Management</a:t>
              </a:r>
              <a:endParaRPr sz="800" b="1" i="0" u="none" strike="noStrike" cap="none">
                <a:solidFill>
                  <a:srgbClr val="086AFE"/>
                </a:solidFill>
                <a:latin typeface="Salesforce Sans"/>
                <a:ea typeface="Salesforce Sans"/>
                <a:cs typeface="Salesforce Sans"/>
                <a:sym typeface="Salesforce Sans"/>
              </a:endParaRPr>
            </a:p>
          </p:txBody>
        </p:sp>
        <p:sp>
          <p:nvSpPr>
            <p:cNvPr id="3229" name="Google Shape;3229;p87"/>
            <p:cNvSpPr txBox="1"/>
            <p:nvPr/>
          </p:nvSpPr>
          <p:spPr>
            <a:xfrm>
              <a:off x="2000372" y="4634265"/>
              <a:ext cx="841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Hyper-personalized Marketing  Outreach </a:t>
              </a:r>
              <a:endParaRPr sz="800" b="1" i="0" u="none" strike="noStrike" cap="none">
                <a:solidFill>
                  <a:srgbClr val="086AFE"/>
                </a:solidFill>
                <a:latin typeface="Salesforce Sans"/>
                <a:ea typeface="Salesforce Sans"/>
                <a:cs typeface="Salesforce Sans"/>
                <a:sym typeface="Salesforce Sans"/>
              </a:endParaRPr>
            </a:p>
          </p:txBody>
        </p:sp>
        <p:sp>
          <p:nvSpPr>
            <p:cNvPr id="3230" name="Google Shape;3230;p87"/>
            <p:cNvSpPr txBox="1"/>
            <p:nvPr/>
          </p:nvSpPr>
          <p:spPr>
            <a:xfrm>
              <a:off x="2000372" y="6055539"/>
              <a:ext cx="8418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Product Upsell and Cross-Sell</a:t>
              </a:r>
              <a:endParaRPr sz="800" b="1" i="0" u="none" strike="noStrike" cap="none">
                <a:solidFill>
                  <a:srgbClr val="086AFE"/>
                </a:solidFill>
                <a:latin typeface="Salesforce Sans"/>
                <a:ea typeface="Salesforce Sans"/>
                <a:cs typeface="Salesforce Sans"/>
                <a:sym typeface="Salesforce Sans"/>
              </a:endParaRPr>
            </a:p>
          </p:txBody>
        </p:sp>
        <p:sp>
          <p:nvSpPr>
            <p:cNvPr id="3231" name="Google Shape;3231;p87"/>
            <p:cNvSpPr txBox="1"/>
            <p:nvPr/>
          </p:nvSpPr>
          <p:spPr>
            <a:xfrm>
              <a:off x="2000372" y="7448827"/>
              <a:ext cx="8418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Rebate</a:t>
              </a:r>
              <a:r>
                <a:rPr lang="en" sz="800" b="1">
                  <a:solidFill>
                    <a:srgbClr val="086AFE"/>
                  </a:solidFill>
                  <a:latin typeface="Salesforce Sans"/>
                  <a:ea typeface="Salesforce Sans"/>
                  <a:cs typeface="Salesforce Sans"/>
                  <a:sym typeface="Salesforce Sans"/>
                </a:rPr>
                <a:t> Management</a:t>
              </a:r>
              <a:endParaRPr sz="800" b="1" i="0" u="none" strike="noStrike" cap="none">
                <a:solidFill>
                  <a:srgbClr val="086AFE"/>
                </a:solidFill>
                <a:latin typeface="Salesforce Sans"/>
                <a:ea typeface="Salesforce Sans"/>
                <a:cs typeface="Salesforce Sans"/>
                <a:sym typeface="Salesforce Sans"/>
              </a:endParaRPr>
            </a:p>
          </p:txBody>
        </p:sp>
        <p:sp>
          <p:nvSpPr>
            <p:cNvPr id="3232" name="Google Shape;3232;p87"/>
            <p:cNvSpPr txBox="1"/>
            <p:nvPr/>
          </p:nvSpPr>
          <p:spPr>
            <a:xfrm>
              <a:off x="2000372" y="4004777"/>
              <a:ext cx="8418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Lead Generation &amp; Management </a:t>
              </a:r>
              <a:endParaRPr sz="800" b="1" i="0" u="none" strike="noStrike" cap="none">
                <a:solidFill>
                  <a:srgbClr val="086AFE"/>
                </a:solidFill>
                <a:latin typeface="Salesforce Sans"/>
                <a:ea typeface="Salesforce Sans"/>
                <a:cs typeface="Salesforce Sans"/>
                <a:sym typeface="Salesforce Sans"/>
              </a:endParaRPr>
            </a:p>
          </p:txBody>
        </p:sp>
        <p:sp>
          <p:nvSpPr>
            <p:cNvPr id="3233" name="Google Shape;3233;p87"/>
            <p:cNvSpPr txBox="1"/>
            <p:nvPr/>
          </p:nvSpPr>
          <p:spPr>
            <a:xfrm>
              <a:off x="2000372" y="5274390"/>
              <a:ext cx="841800" cy="41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Sales Agreement Configuration &amp; Mgmt. </a:t>
              </a:r>
              <a:endParaRPr sz="800" b="1" i="0" u="none" strike="noStrike" cap="none">
                <a:solidFill>
                  <a:srgbClr val="086AFE"/>
                </a:solidFill>
                <a:latin typeface="Salesforce Sans"/>
                <a:ea typeface="Salesforce Sans"/>
                <a:cs typeface="Salesforce Sans"/>
                <a:sym typeface="Salesforce Sans"/>
              </a:endParaRPr>
            </a:p>
          </p:txBody>
        </p:sp>
        <p:sp>
          <p:nvSpPr>
            <p:cNvPr id="3234" name="Google Shape;3234;p87"/>
            <p:cNvSpPr txBox="1"/>
            <p:nvPr/>
          </p:nvSpPr>
          <p:spPr>
            <a:xfrm>
              <a:off x="2000372" y="6823579"/>
              <a:ext cx="841800" cy="36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Channel</a:t>
              </a:r>
              <a:r>
                <a:rPr lang="en" sz="800" b="1" i="0" u="none" strike="noStrike" cap="none">
                  <a:solidFill>
                    <a:srgbClr val="086AFE"/>
                  </a:solidFill>
                  <a:latin typeface="Salesforce Sans"/>
                  <a:ea typeface="Salesforce Sans"/>
                  <a:cs typeface="Salesforce Sans"/>
                  <a:sym typeface="Salesforce Sans"/>
                </a:rPr>
                <a:t> /Partner  </a:t>
              </a:r>
              <a:r>
                <a:rPr lang="en" sz="800" b="1">
                  <a:solidFill>
                    <a:srgbClr val="086AFE"/>
                  </a:solidFill>
                  <a:latin typeface="Salesforce Sans"/>
                  <a:ea typeface="Salesforce Sans"/>
                  <a:cs typeface="Salesforce Sans"/>
                  <a:sym typeface="Salesforce Sans"/>
                </a:rPr>
                <a:t>Management</a:t>
              </a:r>
              <a:endParaRPr sz="800" b="1" i="0" u="none" strike="noStrike" cap="none">
                <a:solidFill>
                  <a:srgbClr val="086AFE"/>
                </a:solidFill>
                <a:latin typeface="Salesforce Sans"/>
                <a:ea typeface="Salesforce Sans"/>
                <a:cs typeface="Salesforce Sans"/>
                <a:sym typeface="Salesforce Sans"/>
              </a:endParaRPr>
            </a:p>
          </p:txBody>
        </p:sp>
        <p:sp>
          <p:nvSpPr>
            <p:cNvPr id="3235" name="Google Shape;3235;p87"/>
            <p:cNvSpPr txBox="1"/>
            <p:nvPr/>
          </p:nvSpPr>
          <p:spPr>
            <a:xfrm>
              <a:off x="3342383" y="203199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sz="800" i="0" u="none" strike="noStrike" cap="none">
                <a:latin typeface="Salesforce Sans"/>
                <a:ea typeface="Salesforce Sans"/>
                <a:cs typeface="Salesforce Sans"/>
                <a:sym typeface="Salesforce Sans"/>
              </a:endParaRPr>
            </a:p>
          </p:txBody>
        </p:sp>
        <p:sp>
          <p:nvSpPr>
            <p:cNvPr id="3236" name="Google Shape;3236;p87"/>
            <p:cNvSpPr txBox="1"/>
            <p:nvPr/>
          </p:nvSpPr>
          <p:spPr>
            <a:xfrm>
              <a:off x="3342383" y="21806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sz="800" i="0" u="none" strike="noStrike" cap="none">
                <a:latin typeface="Salesforce Sans"/>
                <a:ea typeface="Salesforce Sans"/>
                <a:cs typeface="Salesforce Sans"/>
                <a:sym typeface="Salesforce Sans"/>
              </a:endParaRPr>
            </a:p>
          </p:txBody>
        </p:sp>
        <p:sp>
          <p:nvSpPr>
            <p:cNvPr id="3237" name="Google Shape;3237;p87"/>
            <p:cNvSpPr txBox="1"/>
            <p:nvPr/>
          </p:nvSpPr>
          <p:spPr>
            <a:xfrm>
              <a:off x="3342383" y="232921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sz="800" i="0" u="none" strike="noStrike" cap="none">
                <a:latin typeface="Salesforce Sans"/>
                <a:ea typeface="Salesforce Sans"/>
                <a:cs typeface="Salesforce Sans"/>
                <a:sym typeface="Salesforce Sans"/>
              </a:endParaRPr>
            </a:p>
          </p:txBody>
        </p:sp>
        <p:sp>
          <p:nvSpPr>
            <p:cNvPr id="3238" name="Google Shape;3238;p87"/>
            <p:cNvSpPr txBox="1"/>
            <p:nvPr/>
          </p:nvSpPr>
          <p:spPr>
            <a:xfrm>
              <a:off x="3342383" y="278767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sz="800" i="0" u="none" strike="noStrike" cap="none">
                <a:latin typeface="Salesforce Sans"/>
                <a:ea typeface="Salesforce Sans"/>
                <a:cs typeface="Salesforce Sans"/>
                <a:sym typeface="Salesforce Sans"/>
              </a:endParaRPr>
            </a:p>
          </p:txBody>
        </p:sp>
        <p:sp>
          <p:nvSpPr>
            <p:cNvPr id="3239" name="Google Shape;3239;p87"/>
            <p:cNvSpPr txBox="1"/>
            <p:nvPr/>
          </p:nvSpPr>
          <p:spPr>
            <a:xfrm>
              <a:off x="3342382" y="29274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sz="800" i="0" u="none" strike="noStrike" cap="none">
                <a:latin typeface="Salesforce Sans"/>
                <a:ea typeface="Salesforce Sans"/>
                <a:cs typeface="Salesforce Sans"/>
                <a:sym typeface="Salesforce Sans"/>
              </a:endParaRPr>
            </a:p>
          </p:txBody>
        </p:sp>
        <p:sp>
          <p:nvSpPr>
            <p:cNvPr id="3240" name="Google Shape;3240;p87"/>
            <p:cNvSpPr txBox="1"/>
            <p:nvPr/>
          </p:nvSpPr>
          <p:spPr>
            <a:xfrm>
              <a:off x="3342383" y="1387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3241" name="Google Shape;3241;p87"/>
            <p:cNvSpPr txBox="1"/>
            <p:nvPr/>
          </p:nvSpPr>
          <p:spPr>
            <a:xfrm>
              <a:off x="3342382" y="1542400"/>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3242" name="Google Shape;3242;p87"/>
            <p:cNvSpPr/>
            <p:nvPr/>
          </p:nvSpPr>
          <p:spPr>
            <a:xfrm>
              <a:off x="3206336" y="1560847"/>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43" name="Google Shape;3243;p87"/>
            <p:cNvSpPr txBox="1"/>
            <p:nvPr/>
          </p:nvSpPr>
          <p:spPr>
            <a:xfrm>
              <a:off x="3342383" y="1697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3244" name="Google Shape;3244;p87"/>
            <p:cNvSpPr txBox="1"/>
            <p:nvPr/>
          </p:nvSpPr>
          <p:spPr>
            <a:xfrm>
              <a:off x="3342382" y="1858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3245" name="Google Shape;3245;p87"/>
            <p:cNvSpPr txBox="1"/>
            <p:nvPr/>
          </p:nvSpPr>
          <p:spPr>
            <a:xfrm>
              <a:off x="800611" y="11894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46" name="Google Shape;3246;p87"/>
            <p:cNvSpPr txBox="1"/>
            <p:nvPr/>
          </p:nvSpPr>
          <p:spPr>
            <a:xfrm>
              <a:off x="2000379" y="11894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47" name="Google Shape;3247;p87"/>
            <p:cNvGrpSpPr/>
            <p:nvPr/>
          </p:nvGrpSpPr>
          <p:grpSpPr>
            <a:xfrm>
              <a:off x="820222" y="1412656"/>
              <a:ext cx="952541" cy="449700"/>
              <a:chOff x="5812280" y="1793656"/>
              <a:chExt cx="952541" cy="449700"/>
            </a:xfrm>
          </p:grpSpPr>
          <p:sp>
            <p:nvSpPr>
              <p:cNvPr id="3248" name="Google Shape;3248;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249" name="Google Shape;3249;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3250" name="Google Shape;3250;p87"/>
            <p:cNvSpPr txBox="1"/>
            <p:nvPr/>
          </p:nvSpPr>
          <p:spPr>
            <a:xfrm>
              <a:off x="3344212" y="11894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51" name="Google Shape;3251;p87"/>
            <p:cNvSpPr txBox="1"/>
            <p:nvPr/>
          </p:nvSpPr>
          <p:spPr>
            <a:xfrm>
              <a:off x="2000372" y="1390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Market Research &amp; Ideation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3252" name="Google Shape;3252;p87"/>
            <p:cNvSpPr txBox="1"/>
            <p:nvPr/>
          </p:nvSpPr>
          <p:spPr>
            <a:xfrm>
              <a:off x="3342383" y="30780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sz="800" i="0" u="none" strike="noStrike" cap="none">
                <a:latin typeface="Salesforce Sans"/>
                <a:ea typeface="Salesforce Sans"/>
                <a:cs typeface="Salesforce Sans"/>
                <a:sym typeface="Salesforce Sans"/>
              </a:endParaRPr>
            </a:p>
          </p:txBody>
        </p:sp>
        <p:sp>
          <p:nvSpPr>
            <p:cNvPr id="3253" name="Google Shape;3253;p87"/>
            <p:cNvSpPr txBox="1"/>
            <p:nvPr/>
          </p:nvSpPr>
          <p:spPr>
            <a:xfrm>
              <a:off x="3342383" y="322621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sz="800" i="0" u="none" strike="noStrike" cap="none">
                <a:latin typeface="Salesforce Sans"/>
                <a:ea typeface="Salesforce Sans"/>
                <a:cs typeface="Salesforce Sans"/>
                <a:sym typeface="Salesforce Sans"/>
              </a:endParaRPr>
            </a:p>
          </p:txBody>
        </p:sp>
        <p:sp>
          <p:nvSpPr>
            <p:cNvPr id="3254" name="Google Shape;3254;p87"/>
            <p:cNvSpPr txBox="1"/>
            <p:nvPr/>
          </p:nvSpPr>
          <p:spPr>
            <a:xfrm>
              <a:off x="3342383" y="40072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sz="800" i="0" u="none" strike="noStrike" cap="none">
                <a:latin typeface="Salesforce Sans"/>
                <a:ea typeface="Salesforce Sans"/>
                <a:cs typeface="Salesforce Sans"/>
                <a:sym typeface="Salesforce Sans"/>
              </a:endParaRPr>
            </a:p>
          </p:txBody>
        </p:sp>
        <p:sp>
          <p:nvSpPr>
            <p:cNvPr id="3255" name="Google Shape;3255;p87"/>
            <p:cNvSpPr txBox="1"/>
            <p:nvPr/>
          </p:nvSpPr>
          <p:spPr>
            <a:xfrm>
              <a:off x="3342383" y="41584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i="0" u="none" strike="noStrike" cap="none">
                <a:latin typeface="Salesforce Sans"/>
                <a:ea typeface="Salesforce Sans"/>
                <a:cs typeface="Salesforce Sans"/>
                <a:sym typeface="Salesforce Sans"/>
              </a:endParaRPr>
            </a:p>
          </p:txBody>
        </p:sp>
        <p:sp>
          <p:nvSpPr>
            <p:cNvPr id="3256" name="Google Shape;3256;p87"/>
            <p:cNvSpPr txBox="1"/>
            <p:nvPr/>
          </p:nvSpPr>
          <p:spPr>
            <a:xfrm>
              <a:off x="3342382" y="4298266"/>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3257" name="Google Shape;3257;p87"/>
            <p:cNvSpPr/>
            <p:nvPr/>
          </p:nvSpPr>
          <p:spPr>
            <a:xfrm>
              <a:off x="3206336" y="402587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58" name="Google Shape;3258;p87"/>
            <p:cNvSpPr/>
            <p:nvPr/>
          </p:nvSpPr>
          <p:spPr>
            <a:xfrm>
              <a:off x="3206336" y="41770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59" name="Google Shape;3259;p87"/>
            <p:cNvSpPr/>
            <p:nvPr/>
          </p:nvSpPr>
          <p:spPr>
            <a:xfrm>
              <a:off x="3206336" y="43168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60" name="Google Shape;3260;p87"/>
            <p:cNvSpPr/>
            <p:nvPr/>
          </p:nvSpPr>
          <p:spPr>
            <a:xfrm>
              <a:off x="3206336" y="324481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61" name="Google Shape;3261;p87"/>
            <p:cNvSpPr txBox="1"/>
            <p:nvPr/>
          </p:nvSpPr>
          <p:spPr>
            <a:xfrm>
              <a:off x="3342383" y="444881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sz="800" i="0" u="none" strike="noStrike" cap="none">
                <a:latin typeface="Salesforce Sans"/>
                <a:ea typeface="Salesforce Sans"/>
                <a:cs typeface="Salesforce Sans"/>
                <a:sym typeface="Salesforce Sans"/>
              </a:endParaRPr>
            </a:p>
          </p:txBody>
        </p:sp>
        <p:sp>
          <p:nvSpPr>
            <p:cNvPr id="3262" name="Google Shape;3262;p87"/>
            <p:cNvSpPr/>
            <p:nvPr/>
          </p:nvSpPr>
          <p:spPr>
            <a:xfrm>
              <a:off x="3206336" y="446741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63" name="Google Shape;3263;p87"/>
            <p:cNvSpPr txBox="1"/>
            <p:nvPr/>
          </p:nvSpPr>
          <p:spPr>
            <a:xfrm>
              <a:off x="3342384" y="4634194"/>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3264" name="Google Shape;3264;p87"/>
            <p:cNvSpPr txBox="1"/>
            <p:nvPr/>
          </p:nvSpPr>
          <p:spPr>
            <a:xfrm>
              <a:off x="3342377" y="4782802"/>
              <a:ext cx="1903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3265" name="Google Shape;3265;p87"/>
            <p:cNvSpPr txBox="1"/>
            <p:nvPr/>
          </p:nvSpPr>
          <p:spPr>
            <a:xfrm>
              <a:off x="3342377" y="4931423"/>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sz="800" i="0" u="none" strike="noStrike" cap="none">
                <a:latin typeface="Salesforce Sans"/>
                <a:ea typeface="Salesforce Sans"/>
                <a:cs typeface="Salesforce Sans"/>
                <a:sym typeface="Salesforce Sans"/>
              </a:endParaRPr>
            </a:p>
          </p:txBody>
        </p:sp>
        <p:sp>
          <p:nvSpPr>
            <p:cNvPr id="3266" name="Google Shape;3266;p87"/>
            <p:cNvSpPr txBox="1"/>
            <p:nvPr/>
          </p:nvSpPr>
          <p:spPr>
            <a:xfrm>
              <a:off x="3342377" y="5082619"/>
              <a:ext cx="2063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3267" name="Google Shape;3267;p87"/>
            <p:cNvSpPr/>
            <p:nvPr/>
          </p:nvSpPr>
          <p:spPr>
            <a:xfrm>
              <a:off x="3206336" y="480140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68" name="Google Shape;3268;p87"/>
            <p:cNvSpPr/>
            <p:nvPr/>
          </p:nvSpPr>
          <p:spPr>
            <a:xfrm>
              <a:off x="3206336" y="495001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69" name="Google Shape;3269;p87"/>
            <p:cNvSpPr/>
            <p:nvPr/>
          </p:nvSpPr>
          <p:spPr>
            <a:xfrm>
              <a:off x="3206336" y="51012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70" name="Google Shape;3270;p87"/>
            <p:cNvSpPr/>
            <p:nvPr/>
          </p:nvSpPr>
          <p:spPr>
            <a:xfrm>
              <a:off x="3206336" y="46527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71" name="Google Shape;3271;p87"/>
            <p:cNvSpPr txBox="1"/>
            <p:nvPr/>
          </p:nvSpPr>
          <p:spPr>
            <a:xfrm>
              <a:off x="3342376" y="604412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sz="800" i="0" u="none" strike="noStrike" cap="none">
                <a:latin typeface="Salesforce Sans"/>
                <a:ea typeface="Salesforce Sans"/>
                <a:cs typeface="Salesforce Sans"/>
                <a:sym typeface="Salesforce Sans"/>
              </a:endParaRPr>
            </a:p>
          </p:txBody>
        </p:sp>
        <p:sp>
          <p:nvSpPr>
            <p:cNvPr id="3272" name="Google Shape;3272;p87"/>
            <p:cNvSpPr txBox="1"/>
            <p:nvPr/>
          </p:nvSpPr>
          <p:spPr>
            <a:xfrm>
              <a:off x="3342376" y="619273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sz="800" i="0" u="none" strike="noStrike" cap="none">
                <a:latin typeface="Salesforce Sans"/>
                <a:ea typeface="Salesforce Sans"/>
                <a:cs typeface="Salesforce Sans"/>
                <a:sym typeface="Salesforce Sans"/>
              </a:endParaRPr>
            </a:p>
          </p:txBody>
        </p:sp>
        <p:sp>
          <p:nvSpPr>
            <p:cNvPr id="3273" name="Google Shape;3273;p87"/>
            <p:cNvSpPr txBox="1"/>
            <p:nvPr/>
          </p:nvSpPr>
          <p:spPr>
            <a:xfrm>
              <a:off x="3342375" y="6341350"/>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3274" name="Google Shape;3274;p87"/>
            <p:cNvSpPr txBox="1"/>
            <p:nvPr/>
          </p:nvSpPr>
          <p:spPr>
            <a:xfrm>
              <a:off x="3342376" y="649254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sz="800" i="0" u="none" strike="noStrike" cap="none">
                <a:latin typeface="Salesforce Sans"/>
                <a:ea typeface="Salesforce Sans"/>
                <a:cs typeface="Salesforce Sans"/>
                <a:sym typeface="Salesforce Sans"/>
              </a:endParaRPr>
            </a:p>
          </p:txBody>
        </p:sp>
        <p:sp>
          <p:nvSpPr>
            <p:cNvPr id="3275" name="Google Shape;3275;p87"/>
            <p:cNvSpPr txBox="1"/>
            <p:nvPr/>
          </p:nvSpPr>
          <p:spPr>
            <a:xfrm>
              <a:off x="3342376" y="663233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sz="800" i="0" u="none" strike="noStrike" cap="none">
                <a:latin typeface="Salesforce Sans"/>
                <a:ea typeface="Salesforce Sans"/>
                <a:cs typeface="Salesforce Sans"/>
                <a:sym typeface="Salesforce Sans"/>
              </a:endParaRPr>
            </a:p>
          </p:txBody>
        </p:sp>
        <p:sp>
          <p:nvSpPr>
            <p:cNvPr id="3276" name="Google Shape;3276;p87"/>
            <p:cNvSpPr/>
            <p:nvPr/>
          </p:nvSpPr>
          <p:spPr>
            <a:xfrm>
              <a:off x="3206336" y="621133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77" name="Google Shape;3277;p87"/>
            <p:cNvSpPr/>
            <p:nvPr/>
          </p:nvSpPr>
          <p:spPr>
            <a:xfrm>
              <a:off x="3206336" y="635994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78" name="Google Shape;3278;p87"/>
            <p:cNvSpPr/>
            <p:nvPr/>
          </p:nvSpPr>
          <p:spPr>
            <a:xfrm>
              <a:off x="3206336" y="651115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79" name="Google Shape;3279;p87"/>
            <p:cNvSpPr/>
            <p:nvPr/>
          </p:nvSpPr>
          <p:spPr>
            <a:xfrm>
              <a:off x="3206336" y="665094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280" name="Google Shape;3280;p87"/>
            <p:cNvSpPr/>
            <p:nvPr/>
          </p:nvSpPr>
          <p:spPr>
            <a:xfrm>
              <a:off x="3206336" y="60627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3281" name="Google Shape;3281;p87"/>
            <p:cNvGrpSpPr/>
            <p:nvPr/>
          </p:nvGrpSpPr>
          <p:grpSpPr>
            <a:xfrm>
              <a:off x="820222" y="4022796"/>
              <a:ext cx="952541" cy="449700"/>
              <a:chOff x="5812280" y="1793656"/>
              <a:chExt cx="952541" cy="449700"/>
            </a:xfrm>
          </p:grpSpPr>
          <p:sp>
            <p:nvSpPr>
              <p:cNvPr id="3282" name="Google Shape;3282;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283" name="Google Shape;3283;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3284" name="Google Shape;3284;p87"/>
            <p:cNvGrpSpPr/>
            <p:nvPr/>
          </p:nvGrpSpPr>
          <p:grpSpPr>
            <a:xfrm>
              <a:off x="820222" y="8394540"/>
              <a:ext cx="952541" cy="449700"/>
              <a:chOff x="5812280" y="1793656"/>
              <a:chExt cx="952541" cy="449700"/>
            </a:xfrm>
          </p:grpSpPr>
          <p:sp>
            <p:nvSpPr>
              <p:cNvPr id="3285" name="Google Shape;3285;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286" name="Google Shape;3286;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3287" name="Google Shape;3287;p87"/>
            <p:cNvSpPr txBox="1"/>
            <p:nvPr/>
          </p:nvSpPr>
          <p:spPr>
            <a:xfrm>
              <a:off x="3342382" y="2627147"/>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3288" name="Google Shape;3288;p87"/>
            <p:cNvSpPr/>
            <p:nvPr/>
          </p:nvSpPr>
          <p:spPr>
            <a:xfrm>
              <a:off x="3206336" y="264559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89" name="Google Shape;3289;p87"/>
            <p:cNvSpPr txBox="1"/>
            <p:nvPr/>
          </p:nvSpPr>
          <p:spPr>
            <a:xfrm>
              <a:off x="3342383" y="247530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sz="800" i="0" u="none" strike="noStrike" cap="none">
                <a:latin typeface="Salesforce Sans"/>
                <a:ea typeface="Salesforce Sans"/>
                <a:cs typeface="Salesforce Sans"/>
                <a:sym typeface="Salesforce Sans"/>
              </a:endParaRPr>
            </a:p>
          </p:txBody>
        </p:sp>
        <p:sp>
          <p:nvSpPr>
            <p:cNvPr id="3290" name="Google Shape;3290;p87"/>
            <p:cNvSpPr txBox="1"/>
            <p:nvPr/>
          </p:nvSpPr>
          <p:spPr>
            <a:xfrm>
              <a:off x="3342383" y="33796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sz="800" i="0" u="none" strike="noStrike" cap="none">
                <a:latin typeface="Salesforce Sans"/>
                <a:ea typeface="Salesforce Sans"/>
                <a:cs typeface="Salesforce Sans"/>
                <a:sym typeface="Salesforce Sans"/>
              </a:endParaRPr>
            </a:p>
          </p:txBody>
        </p:sp>
        <p:sp>
          <p:nvSpPr>
            <p:cNvPr id="3291" name="Google Shape;3291;p87"/>
            <p:cNvSpPr txBox="1"/>
            <p:nvPr/>
          </p:nvSpPr>
          <p:spPr>
            <a:xfrm>
              <a:off x="3342383" y="35308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sz="800" i="0" u="none" strike="noStrike" cap="none">
                <a:latin typeface="Salesforce Sans"/>
                <a:ea typeface="Salesforce Sans"/>
                <a:cs typeface="Salesforce Sans"/>
                <a:sym typeface="Salesforce Sans"/>
              </a:endParaRPr>
            </a:p>
          </p:txBody>
        </p:sp>
        <p:sp>
          <p:nvSpPr>
            <p:cNvPr id="3292" name="Google Shape;3292;p87"/>
            <p:cNvSpPr txBox="1"/>
            <p:nvPr/>
          </p:nvSpPr>
          <p:spPr>
            <a:xfrm>
              <a:off x="3342382" y="36706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sz="800" i="0" u="none" strike="noStrike" cap="none">
                <a:latin typeface="Salesforce Sans"/>
                <a:ea typeface="Salesforce Sans"/>
                <a:cs typeface="Salesforce Sans"/>
                <a:sym typeface="Salesforce Sans"/>
              </a:endParaRPr>
            </a:p>
          </p:txBody>
        </p:sp>
        <p:sp>
          <p:nvSpPr>
            <p:cNvPr id="3293" name="Google Shape;3293;p87"/>
            <p:cNvSpPr/>
            <p:nvPr/>
          </p:nvSpPr>
          <p:spPr>
            <a:xfrm>
              <a:off x="3206336" y="33982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294" name="Google Shape;3294;p87"/>
            <p:cNvSpPr txBox="1"/>
            <p:nvPr/>
          </p:nvSpPr>
          <p:spPr>
            <a:xfrm>
              <a:off x="3342383" y="38212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sz="800" i="0" u="none" strike="noStrike" cap="none">
                <a:latin typeface="Salesforce Sans"/>
                <a:ea typeface="Salesforce Sans"/>
                <a:cs typeface="Salesforce Sans"/>
                <a:sym typeface="Salesforce Sans"/>
              </a:endParaRPr>
            </a:p>
          </p:txBody>
        </p:sp>
        <p:sp>
          <p:nvSpPr>
            <p:cNvPr id="3295" name="Google Shape;3295;p87"/>
            <p:cNvSpPr txBox="1"/>
            <p:nvPr/>
          </p:nvSpPr>
          <p:spPr>
            <a:xfrm>
              <a:off x="3342374" y="5270897"/>
              <a:ext cx="2964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sz="800" i="0" u="none" strike="noStrike" cap="none">
                <a:latin typeface="Salesforce Sans"/>
                <a:ea typeface="Salesforce Sans"/>
                <a:cs typeface="Salesforce Sans"/>
                <a:sym typeface="Salesforce Sans"/>
              </a:endParaRPr>
            </a:p>
          </p:txBody>
        </p:sp>
        <p:sp>
          <p:nvSpPr>
            <p:cNvPr id="3296" name="Google Shape;3296;p87"/>
            <p:cNvSpPr txBox="1"/>
            <p:nvPr/>
          </p:nvSpPr>
          <p:spPr>
            <a:xfrm>
              <a:off x="3342376" y="541949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sz="800" i="0" u="none" strike="noStrike" cap="none">
                <a:latin typeface="Salesforce Sans"/>
                <a:ea typeface="Salesforce Sans"/>
                <a:cs typeface="Salesforce Sans"/>
                <a:sym typeface="Salesforce Sans"/>
              </a:endParaRPr>
            </a:p>
          </p:txBody>
        </p:sp>
        <p:sp>
          <p:nvSpPr>
            <p:cNvPr id="3297" name="Google Shape;3297;p87"/>
            <p:cNvSpPr txBox="1"/>
            <p:nvPr/>
          </p:nvSpPr>
          <p:spPr>
            <a:xfrm>
              <a:off x="3342376" y="556809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sz="800" i="0" u="none" strike="noStrike" cap="none">
                <a:latin typeface="Salesforce Sans"/>
                <a:ea typeface="Salesforce Sans"/>
                <a:cs typeface="Salesforce Sans"/>
                <a:sym typeface="Salesforce Sans"/>
              </a:endParaRPr>
            </a:p>
          </p:txBody>
        </p:sp>
        <p:sp>
          <p:nvSpPr>
            <p:cNvPr id="3298" name="Google Shape;3298;p87"/>
            <p:cNvSpPr txBox="1"/>
            <p:nvPr/>
          </p:nvSpPr>
          <p:spPr>
            <a:xfrm>
              <a:off x="3342374" y="5719297"/>
              <a:ext cx="3146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299" name="Google Shape;3299;p87"/>
            <p:cNvSpPr txBox="1"/>
            <p:nvPr/>
          </p:nvSpPr>
          <p:spPr>
            <a:xfrm>
              <a:off x="3342375" y="5859097"/>
              <a:ext cx="2473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sz="800" i="0" u="none" strike="noStrike" cap="none">
                <a:latin typeface="Salesforce Sans"/>
                <a:ea typeface="Salesforce Sans"/>
                <a:cs typeface="Salesforce Sans"/>
                <a:sym typeface="Salesforce Sans"/>
              </a:endParaRPr>
            </a:p>
          </p:txBody>
        </p:sp>
        <p:sp>
          <p:nvSpPr>
            <p:cNvPr id="3300" name="Google Shape;3300;p87"/>
            <p:cNvSpPr/>
            <p:nvPr/>
          </p:nvSpPr>
          <p:spPr>
            <a:xfrm>
              <a:off x="3206336" y="54380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01" name="Google Shape;3301;p87"/>
            <p:cNvSpPr/>
            <p:nvPr/>
          </p:nvSpPr>
          <p:spPr>
            <a:xfrm>
              <a:off x="3206336" y="558670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02" name="Google Shape;3302;p87"/>
            <p:cNvSpPr/>
            <p:nvPr/>
          </p:nvSpPr>
          <p:spPr>
            <a:xfrm>
              <a:off x="3206336" y="573791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03" name="Google Shape;3303;p87"/>
            <p:cNvSpPr/>
            <p:nvPr/>
          </p:nvSpPr>
          <p:spPr>
            <a:xfrm>
              <a:off x="3206336" y="5877701"/>
              <a:ext cx="91200" cy="91200"/>
            </a:xfrm>
            <a:prstGeom prst="ellipse">
              <a:avLst/>
            </a:prstGeom>
            <a:solidFill>
              <a:srgbClr val="17BA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04" name="Google Shape;3304;p87"/>
            <p:cNvSpPr/>
            <p:nvPr/>
          </p:nvSpPr>
          <p:spPr>
            <a:xfrm>
              <a:off x="3206336" y="528948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05" name="Google Shape;3305;p87"/>
            <p:cNvSpPr txBox="1"/>
            <p:nvPr/>
          </p:nvSpPr>
          <p:spPr>
            <a:xfrm>
              <a:off x="3342376" y="836991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sz="800" i="0" u="none" strike="noStrike" cap="none">
                <a:latin typeface="Salesforce Sans"/>
                <a:ea typeface="Salesforce Sans"/>
                <a:cs typeface="Salesforce Sans"/>
                <a:sym typeface="Salesforce Sans"/>
              </a:endParaRPr>
            </a:p>
          </p:txBody>
        </p:sp>
        <p:sp>
          <p:nvSpPr>
            <p:cNvPr id="3306" name="Google Shape;3306;p87"/>
            <p:cNvSpPr txBox="1"/>
            <p:nvPr/>
          </p:nvSpPr>
          <p:spPr>
            <a:xfrm>
              <a:off x="3342376" y="851851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sz="800" i="0" u="none" strike="noStrike" cap="none">
                <a:latin typeface="Salesforce Sans"/>
                <a:ea typeface="Salesforce Sans"/>
                <a:cs typeface="Salesforce Sans"/>
                <a:sym typeface="Salesforce Sans"/>
              </a:endParaRPr>
            </a:p>
          </p:txBody>
        </p:sp>
        <p:sp>
          <p:nvSpPr>
            <p:cNvPr id="3307" name="Google Shape;3307;p87"/>
            <p:cNvSpPr txBox="1"/>
            <p:nvPr/>
          </p:nvSpPr>
          <p:spPr>
            <a:xfrm>
              <a:off x="3342376" y="866712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sz="800" i="0" u="none" strike="noStrike" cap="none">
                <a:latin typeface="Salesforce Sans"/>
                <a:ea typeface="Salesforce Sans"/>
                <a:cs typeface="Salesforce Sans"/>
                <a:sym typeface="Salesforce Sans"/>
              </a:endParaRPr>
            </a:p>
          </p:txBody>
        </p:sp>
        <p:sp>
          <p:nvSpPr>
            <p:cNvPr id="3308" name="Google Shape;3308;p87"/>
            <p:cNvSpPr txBox="1"/>
            <p:nvPr/>
          </p:nvSpPr>
          <p:spPr>
            <a:xfrm>
              <a:off x="3342376" y="881832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sz="800" i="0" u="none" strike="noStrike" cap="none">
                <a:latin typeface="Salesforce Sans"/>
                <a:ea typeface="Salesforce Sans"/>
                <a:cs typeface="Salesforce Sans"/>
                <a:sym typeface="Salesforce Sans"/>
              </a:endParaRPr>
            </a:p>
          </p:txBody>
        </p:sp>
        <p:sp>
          <p:nvSpPr>
            <p:cNvPr id="3309" name="Google Shape;3309;p87"/>
            <p:cNvSpPr txBox="1"/>
            <p:nvPr/>
          </p:nvSpPr>
          <p:spPr>
            <a:xfrm>
              <a:off x="3342376" y="895811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sz="800" i="0" u="none" strike="noStrike" cap="none">
                <a:latin typeface="Salesforce Sans"/>
                <a:ea typeface="Salesforce Sans"/>
                <a:cs typeface="Salesforce Sans"/>
                <a:sym typeface="Salesforce Sans"/>
              </a:endParaRPr>
            </a:p>
          </p:txBody>
        </p:sp>
        <p:sp>
          <p:nvSpPr>
            <p:cNvPr id="3310" name="Google Shape;3310;p87"/>
            <p:cNvSpPr/>
            <p:nvPr/>
          </p:nvSpPr>
          <p:spPr>
            <a:xfrm>
              <a:off x="3206336" y="853711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11" name="Google Shape;3311;p87"/>
            <p:cNvSpPr/>
            <p:nvPr/>
          </p:nvSpPr>
          <p:spPr>
            <a:xfrm>
              <a:off x="3206336" y="868572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12" name="Google Shape;3312;p87"/>
            <p:cNvSpPr/>
            <p:nvPr/>
          </p:nvSpPr>
          <p:spPr>
            <a:xfrm>
              <a:off x="3206336" y="883693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13" name="Google Shape;3313;p87"/>
            <p:cNvSpPr/>
            <p:nvPr/>
          </p:nvSpPr>
          <p:spPr>
            <a:xfrm>
              <a:off x="3206336" y="897672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14" name="Google Shape;3314;p87"/>
            <p:cNvSpPr/>
            <p:nvPr/>
          </p:nvSpPr>
          <p:spPr>
            <a:xfrm>
              <a:off x="3206336" y="838850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15" name="Google Shape;3315;p87"/>
            <p:cNvSpPr txBox="1"/>
            <p:nvPr/>
          </p:nvSpPr>
          <p:spPr>
            <a:xfrm>
              <a:off x="3342376" y="910865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3316" name="Google Shape;3316;p87"/>
            <p:cNvSpPr/>
            <p:nvPr/>
          </p:nvSpPr>
          <p:spPr>
            <a:xfrm>
              <a:off x="3206336" y="912727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17" name="Google Shape;3317;p87"/>
            <p:cNvSpPr txBox="1"/>
            <p:nvPr/>
          </p:nvSpPr>
          <p:spPr>
            <a:xfrm>
              <a:off x="3342382" y="974712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sz="800" i="0" u="none" strike="noStrike" cap="none">
                <a:latin typeface="Salesforce Sans"/>
                <a:ea typeface="Salesforce Sans"/>
                <a:cs typeface="Salesforce Sans"/>
                <a:sym typeface="Salesforce Sans"/>
              </a:endParaRPr>
            </a:p>
          </p:txBody>
        </p:sp>
        <p:sp>
          <p:nvSpPr>
            <p:cNvPr id="3318" name="Google Shape;3318;p87"/>
            <p:cNvSpPr txBox="1"/>
            <p:nvPr/>
          </p:nvSpPr>
          <p:spPr>
            <a:xfrm>
              <a:off x="3342382" y="9895731"/>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sz="800" i="0" u="none" strike="noStrike" cap="none">
                <a:latin typeface="Salesforce Sans"/>
                <a:ea typeface="Salesforce Sans"/>
                <a:cs typeface="Salesforce Sans"/>
                <a:sym typeface="Salesforce Sans"/>
              </a:endParaRPr>
            </a:p>
          </p:txBody>
        </p:sp>
        <p:sp>
          <p:nvSpPr>
            <p:cNvPr id="3319" name="Google Shape;3319;p87"/>
            <p:cNvSpPr txBox="1"/>
            <p:nvPr/>
          </p:nvSpPr>
          <p:spPr>
            <a:xfrm>
              <a:off x="3342382" y="10046937"/>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sz="800" i="0" u="none" strike="noStrike" cap="none">
                <a:latin typeface="Salesforce Sans"/>
                <a:ea typeface="Salesforce Sans"/>
                <a:cs typeface="Salesforce Sans"/>
                <a:sym typeface="Salesforce Sans"/>
              </a:endParaRPr>
            </a:p>
          </p:txBody>
        </p:sp>
        <p:sp>
          <p:nvSpPr>
            <p:cNvPr id="3320" name="Google Shape;3320;p87"/>
            <p:cNvSpPr/>
            <p:nvPr/>
          </p:nvSpPr>
          <p:spPr>
            <a:xfrm>
              <a:off x="3206336" y="97657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21" name="Google Shape;3321;p87"/>
            <p:cNvSpPr/>
            <p:nvPr/>
          </p:nvSpPr>
          <p:spPr>
            <a:xfrm>
              <a:off x="3206336" y="991433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22" name="Google Shape;3322;p87"/>
            <p:cNvSpPr/>
            <p:nvPr/>
          </p:nvSpPr>
          <p:spPr>
            <a:xfrm>
              <a:off x="3206336" y="100655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23" name="Google Shape;3323;p87"/>
            <p:cNvSpPr txBox="1"/>
            <p:nvPr/>
          </p:nvSpPr>
          <p:spPr>
            <a:xfrm>
              <a:off x="3342376" y="926850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sz="800" i="0" u="none" strike="noStrike" cap="none">
                <a:latin typeface="Salesforce Sans"/>
                <a:ea typeface="Salesforce Sans"/>
                <a:cs typeface="Salesforce Sans"/>
                <a:sym typeface="Salesforce Sans"/>
              </a:endParaRPr>
            </a:p>
          </p:txBody>
        </p:sp>
        <p:sp>
          <p:nvSpPr>
            <p:cNvPr id="3324" name="Google Shape;3324;p87"/>
            <p:cNvSpPr txBox="1"/>
            <p:nvPr/>
          </p:nvSpPr>
          <p:spPr>
            <a:xfrm>
              <a:off x="3342376" y="941971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sz="800" i="0" u="none" strike="noStrike" cap="none">
                <a:latin typeface="Salesforce Sans"/>
                <a:ea typeface="Salesforce Sans"/>
                <a:cs typeface="Salesforce Sans"/>
                <a:sym typeface="Salesforce Sans"/>
              </a:endParaRPr>
            </a:p>
          </p:txBody>
        </p:sp>
        <p:sp>
          <p:nvSpPr>
            <p:cNvPr id="3325" name="Google Shape;3325;p87"/>
            <p:cNvSpPr txBox="1"/>
            <p:nvPr/>
          </p:nvSpPr>
          <p:spPr>
            <a:xfrm>
              <a:off x="3342382" y="9559509"/>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i="0" u="none" strike="noStrike" cap="none">
                <a:latin typeface="Salesforce Sans"/>
                <a:ea typeface="Salesforce Sans"/>
                <a:cs typeface="Salesforce Sans"/>
                <a:sym typeface="Salesforce Sans"/>
              </a:endParaRPr>
            </a:p>
          </p:txBody>
        </p:sp>
        <p:sp>
          <p:nvSpPr>
            <p:cNvPr id="3326" name="Google Shape;3326;p87"/>
            <p:cNvSpPr/>
            <p:nvPr/>
          </p:nvSpPr>
          <p:spPr>
            <a:xfrm>
              <a:off x="3206336" y="928711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27" name="Google Shape;3327;p87"/>
            <p:cNvSpPr/>
            <p:nvPr/>
          </p:nvSpPr>
          <p:spPr>
            <a:xfrm>
              <a:off x="3206336" y="94383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28" name="Google Shape;3328;p87"/>
            <p:cNvSpPr/>
            <p:nvPr/>
          </p:nvSpPr>
          <p:spPr>
            <a:xfrm>
              <a:off x="3206336" y="95781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29" name="Google Shape;3329;p87"/>
            <p:cNvSpPr txBox="1"/>
            <p:nvPr/>
          </p:nvSpPr>
          <p:spPr>
            <a:xfrm>
              <a:off x="3342376" y="68213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sz="800" i="0" u="none" strike="noStrike" cap="none">
                <a:latin typeface="Salesforce Sans"/>
                <a:ea typeface="Salesforce Sans"/>
                <a:cs typeface="Salesforce Sans"/>
                <a:sym typeface="Salesforce Sans"/>
              </a:endParaRPr>
            </a:p>
          </p:txBody>
        </p:sp>
        <p:sp>
          <p:nvSpPr>
            <p:cNvPr id="3330" name="Google Shape;3330;p87"/>
            <p:cNvSpPr txBox="1"/>
            <p:nvPr/>
          </p:nvSpPr>
          <p:spPr>
            <a:xfrm>
              <a:off x="3342375" y="69699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3331" name="Google Shape;3331;p87"/>
            <p:cNvSpPr txBox="1"/>
            <p:nvPr/>
          </p:nvSpPr>
          <p:spPr>
            <a:xfrm>
              <a:off x="3342374" y="71211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sz="800" i="0" u="none" strike="noStrike" cap="none">
                <a:latin typeface="Salesforce Sans"/>
                <a:ea typeface="Salesforce Sans"/>
                <a:cs typeface="Salesforce Sans"/>
                <a:sym typeface="Salesforce Sans"/>
              </a:endParaRPr>
            </a:p>
          </p:txBody>
        </p:sp>
        <p:sp>
          <p:nvSpPr>
            <p:cNvPr id="3332" name="Google Shape;3332;p87"/>
            <p:cNvSpPr txBox="1"/>
            <p:nvPr/>
          </p:nvSpPr>
          <p:spPr>
            <a:xfrm>
              <a:off x="3342376" y="7260946"/>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sz="800" i="0" u="none" strike="noStrike" cap="none">
                <a:latin typeface="Salesforce Sans"/>
                <a:ea typeface="Salesforce Sans"/>
                <a:cs typeface="Salesforce Sans"/>
                <a:sym typeface="Salesforce Sans"/>
              </a:endParaRPr>
            </a:p>
          </p:txBody>
        </p:sp>
        <p:sp>
          <p:nvSpPr>
            <p:cNvPr id="3333" name="Google Shape;3333;p87"/>
            <p:cNvSpPr/>
            <p:nvPr/>
          </p:nvSpPr>
          <p:spPr>
            <a:xfrm>
              <a:off x="3206336" y="683994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34" name="Google Shape;3334;p87"/>
            <p:cNvSpPr/>
            <p:nvPr/>
          </p:nvSpPr>
          <p:spPr>
            <a:xfrm>
              <a:off x="3206336" y="698855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35" name="Google Shape;3335;p87"/>
            <p:cNvSpPr/>
            <p:nvPr/>
          </p:nvSpPr>
          <p:spPr>
            <a:xfrm>
              <a:off x="3206336" y="71397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36" name="Google Shape;3336;p87"/>
            <p:cNvSpPr/>
            <p:nvPr/>
          </p:nvSpPr>
          <p:spPr>
            <a:xfrm>
              <a:off x="3206336" y="727955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37" name="Google Shape;3337;p87"/>
            <p:cNvSpPr txBox="1"/>
            <p:nvPr/>
          </p:nvSpPr>
          <p:spPr>
            <a:xfrm>
              <a:off x="3342376" y="744638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sz="800" i="0" u="none" strike="noStrike" cap="none">
                <a:latin typeface="Salesforce Sans"/>
                <a:ea typeface="Salesforce Sans"/>
                <a:cs typeface="Salesforce Sans"/>
                <a:sym typeface="Salesforce Sans"/>
              </a:endParaRPr>
            </a:p>
          </p:txBody>
        </p:sp>
        <p:sp>
          <p:nvSpPr>
            <p:cNvPr id="3338" name="Google Shape;3338;p87"/>
            <p:cNvSpPr txBox="1"/>
            <p:nvPr/>
          </p:nvSpPr>
          <p:spPr>
            <a:xfrm>
              <a:off x="3342375" y="7594981"/>
              <a:ext cx="26583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339" name="Google Shape;3339;p87"/>
            <p:cNvSpPr txBox="1"/>
            <p:nvPr/>
          </p:nvSpPr>
          <p:spPr>
            <a:xfrm>
              <a:off x="3342375" y="7743606"/>
              <a:ext cx="2425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340" name="Google Shape;3340;p87"/>
            <p:cNvSpPr txBox="1"/>
            <p:nvPr/>
          </p:nvSpPr>
          <p:spPr>
            <a:xfrm>
              <a:off x="3342375" y="7894806"/>
              <a:ext cx="2740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341" name="Google Shape;3341;p87"/>
            <p:cNvSpPr txBox="1"/>
            <p:nvPr/>
          </p:nvSpPr>
          <p:spPr>
            <a:xfrm>
              <a:off x="3342376" y="8034587"/>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sz="800" i="0" u="none" strike="noStrike" cap="none">
                <a:latin typeface="Salesforce Sans"/>
                <a:ea typeface="Salesforce Sans"/>
                <a:cs typeface="Salesforce Sans"/>
                <a:sym typeface="Salesforce Sans"/>
              </a:endParaRPr>
            </a:p>
          </p:txBody>
        </p:sp>
        <p:sp>
          <p:nvSpPr>
            <p:cNvPr id="3342" name="Google Shape;3342;p87"/>
            <p:cNvSpPr/>
            <p:nvPr/>
          </p:nvSpPr>
          <p:spPr>
            <a:xfrm>
              <a:off x="3206336" y="76135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43" name="Google Shape;3343;p87"/>
            <p:cNvSpPr/>
            <p:nvPr/>
          </p:nvSpPr>
          <p:spPr>
            <a:xfrm>
              <a:off x="3206336" y="776219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44" name="Google Shape;3344;p87"/>
            <p:cNvSpPr/>
            <p:nvPr/>
          </p:nvSpPr>
          <p:spPr>
            <a:xfrm>
              <a:off x="3206336" y="791340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45" name="Google Shape;3345;p87"/>
            <p:cNvSpPr/>
            <p:nvPr/>
          </p:nvSpPr>
          <p:spPr>
            <a:xfrm>
              <a:off x="3206336" y="805319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46" name="Google Shape;3346;p87"/>
            <p:cNvSpPr/>
            <p:nvPr/>
          </p:nvSpPr>
          <p:spPr>
            <a:xfrm>
              <a:off x="3206336" y="74649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47" name="Google Shape;3347;p87"/>
            <p:cNvSpPr txBox="1"/>
            <p:nvPr/>
          </p:nvSpPr>
          <p:spPr>
            <a:xfrm>
              <a:off x="3342376" y="818512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3348" name="Google Shape;3348;p87"/>
            <p:cNvSpPr/>
            <p:nvPr/>
          </p:nvSpPr>
          <p:spPr>
            <a:xfrm>
              <a:off x="3206336" y="820374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grpSp>
        <p:nvGrpSpPr>
          <p:cNvPr id="3349" name="Google Shape;3349;p87"/>
          <p:cNvGrpSpPr/>
          <p:nvPr/>
        </p:nvGrpSpPr>
        <p:grpSpPr>
          <a:xfrm>
            <a:off x="7008236" y="1113234"/>
            <a:ext cx="5884964" cy="9158403"/>
            <a:chOff x="6814436" y="1418034"/>
            <a:chExt cx="5884964" cy="9158403"/>
          </a:xfrm>
        </p:grpSpPr>
        <p:sp>
          <p:nvSpPr>
            <p:cNvPr id="3350" name="Google Shape;3350;p87"/>
            <p:cNvSpPr txBox="1"/>
            <p:nvPr/>
          </p:nvSpPr>
          <p:spPr>
            <a:xfrm>
              <a:off x="8014197" y="4109430"/>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Sales, Inventory &amp; Operations Planning (SIOP)</a:t>
              </a:r>
              <a:endParaRPr sz="900" b="1" i="0" u="none" strike="noStrike" cap="none">
                <a:solidFill>
                  <a:srgbClr val="086AFE"/>
                </a:solidFill>
                <a:latin typeface="Salesforce Sans"/>
                <a:ea typeface="Salesforce Sans"/>
                <a:cs typeface="Salesforce Sans"/>
                <a:sym typeface="Salesforce Sans"/>
              </a:endParaRPr>
            </a:p>
          </p:txBody>
        </p:sp>
        <p:sp>
          <p:nvSpPr>
            <p:cNvPr id="3351" name="Google Shape;3351;p87"/>
            <p:cNvSpPr txBox="1"/>
            <p:nvPr/>
          </p:nvSpPr>
          <p:spPr>
            <a:xfrm>
              <a:off x="8014197" y="4896735"/>
              <a:ext cx="876600" cy="692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Returns, Warranty &amp; Payment Processing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3352" name="Google Shape;3352;p87"/>
            <p:cNvSpPr txBox="1"/>
            <p:nvPr/>
          </p:nvSpPr>
          <p:spPr>
            <a:xfrm>
              <a:off x="8014197" y="5544395"/>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Performance &amp; Compliance </a:t>
              </a:r>
              <a:endParaRPr sz="900" b="1" i="0" u="none" strike="noStrike" cap="none">
                <a:solidFill>
                  <a:srgbClr val="086AFE"/>
                </a:solidFill>
                <a:latin typeface="Salesforce Sans"/>
                <a:ea typeface="Salesforce Sans"/>
                <a:cs typeface="Salesforce Sans"/>
                <a:sym typeface="Salesforce Sans"/>
              </a:endParaRPr>
            </a:p>
          </p:txBody>
        </p:sp>
        <p:sp>
          <p:nvSpPr>
            <p:cNvPr id="3353" name="Google Shape;3353;p87"/>
            <p:cNvSpPr txBox="1"/>
            <p:nvPr/>
          </p:nvSpPr>
          <p:spPr>
            <a:xfrm>
              <a:off x="8014197" y="6842128"/>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Contract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Mgmt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3354" name="Google Shape;3354;p87"/>
            <p:cNvSpPr txBox="1"/>
            <p:nvPr/>
          </p:nvSpPr>
          <p:spPr>
            <a:xfrm>
              <a:off x="8014197" y="7352928"/>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Inventory &amp; Shelf Life Management </a:t>
              </a:r>
              <a:endParaRPr sz="900" b="1" i="0" u="none" strike="noStrike" cap="none">
                <a:solidFill>
                  <a:srgbClr val="086AFE"/>
                </a:solidFill>
                <a:latin typeface="Salesforce Sans"/>
                <a:ea typeface="Salesforce Sans"/>
                <a:cs typeface="Salesforce Sans"/>
                <a:sym typeface="Salesforce Sans"/>
              </a:endParaRPr>
            </a:p>
          </p:txBody>
        </p:sp>
        <p:sp>
          <p:nvSpPr>
            <p:cNvPr id="3355" name="Google Shape;3355;p87"/>
            <p:cNvSpPr txBox="1"/>
            <p:nvPr/>
          </p:nvSpPr>
          <p:spPr>
            <a:xfrm>
              <a:off x="8014197" y="6340916"/>
              <a:ext cx="8766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Invoice Reconciliation </a:t>
              </a:r>
              <a:endParaRPr sz="900" b="1" i="0" u="none" strike="noStrike" cap="none">
                <a:solidFill>
                  <a:srgbClr val="086AFE"/>
                </a:solidFill>
                <a:latin typeface="Salesforce Sans"/>
                <a:ea typeface="Salesforce Sans"/>
                <a:cs typeface="Salesforce Sans"/>
                <a:sym typeface="Salesforce Sans"/>
              </a:endParaRPr>
            </a:p>
          </p:txBody>
        </p:sp>
        <p:sp>
          <p:nvSpPr>
            <p:cNvPr id="3356" name="Google Shape;3356;p87"/>
            <p:cNvSpPr txBox="1"/>
            <p:nvPr/>
          </p:nvSpPr>
          <p:spPr>
            <a:xfrm>
              <a:off x="8014197" y="3301720"/>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Selection &amp; Onboarding </a:t>
              </a:r>
              <a:endParaRPr sz="900" b="1" i="0" u="none" strike="noStrike" cap="none">
                <a:solidFill>
                  <a:srgbClr val="086AFE"/>
                </a:solidFill>
                <a:latin typeface="Salesforce Sans"/>
                <a:ea typeface="Salesforce Sans"/>
                <a:cs typeface="Salesforce Sans"/>
                <a:sym typeface="Salesforce Sans"/>
              </a:endParaRPr>
            </a:p>
          </p:txBody>
        </p:sp>
        <p:sp>
          <p:nvSpPr>
            <p:cNvPr id="3357" name="Google Shape;3357;p87"/>
            <p:cNvSpPr txBox="1"/>
            <p:nvPr/>
          </p:nvSpPr>
          <p:spPr>
            <a:xfrm>
              <a:off x="8014197" y="8382361"/>
              <a:ext cx="8766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support </a:t>
              </a:r>
              <a:endParaRPr sz="900" b="1" i="0" u="none" strike="noStrike" cap="none">
                <a:solidFill>
                  <a:srgbClr val="086AFE"/>
                </a:solidFill>
                <a:latin typeface="Salesforce Sans"/>
                <a:ea typeface="Salesforce Sans"/>
                <a:cs typeface="Salesforce Sans"/>
                <a:sym typeface="Salesforce Sans"/>
              </a:endParaRPr>
            </a:p>
          </p:txBody>
        </p:sp>
        <p:sp>
          <p:nvSpPr>
            <p:cNvPr id="3358" name="Google Shape;3358;p87"/>
            <p:cNvSpPr txBox="1"/>
            <p:nvPr/>
          </p:nvSpPr>
          <p:spPr>
            <a:xfrm>
              <a:off x="8014197" y="2625173"/>
              <a:ext cx="815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Production Performance </a:t>
              </a:r>
              <a:endParaRPr sz="900" b="1" i="0" u="none" strike="noStrike" cap="none">
                <a:solidFill>
                  <a:srgbClr val="086AFE"/>
                </a:solidFill>
                <a:latin typeface="Salesforce Sans"/>
                <a:ea typeface="Salesforce Sans"/>
                <a:cs typeface="Salesforce Sans"/>
                <a:sym typeface="Salesforce Sans"/>
              </a:endParaRPr>
            </a:p>
          </p:txBody>
        </p:sp>
        <p:sp>
          <p:nvSpPr>
            <p:cNvPr id="3359" name="Google Shape;3359;p87"/>
            <p:cNvSpPr txBox="1"/>
            <p:nvPr/>
          </p:nvSpPr>
          <p:spPr>
            <a:xfrm>
              <a:off x="8014197" y="1977186"/>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Quality &amp; Testing Agent</a:t>
              </a:r>
              <a:endParaRPr sz="900" b="1" i="0" u="none" strike="noStrike" cap="none">
                <a:solidFill>
                  <a:srgbClr val="086AFE"/>
                </a:solidFill>
                <a:latin typeface="Salesforce Sans"/>
                <a:ea typeface="Salesforce Sans"/>
                <a:cs typeface="Salesforce Sans"/>
                <a:sym typeface="Salesforce Sans"/>
              </a:endParaRPr>
            </a:p>
          </p:txBody>
        </p:sp>
        <p:sp>
          <p:nvSpPr>
            <p:cNvPr id="3360" name="Google Shape;3360;p87"/>
            <p:cNvSpPr txBox="1"/>
            <p:nvPr/>
          </p:nvSpPr>
          <p:spPr>
            <a:xfrm>
              <a:off x="8014197" y="2972651"/>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Production </a:t>
              </a:r>
              <a:endParaRPr sz="900" b="1" i="0" u="none" strike="noStrike" cap="none">
                <a:solidFill>
                  <a:srgbClr val="086AFE"/>
                </a:solidFill>
                <a:latin typeface="Salesforce Sans"/>
                <a:ea typeface="Salesforce Sans"/>
                <a:cs typeface="Salesforce Sans"/>
                <a:sym typeface="Salesforce Sans"/>
              </a:endParaRPr>
            </a:p>
          </p:txBody>
        </p:sp>
        <p:sp>
          <p:nvSpPr>
            <p:cNvPr id="3361" name="Google Shape;3361;p87"/>
            <p:cNvSpPr txBox="1"/>
            <p:nvPr/>
          </p:nvSpPr>
          <p:spPr>
            <a:xfrm>
              <a:off x="8014197" y="8946738"/>
              <a:ext cx="815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Field Planning </a:t>
              </a:r>
              <a:endParaRPr sz="900" b="1" i="0" u="none" strike="noStrike" cap="none">
                <a:solidFill>
                  <a:srgbClr val="086AFE"/>
                </a:solidFill>
                <a:latin typeface="Salesforce Sans"/>
                <a:ea typeface="Salesforce Sans"/>
                <a:cs typeface="Salesforce Sans"/>
                <a:sym typeface="Salesforce Sans"/>
              </a:endParaRPr>
            </a:p>
          </p:txBody>
        </p:sp>
        <p:sp>
          <p:nvSpPr>
            <p:cNvPr id="3362" name="Google Shape;3362;p87"/>
            <p:cNvSpPr txBox="1"/>
            <p:nvPr/>
          </p:nvSpPr>
          <p:spPr>
            <a:xfrm>
              <a:off x="8014197" y="9718968"/>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Field Support &amp; Excellence </a:t>
              </a:r>
              <a:endParaRPr sz="900" b="1" i="0" u="none" strike="noStrike" cap="none">
                <a:solidFill>
                  <a:srgbClr val="086AFE"/>
                </a:solidFill>
                <a:latin typeface="Salesforce Sans"/>
                <a:ea typeface="Salesforce Sans"/>
                <a:cs typeface="Salesforce Sans"/>
                <a:sym typeface="Salesforce Sans"/>
              </a:endParaRPr>
            </a:p>
          </p:txBody>
        </p:sp>
        <p:sp>
          <p:nvSpPr>
            <p:cNvPr id="3363" name="Google Shape;3363;p87"/>
            <p:cNvSpPr txBox="1"/>
            <p:nvPr/>
          </p:nvSpPr>
          <p:spPr>
            <a:xfrm>
              <a:off x="9356208" y="16159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3364" name="Google Shape;3364;p87"/>
            <p:cNvSpPr txBox="1"/>
            <p:nvPr/>
          </p:nvSpPr>
          <p:spPr>
            <a:xfrm>
              <a:off x="9356195" y="1771000"/>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3365" name="Google Shape;3365;p87"/>
            <p:cNvSpPr/>
            <p:nvPr/>
          </p:nvSpPr>
          <p:spPr>
            <a:xfrm>
              <a:off x="9220161" y="17894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66" name="Google Shape;3366;p87"/>
            <p:cNvSpPr txBox="1"/>
            <p:nvPr/>
          </p:nvSpPr>
          <p:spPr>
            <a:xfrm>
              <a:off x="6814436" y="14180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367" name="Google Shape;3367;p87"/>
            <p:cNvSpPr txBox="1"/>
            <p:nvPr/>
          </p:nvSpPr>
          <p:spPr>
            <a:xfrm>
              <a:off x="8014204" y="14180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368" name="Google Shape;3368;p87"/>
            <p:cNvGrpSpPr/>
            <p:nvPr/>
          </p:nvGrpSpPr>
          <p:grpSpPr>
            <a:xfrm>
              <a:off x="6834047" y="1641256"/>
              <a:ext cx="952541" cy="449700"/>
              <a:chOff x="5812280" y="1793656"/>
              <a:chExt cx="952541" cy="449700"/>
            </a:xfrm>
          </p:grpSpPr>
          <p:sp>
            <p:nvSpPr>
              <p:cNvPr id="3369" name="Google Shape;3369;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370" name="Google Shape;3370;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3371" name="Google Shape;3371;p87"/>
            <p:cNvSpPr txBox="1"/>
            <p:nvPr/>
          </p:nvSpPr>
          <p:spPr>
            <a:xfrm>
              <a:off x="9358037" y="14180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372" name="Google Shape;3372;p87"/>
            <p:cNvSpPr txBox="1"/>
            <p:nvPr/>
          </p:nvSpPr>
          <p:spPr>
            <a:xfrm>
              <a:off x="8014197" y="16194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Internal Asset Management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3373" name="Google Shape;3373;p87"/>
            <p:cNvSpPr txBox="1"/>
            <p:nvPr/>
          </p:nvSpPr>
          <p:spPr>
            <a:xfrm>
              <a:off x="9356201" y="55417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sz="800" i="0" u="none" strike="noStrike" cap="none">
                <a:latin typeface="Salesforce Sans"/>
                <a:ea typeface="Salesforce Sans"/>
                <a:cs typeface="Salesforce Sans"/>
                <a:sym typeface="Salesforce Sans"/>
              </a:endParaRPr>
            </a:p>
          </p:txBody>
        </p:sp>
        <p:sp>
          <p:nvSpPr>
            <p:cNvPr id="3374" name="Google Shape;3374;p87"/>
            <p:cNvSpPr txBox="1"/>
            <p:nvPr/>
          </p:nvSpPr>
          <p:spPr>
            <a:xfrm>
              <a:off x="9356201" y="56903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sz="800" i="0" u="none" strike="noStrike" cap="none">
                <a:latin typeface="Salesforce Sans"/>
                <a:ea typeface="Salesforce Sans"/>
                <a:cs typeface="Salesforce Sans"/>
                <a:sym typeface="Salesforce Sans"/>
              </a:endParaRPr>
            </a:p>
          </p:txBody>
        </p:sp>
        <p:sp>
          <p:nvSpPr>
            <p:cNvPr id="3375" name="Google Shape;3375;p87"/>
            <p:cNvSpPr txBox="1"/>
            <p:nvPr/>
          </p:nvSpPr>
          <p:spPr>
            <a:xfrm>
              <a:off x="9356200" y="58389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3376" name="Google Shape;3376;p87"/>
            <p:cNvSpPr txBox="1"/>
            <p:nvPr/>
          </p:nvSpPr>
          <p:spPr>
            <a:xfrm>
              <a:off x="9356201" y="59901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sz="800" i="0" u="none" strike="noStrike" cap="none">
                <a:latin typeface="Salesforce Sans"/>
                <a:ea typeface="Salesforce Sans"/>
                <a:cs typeface="Salesforce Sans"/>
                <a:sym typeface="Salesforce Sans"/>
              </a:endParaRPr>
            </a:p>
          </p:txBody>
        </p:sp>
        <p:sp>
          <p:nvSpPr>
            <p:cNvPr id="3377" name="Google Shape;3377;p87"/>
            <p:cNvSpPr txBox="1"/>
            <p:nvPr/>
          </p:nvSpPr>
          <p:spPr>
            <a:xfrm>
              <a:off x="9356201" y="612996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sz="800" i="0" u="none" strike="noStrike" cap="none">
                <a:latin typeface="Salesforce Sans"/>
                <a:ea typeface="Salesforce Sans"/>
                <a:cs typeface="Salesforce Sans"/>
                <a:sym typeface="Salesforce Sans"/>
              </a:endParaRPr>
            </a:p>
          </p:txBody>
        </p:sp>
        <p:sp>
          <p:nvSpPr>
            <p:cNvPr id="3378" name="Google Shape;3378;p87"/>
            <p:cNvSpPr/>
            <p:nvPr/>
          </p:nvSpPr>
          <p:spPr>
            <a:xfrm>
              <a:off x="9220161" y="57089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79" name="Google Shape;3379;p87"/>
            <p:cNvSpPr/>
            <p:nvPr/>
          </p:nvSpPr>
          <p:spPr>
            <a:xfrm>
              <a:off x="9220161" y="58575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80" name="Google Shape;3380;p87"/>
            <p:cNvSpPr/>
            <p:nvPr/>
          </p:nvSpPr>
          <p:spPr>
            <a:xfrm>
              <a:off x="9220161" y="60087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81" name="Google Shape;3381;p87"/>
            <p:cNvSpPr/>
            <p:nvPr/>
          </p:nvSpPr>
          <p:spPr>
            <a:xfrm>
              <a:off x="9220161" y="61485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82" name="Google Shape;3382;p87"/>
            <p:cNvSpPr/>
            <p:nvPr/>
          </p:nvSpPr>
          <p:spPr>
            <a:xfrm>
              <a:off x="9220161" y="55603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3383" name="Google Shape;3383;p87"/>
            <p:cNvGrpSpPr/>
            <p:nvPr/>
          </p:nvGrpSpPr>
          <p:grpSpPr>
            <a:xfrm>
              <a:off x="6834047" y="3337659"/>
              <a:ext cx="952541" cy="449700"/>
              <a:chOff x="5812280" y="1793656"/>
              <a:chExt cx="952541" cy="449700"/>
            </a:xfrm>
          </p:grpSpPr>
          <p:sp>
            <p:nvSpPr>
              <p:cNvPr id="3384" name="Google Shape;3384;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385" name="Google Shape;3385;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3386" name="Google Shape;3386;p87"/>
            <p:cNvGrpSpPr/>
            <p:nvPr/>
          </p:nvGrpSpPr>
          <p:grpSpPr>
            <a:xfrm>
              <a:off x="6834047" y="8972002"/>
              <a:ext cx="952541" cy="449700"/>
              <a:chOff x="5812280" y="1793656"/>
              <a:chExt cx="952541" cy="449700"/>
            </a:xfrm>
          </p:grpSpPr>
          <p:sp>
            <p:nvSpPr>
              <p:cNvPr id="3387" name="Google Shape;3387;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388" name="Google Shape;3388;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389" name="Google Shape;3389;p87"/>
            <p:cNvSpPr txBox="1"/>
            <p:nvPr/>
          </p:nvSpPr>
          <p:spPr>
            <a:xfrm>
              <a:off x="9356201" y="89491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sz="800" i="0" u="none" strike="noStrike" cap="none">
                <a:latin typeface="Salesforce Sans"/>
                <a:ea typeface="Salesforce Sans"/>
                <a:cs typeface="Salesforce Sans"/>
                <a:sym typeface="Salesforce Sans"/>
              </a:endParaRPr>
            </a:p>
          </p:txBody>
        </p:sp>
        <p:sp>
          <p:nvSpPr>
            <p:cNvPr id="3390" name="Google Shape;3390;p87"/>
            <p:cNvSpPr txBox="1"/>
            <p:nvPr/>
          </p:nvSpPr>
          <p:spPr>
            <a:xfrm>
              <a:off x="9356201" y="909776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3391" name="Google Shape;3391;p87"/>
            <p:cNvSpPr txBox="1"/>
            <p:nvPr/>
          </p:nvSpPr>
          <p:spPr>
            <a:xfrm>
              <a:off x="9356201" y="9246373"/>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sz="800" i="0" u="none" strike="noStrike" cap="none">
                <a:latin typeface="Salesforce Sans"/>
                <a:ea typeface="Salesforce Sans"/>
                <a:cs typeface="Salesforce Sans"/>
                <a:sym typeface="Salesforce Sans"/>
              </a:endParaRPr>
            </a:p>
          </p:txBody>
        </p:sp>
        <p:sp>
          <p:nvSpPr>
            <p:cNvPr id="3392" name="Google Shape;3392;p87"/>
            <p:cNvSpPr txBox="1"/>
            <p:nvPr/>
          </p:nvSpPr>
          <p:spPr>
            <a:xfrm>
              <a:off x="9356201" y="939757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sz="800" i="0" u="none" strike="noStrike" cap="none">
                <a:latin typeface="Salesforce Sans"/>
                <a:ea typeface="Salesforce Sans"/>
                <a:cs typeface="Salesforce Sans"/>
                <a:sym typeface="Salesforce Sans"/>
              </a:endParaRPr>
            </a:p>
          </p:txBody>
        </p:sp>
        <p:sp>
          <p:nvSpPr>
            <p:cNvPr id="3393" name="Google Shape;3393;p87"/>
            <p:cNvSpPr txBox="1"/>
            <p:nvPr/>
          </p:nvSpPr>
          <p:spPr>
            <a:xfrm>
              <a:off x="9356201" y="953736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sz="800" i="0" u="none" strike="noStrike" cap="none">
                <a:latin typeface="Salesforce Sans"/>
                <a:ea typeface="Salesforce Sans"/>
                <a:cs typeface="Salesforce Sans"/>
                <a:sym typeface="Salesforce Sans"/>
              </a:endParaRPr>
            </a:p>
          </p:txBody>
        </p:sp>
        <p:sp>
          <p:nvSpPr>
            <p:cNvPr id="3394" name="Google Shape;3394;p87"/>
            <p:cNvSpPr/>
            <p:nvPr/>
          </p:nvSpPr>
          <p:spPr>
            <a:xfrm>
              <a:off x="9220161" y="91163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95" name="Google Shape;3395;p87"/>
            <p:cNvSpPr/>
            <p:nvPr/>
          </p:nvSpPr>
          <p:spPr>
            <a:xfrm>
              <a:off x="9220161" y="926497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396" name="Google Shape;3396;p87"/>
            <p:cNvSpPr/>
            <p:nvPr/>
          </p:nvSpPr>
          <p:spPr>
            <a:xfrm>
              <a:off x="9220161" y="941618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97" name="Google Shape;3397;p87"/>
            <p:cNvSpPr/>
            <p:nvPr/>
          </p:nvSpPr>
          <p:spPr>
            <a:xfrm>
              <a:off x="9220161" y="955597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98" name="Google Shape;3398;p87"/>
            <p:cNvSpPr/>
            <p:nvPr/>
          </p:nvSpPr>
          <p:spPr>
            <a:xfrm>
              <a:off x="9220161" y="896775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399" name="Google Shape;3399;p87"/>
            <p:cNvSpPr txBox="1"/>
            <p:nvPr/>
          </p:nvSpPr>
          <p:spPr>
            <a:xfrm>
              <a:off x="9356201" y="828934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3400" name="Google Shape;3400;p87"/>
            <p:cNvSpPr txBox="1"/>
            <p:nvPr/>
          </p:nvSpPr>
          <p:spPr>
            <a:xfrm>
              <a:off x="9356200" y="8437944"/>
              <a:ext cx="2658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3401" name="Google Shape;3401;p87"/>
            <p:cNvSpPr txBox="1"/>
            <p:nvPr/>
          </p:nvSpPr>
          <p:spPr>
            <a:xfrm>
              <a:off x="9356200" y="8586569"/>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3402" name="Google Shape;3402;p87"/>
            <p:cNvSpPr/>
            <p:nvPr/>
          </p:nvSpPr>
          <p:spPr>
            <a:xfrm>
              <a:off x="9220161" y="845655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03" name="Google Shape;3403;p87"/>
            <p:cNvSpPr/>
            <p:nvPr/>
          </p:nvSpPr>
          <p:spPr>
            <a:xfrm>
              <a:off x="9220161" y="86051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04" name="Google Shape;3404;p87"/>
            <p:cNvSpPr txBox="1"/>
            <p:nvPr/>
          </p:nvSpPr>
          <p:spPr>
            <a:xfrm>
              <a:off x="9356200" y="8737769"/>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3405" name="Google Shape;3405;p87"/>
            <p:cNvSpPr/>
            <p:nvPr/>
          </p:nvSpPr>
          <p:spPr>
            <a:xfrm>
              <a:off x="9220161" y="87563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06" name="Google Shape;3406;p87"/>
            <p:cNvSpPr/>
            <p:nvPr/>
          </p:nvSpPr>
          <p:spPr>
            <a:xfrm>
              <a:off x="9220161" y="83079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07" name="Google Shape;3407;p87"/>
            <p:cNvSpPr/>
            <p:nvPr/>
          </p:nvSpPr>
          <p:spPr>
            <a:xfrm>
              <a:off x="9220161" y="16344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08" name="Google Shape;3408;p87"/>
            <p:cNvSpPr txBox="1"/>
            <p:nvPr/>
          </p:nvSpPr>
          <p:spPr>
            <a:xfrm>
              <a:off x="9356208" y="19759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sz="800" i="0" u="none" strike="noStrike" cap="none">
                <a:latin typeface="Salesforce Sans"/>
                <a:ea typeface="Salesforce Sans"/>
                <a:cs typeface="Salesforce Sans"/>
                <a:sym typeface="Salesforce Sans"/>
              </a:endParaRPr>
            </a:p>
          </p:txBody>
        </p:sp>
        <p:sp>
          <p:nvSpPr>
            <p:cNvPr id="3409" name="Google Shape;3409;p87"/>
            <p:cNvSpPr txBox="1"/>
            <p:nvPr/>
          </p:nvSpPr>
          <p:spPr>
            <a:xfrm>
              <a:off x="9356208" y="21271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sz="800" i="0" u="none" strike="noStrike" cap="none">
                <a:latin typeface="Salesforce Sans"/>
                <a:ea typeface="Salesforce Sans"/>
                <a:cs typeface="Salesforce Sans"/>
                <a:sym typeface="Salesforce Sans"/>
              </a:endParaRPr>
            </a:p>
          </p:txBody>
        </p:sp>
        <p:sp>
          <p:nvSpPr>
            <p:cNvPr id="3410" name="Google Shape;3410;p87"/>
            <p:cNvSpPr txBox="1"/>
            <p:nvPr/>
          </p:nvSpPr>
          <p:spPr>
            <a:xfrm>
              <a:off x="9356207" y="2266928"/>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3411" name="Google Shape;3411;p87"/>
            <p:cNvSpPr/>
            <p:nvPr/>
          </p:nvSpPr>
          <p:spPr>
            <a:xfrm>
              <a:off x="9220161" y="199453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12" name="Google Shape;3412;p87"/>
            <p:cNvSpPr/>
            <p:nvPr/>
          </p:nvSpPr>
          <p:spPr>
            <a:xfrm>
              <a:off x="9220161" y="21457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13" name="Google Shape;3413;p87"/>
            <p:cNvSpPr/>
            <p:nvPr/>
          </p:nvSpPr>
          <p:spPr>
            <a:xfrm>
              <a:off x="9220161" y="22855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14" name="Google Shape;3414;p87"/>
            <p:cNvSpPr txBox="1"/>
            <p:nvPr/>
          </p:nvSpPr>
          <p:spPr>
            <a:xfrm>
              <a:off x="9356208" y="241747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sz="800" i="0" u="none" strike="noStrike" cap="none">
                <a:latin typeface="Salesforce Sans"/>
                <a:ea typeface="Salesforce Sans"/>
                <a:cs typeface="Salesforce Sans"/>
                <a:sym typeface="Salesforce Sans"/>
              </a:endParaRPr>
            </a:p>
          </p:txBody>
        </p:sp>
        <p:sp>
          <p:nvSpPr>
            <p:cNvPr id="3415" name="Google Shape;3415;p87"/>
            <p:cNvSpPr/>
            <p:nvPr/>
          </p:nvSpPr>
          <p:spPr>
            <a:xfrm>
              <a:off x="9220161" y="243607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16" name="Google Shape;3416;p87"/>
            <p:cNvSpPr txBox="1"/>
            <p:nvPr/>
          </p:nvSpPr>
          <p:spPr>
            <a:xfrm>
              <a:off x="9356208" y="26217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sz="800" i="0" u="none" strike="noStrike" cap="none">
                <a:latin typeface="Salesforce Sans"/>
                <a:ea typeface="Salesforce Sans"/>
                <a:cs typeface="Salesforce Sans"/>
                <a:sym typeface="Salesforce Sans"/>
              </a:endParaRPr>
            </a:p>
          </p:txBody>
        </p:sp>
        <p:sp>
          <p:nvSpPr>
            <p:cNvPr id="3417" name="Google Shape;3417;p87"/>
            <p:cNvSpPr txBox="1"/>
            <p:nvPr/>
          </p:nvSpPr>
          <p:spPr>
            <a:xfrm>
              <a:off x="9356208" y="27729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418" name="Google Shape;3418;p87"/>
            <p:cNvSpPr/>
            <p:nvPr/>
          </p:nvSpPr>
          <p:spPr>
            <a:xfrm>
              <a:off x="9220161" y="26403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19" name="Google Shape;3419;p87"/>
            <p:cNvSpPr/>
            <p:nvPr/>
          </p:nvSpPr>
          <p:spPr>
            <a:xfrm>
              <a:off x="9220161" y="279152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20" name="Google Shape;3420;p87"/>
            <p:cNvSpPr txBox="1"/>
            <p:nvPr/>
          </p:nvSpPr>
          <p:spPr>
            <a:xfrm>
              <a:off x="9356208" y="29712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sz="800" i="0" u="none" strike="noStrike" cap="none">
                <a:latin typeface="Salesforce Sans"/>
                <a:ea typeface="Salesforce Sans"/>
                <a:cs typeface="Salesforce Sans"/>
                <a:sym typeface="Salesforce Sans"/>
              </a:endParaRPr>
            </a:p>
          </p:txBody>
        </p:sp>
        <p:sp>
          <p:nvSpPr>
            <p:cNvPr id="3421" name="Google Shape;3421;p87"/>
            <p:cNvSpPr txBox="1"/>
            <p:nvPr/>
          </p:nvSpPr>
          <p:spPr>
            <a:xfrm>
              <a:off x="9356208" y="312246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sz="800" i="0" u="none" strike="noStrike" cap="none">
                <a:latin typeface="Salesforce Sans"/>
                <a:ea typeface="Salesforce Sans"/>
                <a:cs typeface="Salesforce Sans"/>
                <a:sym typeface="Salesforce Sans"/>
              </a:endParaRPr>
            </a:p>
          </p:txBody>
        </p:sp>
        <p:sp>
          <p:nvSpPr>
            <p:cNvPr id="3422" name="Google Shape;3422;p87"/>
            <p:cNvSpPr/>
            <p:nvPr/>
          </p:nvSpPr>
          <p:spPr>
            <a:xfrm>
              <a:off x="9220161" y="298985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23" name="Google Shape;3423;p87"/>
            <p:cNvSpPr txBox="1"/>
            <p:nvPr/>
          </p:nvSpPr>
          <p:spPr>
            <a:xfrm>
              <a:off x="9356201" y="33094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i="0" u="none" strike="noStrike" cap="none">
                <a:latin typeface="Salesforce Sans"/>
                <a:ea typeface="Salesforce Sans"/>
                <a:cs typeface="Salesforce Sans"/>
                <a:sym typeface="Salesforce Sans"/>
              </a:endParaRPr>
            </a:p>
          </p:txBody>
        </p:sp>
        <p:sp>
          <p:nvSpPr>
            <p:cNvPr id="3424" name="Google Shape;3424;p87"/>
            <p:cNvSpPr txBox="1"/>
            <p:nvPr/>
          </p:nvSpPr>
          <p:spPr>
            <a:xfrm>
              <a:off x="9356201" y="34580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i="0" u="none" strike="noStrike" cap="none">
                <a:latin typeface="Salesforce Sans"/>
                <a:ea typeface="Salesforce Sans"/>
                <a:cs typeface="Salesforce Sans"/>
                <a:sym typeface="Salesforce Sans"/>
              </a:endParaRPr>
            </a:p>
          </p:txBody>
        </p:sp>
        <p:sp>
          <p:nvSpPr>
            <p:cNvPr id="3425" name="Google Shape;3425;p87"/>
            <p:cNvSpPr txBox="1"/>
            <p:nvPr/>
          </p:nvSpPr>
          <p:spPr>
            <a:xfrm>
              <a:off x="9356200" y="36066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3426" name="Google Shape;3426;p87"/>
            <p:cNvSpPr txBox="1"/>
            <p:nvPr/>
          </p:nvSpPr>
          <p:spPr>
            <a:xfrm>
              <a:off x="9356201" y="37578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3427" name="Google Shape;3427;p87"/>
            <p:cNvSpPr txBox="1"/>
            <p:nvPr/>
          </p:nvSpPr>
          <p:spPr>
            <a:xfrm>
              <a:off x="9356201" y="389766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i="0" u="none" strike="noStrike" cap="none">
                <a:latin typeface="Salesforce Sans"/>
                <a:ea typeface="Salesforce Sans"/>
                <a:cs typeface="Salesforce Sans"/>
                <a:sym typeface="Salesforce Sans"/>
              </a:endParaRPr>
            </a:p>
          </p:txBody>
        </p:sp>
        <p:sp>
          <p:nvSpPr>
            <p:cNvPr id="3428" name="Google Shape;3428;p87"/>
            <p:cNvSpPr/>
            <p:nvPr/>
          </p:nvSpPr>
          <p:spPr>
            <a:xfrm>
              <a:off x="9220161" y="34766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29" name="Google Shape;3429;p87"/>
            <p:cNvSpPr/>
            <p:nvPr/>
          </p:nvSpPr>
          <p:spPr>
            <a:xfrm>
              <a:off x="9220161" y="36252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30" name="Google Shape;3430;p87"/>
            <p:cNvSpPr/>
            <p:nvPr/>
          </p:nvSpPr>
          <p:spPr>
            <a:xfrm>
              <a:off x="9220161" y="37764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31" name="Google Shape;3431;p87"/>
            <p:cNvSpPr/>
            <p:nvPr/>
          </p:nvSpPr>
          <p:spPr>
            <a:xfrm>
              <a:off x="9220161" y="39162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32" name="Google Shape;3432;p87"/>
            <p:cNvSpPr/>
            <p:nvPr/>
          </p:nvSpPr>
          <p:spPr>
            <a:xfrm>
              <a:off x="9220161" y="33280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33" name="Google Shape;3433;p87"/>
            <p:cNvSpPr txBox="1"/>
            <p:nvPr/>
          </p:nvSpPr>
          <p:spPr>
            <a:xfrm>
              <a:off x="9356201" y="410168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sz="800" i="0" u="none" strike="noStrike" cap="none">
                <a:latin typeface="Salesforce Sans"/>
                <a:ea typeface="Salesforce Sans"/>
                <a:cs typeface="Salesforce Sans"/>
                <a:sym typeface="Salesforce Sans"/>
              </a:endParaRPr>
            </a:p>
          </p:txBody>
        </p:sp>
        <p:sp>
          <p:nvSpPr>
            <p:cNvPr id="3434" name="Google Shape;3434;p87"/>
            <p:cNvSpPr txBox="1"/>
            <p:nvPr/>
          </p:nvSpPr>
          <p:spPr>
            <a:xfrm>
              <a:off x="9356201" y="425029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3435" name="Google Shape;3435;p87"/>
            <p:cNvSpPr txBox="1"/>
            <p:nvPr/>
          </p:nvSpPr>
          <p:spPr>
            <a:xfrm>
              <a:off x="9356200" y="4398913"/>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3436" name="Google Shape;3436;p87"/>
            <p:cNvSpPr txBox="1"/>
            <p:nvPr/>
          </p:nvSpPr>
          <p:spPr>
            <a:xfrm>
              <a:off x="9356201" y="455010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sz="800" i="0" u="none" strike="noStrike" cap="none">
                <a:latin typeface="Salesforce Sans"/>
                <a:ea typeface="Salesforce Sans"/>
                <a:cs typeface="Salesforce Sans"/>
                <a:sym typeface="Salesforce Sans"/>
              </a:endParaRPr>
            </a:p>
          </p:txBody>
        </p:sp>
        <p:sp>
          <p:nvSpPr>
            <p:cNvPr id="3437" name="Google Shape;3437;p87"/>
            <p:cNvSpPr txBox="1"/>
            <p:nvPr/>
          </p:nvSpPr>
          <p:spPr>
            <a:xfrm>
              <a:off x="9356201" y="4689893"/>
              <a:ext cx="2046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438" name="Google Shape;3438;p87"/>
            <p:cNvSpPr/>
            <p:nvPr/>
          </p:nvSpPr>
          <p:spPr>
            <a:xfrm>
              <a:off x="9220161" y="42688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39" name="Google Shape;3439;p87"/>
            <p:cNvSpPr/>
            <p:nvPr/>
          </p:nvSpPr>
          <p:spPr>
            <a:xfrm>
              <a:off x="9220161" y="44175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40" name="Google Shape;3440;p87"/>
            <p:cNvSpPr/>
            <p:nvPr/>
          </p:nvSpPr>
          <p:spPr>
            <a:xfrm>
              <a:off x="9220161" y="4708504"/>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41" name="Google Shape;3441;p87"/>
            <p:cNvSpPr/>
            <p:nvPr/>
          </p:nvSpPr>
          <p:spPr>
            <a:xfrm>
              <a:off x="9220161" y="412028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42" name="Google Shape;3442;p87"/>
            <p:cNvSpPr txBox="1"/>
            <p:nvPr/>
          </p:nvSpPr>
          <p:spPr>
            <a:xfrm>
              <a:off x="9356201" y="489131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sz="800" i="0" u="none" strike="noStrike" cap="none">
                <a:latin typeface="Salesforce Sans"/>
                <a:ea typeface="Salesforce Sans"/>
                <a:cs typeface="Salesforce Sans"/>
                <a:sym typeface="Salesforce Sans"/>
              </a:endParaRPr>
            </a:p>
          </p:txBody>
        </p:sp>
        <p:sp>
          <p:nvSpPr>
            <p:cNvPr id="3443" name="Google Shape;3443;p87"/>
            <p:cNvSpPr txBox="1"/>
            <p:nvPr/>
          </p:nvSpPr>
          <p:spPr>
            <a:xfrm>
              <a:off x="9356201" y="503992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sz="800" i="0" u="none" strike="noStrike" cap="none">
                <a:latin typeface="Salesforce Sans"/>
                <a:ea typeface="Salesforce Sans"/>
                <a:cs typeface="Salesforce Sans"/>
                <a:sym typeface="Salesforce Sans"/>
              </a:endParaRPr>
            </a:p>
          </p:txBody>
        </p:sp>
        <p:sp>
          <p:nvSpPr>
            <p:cNvPr id="3444" name="Google Shape;3444;p87"/>
            <p:cNvSpPr txBox="1"/>
            <p:nvPr/>
          </p:nvSpPr>
          <p:spPr>
            <a:xfrm>
              <a:off x="9356200" y="518853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3445" name="Google Shape;3445;p87"/>
            <p:cNvSpPr txBox="1"/>
            <p:nvPr/>
          </p:nvSpPr>
          <p:spPr>
            <a:xfrm>
              <a:off x="9356201" y="533973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sz="800" i="0" u="none" strike="noStrike" cap="none">
                <a:latin typeface="Salesforce Sans"/>
                <a:ea typeface="Salesforce Sans"/>
                <a:cs typeface="Salesforce Sans"/>
                <a:sym typeface="Salesforce Sans"/>
              </a:endParaRPr>
            </a:p>
          </p:txBody>
        </p:sp>
        <p:sp>
          <p:nvSpPr>
            <p:cNvPr id="3446" name="Google Shape;3446;p87"/>
            <p:cNvSpPr/>
            <p:nvPr/>
          </p:nvSpPr>
          <p:spPr>
            <a:xfrm>
              <a:off x="9220161" y="505852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47" name="Google Shape;3447;p87"/>
            <p:cNvSpPr/>
            <p:nvPr/>
          </p:nvSpPr>
          <p:spPr>
            <a:xfrm>
              <a:off x="9220161" y="520713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48" name="Google Shape;3448;p87"/>
            <p:cNvSpPr/>
            <p:nvPr/>
          </p:nvSpPr>
          <p:spPr>
            <a:xfrm>
              <a:off x="9220161" y="53583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49" name="Google Shape;3449;p87"/>
            <p:cNvSpPr/>
            <p:nvPr/>
          </p:nvSpPr>
          <p:spPr>
            <a:xfrm>
              <a:off x="9220161" y="49099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50" name="Google Shape;3450;p87"/>
            <p:cNvSpPr txBox="1"/>
            <p:nvPr/>
          </p:nvSpPr>
          <p:spPr>
            <a:xfrm>
              <a:off x="9356201" y="63364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sz="800" i="0" u="none" strike="noStrike" cap="none">
                <a:latin typeface="Salesforce Sans"/>
                <a:ea typeface="Salesforce Sans"/>
                <a:cs typeface="Salesforce Sans"/>
                <a:sym typeface="Salesforce Sans"/>
              </a:endParaRPr>
            </a:p>
          </p:txBody>
        </p:sp>
        <p:sp>
          <p:nvSpPr>
            <p:cNvPr id="3451" name="Google Shape;3451;p87"/>
            <p:cNvSpPr txBox="1"/>
            <p:nvPr/>
          </p:nvSpPr>
          <p:spPr>
            <a:xfrm>
              <a:off x="9356200" y="648507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3452" name="Google Shape;3452;p87"/>
            <p:cNvSpPr txBox="1"/>
            <p:nvPr/>
          </p:nvSpPr>
          <p:spPr>
            <a:xfrm>
              <a:off x="9356199" y="6636266"/>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sz="800" i="0" u="none" strike="noStrike" cap="none">
                <a:latin typeface="Salesforce Sans"/>
                <a:ea typeface="Salesforce Sans"/>
                <a:cs typeface="Salesforce Sans"/>
                <a:sym typeface="Salesforce Sans"/>
              </a:endParaRPr>
            </a:p>
          </p:txBody>
        </p:sp>
        <p:sp>
          <p:nvSpPr>
            <p:cNvPr id="3453" name="Google Shape;3453;p87"/>
            <p:cNvSpPr/>
            <p:nvPr/>
          </p:nvSpPr>
          <p:spPr>
            <a:xfrm>
              <a:off x="9220161" y="635506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54" name="Google Shape;3454;p87"/>
            <p:cNvSpPr/>
            <p:nvPr/>
          </p:nvSpPr>
          <p:spPr>
            <a:xfrm>
              <a:off x="9220161" y="650367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55" name="Google Shape;3455;p87"/>
            <p:cNvSpPr/>
            <p:nvPr/>
          </p:nvSpPr>
          <p:spPr>
            <a:xfrm>
              <a:off x="9220161" y="66548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56" name="Google Shape;3456;p87"/>
            <p:cNvSpPr txBox="1"/>
            <p:nvPr/>
          </p:nvSpPr>
          <p:spPr>
            <a:xfrm>
              <a:off x="9356201" y="68427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3457" name="Google Shape;3457;p87"/>
            <p:cNvSpPr txBox="1"/>
            <p:nvPr/>
          </p:nvSpPr>
          <p:spPr>
            <a:xfrm>
              <a:off x="9356200" y="69913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3458" name="Google Shape;3458;p87"/>
            <p:cNvSpPr txBox="1"/>
            <p:nvPr/>
          </p:nvSpPr>
          <p:spPr>
            <a:xfrm>
              <a:off x="9356199" y="71425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sz="800" i="0" u="none" strike="noStrike" cap="none">
                <a:latin typeface="Salesforce Sans"/>
                <a:ea typeface="Salesforce Sans"/>
                <a:cs typeface="Salesforce Sans"/>
                <a:sym typeface="Salesforce Sans"/>
              </a:endParaRPr>
            </a:p>
          </p:txBody>
        </p:sp>
        <p:sp>
          <p:nvSpPr>
            <p:cNvPr id="3459" name="Google Shape;3459;p87"/>
            <p:cNvSpPr/>
            <p:nvPr/>
          </p:nvSpPr>
          <p:spPr>
            <a:xfrm>
              <a:off x="9220161" y="68613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60" name="Google Shape;3460;p87"/>
            <p:cNvSpPr/>
            <p:nvPr/>
          </p:nvSpPr>
          <p:spPr>
            <a:xfrm>
              <a:off x="9220161" y="70099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61" name="Google Shape;3461;p87"/>
            <p:cNvSpPr/>
            <p:nvPr/>
          </p:nvSpPr>
          <p:spPr>
            <a:xfrm>
              <a:off x="9220161" y="71611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62" name="Google Shape;3462;p87"/>
            <p:cNvSpPr txBox="1"/>
            <p:nvPr/>
          </p:nvSpPr>
          <p:spPr>
            <a:xfrm>
              <a:off x="9356201" y="73404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sz="800" i="0" u="none" strike="noStrike" cap="none">
                <a:latin typeface="Salesforce Sans"/>
                <a:ea typeface="Salesforce Sans"/>
                <a:cs typeface="Salesforce Sans"/>
                <a:sym typeface="Salesforce Sans"/>
              </a:endParaRPr>
            </a:p>
          </p:txBody>
        </p:sp>
        <p:sp>
          <p:nvSpPr>
            <p:cNvPr id="3463" name="Google Shape;3463;p87"/>
            <p:cNvSpPr txBox="1"/>
            <p:nvPr/>
          </p:nvSpPr>
          <p:spPr>
            <a:xfrm>
              <a:off x="9356200" y="7489006"/>
              <a:ext cx="2658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3464" name="Google Shape;3464;p87"/>
            <p:cNvSpPr txBox="1"/>
            <p:nvPr/>
          </p:nvSpPr>
          <p:spPr>
            <a:xfrm>
              <a:off x="9356200" y="7637631"/>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3465" name="Google Shape;3465;p87"/>
            <p:cNvSpPr txBox="1"/>
            <p:nvPr/>
          </p:nvSpPr>
          <p:spPr>
            <a:xfrm>
              <a:off x="9356201" y="7928612"/>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sz="800" i="0" u="none" strike="noStrike" cap="none">
                <a:latin typeface="Salesforce Sans"/>
                <a:ea typeface="Salesforce Sans"/>
                <a:cs typeface="Salesforce Sans"/>
                <a:sym typeface="Salesforce Sans"/>
              </a:endParaRPr>
            </a:p>
          </p:txBody>
        </p:sp>
        <p:sp>
          <p:nvSpPr>
            <p:cNvPr id="3466" name="Google Shape;3466;p87"/>
            <p:cNvSpPr/>
            <p:nvPr/>
          </p:nvSpPr>
          <p:spPr>
            <a:xfrm>
              <a:off x="9220161" y="75076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67" name="Google Shape;3467;p87"/>
            <p:cNvSpPr txBox="1"/>
            <p:nvPr/>
          </p:nvSpPr>
          <p:spPr>
            <a:xfrm>
              <a:off x="9356200" y="7788831"/>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3468" name="Google Shape;3468;p87"/>
            <p:cNvSpPr/>
            <p:nvPr/>
          </p:nvSpPr>
          <p:spPr>
            <a:xfrm>
              <a:off x="9220161" y="765622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69" name="Google Shape;3469;p87"/>
            <p:cNvSpPr/>
            <p:nvPr/>
          </p:nvSpPr>
          <p:spPr>
            <a:xfrm>
              <a:off x="9220161" y="780743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70" name="Google Shape;3470;p87"/>
            <p:cNvSpPr/>
            <p:nvPr/>
          </p:nvSpPr>
          <p:spPr>
            <a:xfrm>
              <a:off x="9220161" y="79472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71" name="Google Shape;3471;p87"/>
            <p:cNvSpPr/>
            <p:nvPr/>
          </p:nvSpPr>
          <p:spPr>
            <a:xfrm>
              <a:off x="9220161" y="735900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72" name="Google Shape;3472;p87"/>
            <p:cNvSpPr txBox="1"/>
            <p:nvPr/>
          </p:nvSpPr>
          <p:spPr>
            <a:xfrm>
              <a:off x="9356201" y="807915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3473" name="Google Shape;3473;p87"/>
            <p:cNvSpPr/>
            <p:nvPr/>
          </p:nvSpPr>
          <p:spPr>
            <a:xfrm>
              <a:off x="9220161" y="809776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74" name="Google Shape;3474;p87"/>
            <p:cNvSpPr txBox="1"/>
            <p:nvPr/>
          </p:nvSpPr>
          <p:spPr>
            <a:xfrm>
              <a:off x="9356200" y="9742788"/>
              <a:ext cx="3343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3475" name="Google Shape;3475;p87"/>
            <p:cNvSpPr txBox="1"/>
            <p:nvPr/>
          </p:nvSpPr>
          <p:spPr>
            <a:xfrm>
              <a:off x="9356201" y="989140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sz="800" i="0" u="none" strike="noStrike" cap="none">
                <a:latin typeface="Salesforce Sans"/>
                <a:ea typeface="Salesforce Sans"/>
                <a:cs typeface="Salesforce Sans"/>
                <a:sym typeface="Salesforce Sans"/>
              </a:endParaRPr>
            </a:p>
          </p:txBody>
        </p:sp>
        <p:sp>
          <p:nvSpPr>
            <p:cNvPr id="3476" name="Google Shape;3476;p87"/>
            <p:cNvSpPr txBox="1"/>
            <p:nvPr/>
          </p:nvSpPr>
          <p:spPr>
            <a:xfrm>
              <a:off x="9356200" y="10040013"/>
              <a:ext cx="28080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marL="0" lvl="0" indent="0" algn="l" rtl="0">
                <a:spcBef>
                  <a:spcPts val="0"/>
                </a:spcBef>
                <a:spcAft>
                  <a:spcPts val="0"/>
                </a:spcAft>
                <a:buClr>
                  <a:schemeClr val="dk1"/>
                </a:buClr>
                <a:buSzPts val="2800"/>
                <a:buFont typeface="Arial"/>
                <a:buNone/>
              </a:pPr>
              <a:endParaRPr sz="800">
                <a:latin typeface="Salesforce Sans"/>
                <a:ea typeface="Salesforce Sans"/>
                <a:cs typeface="Salesforce Sans"/>
                <a:sym typeface="Salesforce Sans"/>
              </a:endParaRPr>
            </a:p>
          </p:txBody>
        </p:sp>
        <p:sp>
          <p:nvSpPr>
            <p:cNvPr id="3477" name="Google Shape;3477;p87"/>
            <p:cNvSpPr txBox="1"/>
            <p:nvPr/>
          </p:nvSpPr>
          <p:spPr>
            <a:xfrm>
              <a:off x="9356200" y="10185263"/>
              <a:ext cx="2451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478" name="Google Shape;3478;p87"/>
            <p:cNvSpPr txBox="1"/>
            <p:nvPr/>
          </p:nvSpPr>
          <p:spPr>
            <a:xfrm>
              <a:off x="9356200" y="10325038"/>
              <a:ext cx="24984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479" name="Google Shape;3479;p87"/>
            <p:cNvSpPr/>
            <p:nvPr/>
          </p:nvSpPr>
          <p:spPr>
            <a:xfrm>
              <a:off x="9220161" y="99100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80" name="Google Shape;3480;p87"/>
            <p:cNvSpPr/>
            <p:nvPr/>
          </p:nvSpPr>
          <p:spPr>
            <a:xfrm>
              <a:off x="9220161" y="1005861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481" name="Google Shape;3481;p87"/>
            <p:cNvSpPr/>
            <p:nvPr/>
          </p:nvSpPr>
          <p:spPr>
            <a:xfrm>
              <a:off x="9220161" y="102038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82" name="Google Shape;3482;p87"/>
            <p:cNvSpPr/>
            <p:nvPr/>
          </p:nvSpPr>
          <p:spPr>
            <a:xfrm>
              <a:off x="9220161" y="1034366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483" name="Google Shape;3483;p87"/>
            <p:cNvSpPr/>
            <p:nvPr/>
          </p:nvSpPr>
          <p:spPr>
            <a:xfrm>
              <a:off x="9220161" y="97613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grpSp>
        <p:nvGrpSpPr>
          <p:cNvPr id="3484" name="Google Shape;3484;p87"/>
          <p:cNvGrpSpPr/>
          <p:nvPr/>
        </p:nvGrpSpPr>
        <p:grpSpPr>
          <a:xfrm>
            <a:off x="11977311" y="1113234"/>
            <a:ext cx="6240062" cy="8994991"/>
            <a:chOff x="11173911" y="1037034"/>
            <a:chExt cx="6240062" cy="8994991"/>
          </a:xfrm>
        </p:grpSpPr>
        <p:sp>
          <p:nvSpPr>
            <p:cNvPr id="3485" name="Google Shape;3485;p87"/>
            <p:cNvSpPr txBox="1"/>
            <p:nvPr/>
          </p:nvSpPr>
          <p:spPr>
            <a:xfrm>
              <a:off x="12373676" y="2640147"/>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Customer Order Management </a:t>
              </a:r>
              <a:endParaRPr sz="900" b="1" i="0" u="none" strike="noStrike" cap="none">
                <a:solidFill>
                  <a:srgbClr val="086AFE"/>
                </a:solidFill>
                <a:latin typeface="Salesforce Sans"/>
                <a:ea typeface="Salesforce Sans"/>
                <a:cs typeface="Salesforce Sans"/>
                <a:sym typeface="Salesforce Sans"/>
              </a:endParaRPr>
            </a:p>
          </p:txBody>
        </p:sp>
        <p:sp>
          <p:nvSpPr>
            <p:cNvPr id="3486" name="Google Shape;3486;p87"/>
            <p:cNvSpPr txBox="1"/>
            <p:nvPr/>
          </p:nvSpPr>
          <p:spPr>
            <a:xfrm>
              <a:off x="12373676" y="3181293"/>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Delivery &amp; Logistics  Agent</a:t>
              </a:r>
              <a:endParaRPr sz="900" b="1" i="0" u="none" strike="noStrike" cap="none">
                <a:solidFill>
                  <a:srgbClr val="086AFE"/>
                </a:solidFill>
                <a:latin typeface="Salesforce Sans"/>
                <a:ea typeface="Salesforce Sans"/>
                <a:cs typeface="Salesforce Sans"/>
                <a:sym typeface="Salesforce Sans"/>
              </a:endParaRPr>
            </a:p>
          </p:txBody>
        </p:sp>
        <p:sp>
          <p:nvSpPr>
            <p:cNvPr id="3487" name="Google Shape;3487;p87"/>
            <p:cNvSpPr txBox="1"/>
            <p:nvPr/>
          </p:nvSpPr>
          <p:spPr>
            <a:xfrm>
              <a:off x="12373676" y="3924961"/>
              <a:ext cx="1016700" cy="3741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Strategy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&amp; Planning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3488" name="Google Shape;3488;p87"/>
            <p:cNvSpPr txBox="1"/>
            <p:nvPr/>
          </p:nvSpPr>
          <p:spPr>
            <a:xfrm>
              <a:off x="12373676" y="4253958"/>
              <a:ext cx="973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Attraction </a:t>
              </a:r>
              <a:endParaRPr sz="900" b="1" i="0" u="none" strike="noStrike" cap="none">
                <a:solidFill>
                  <a:srgbClr val="086AFE"/>
                </a:solidFill>
                <a:latin typeface="Salesforce Sans"/>
                <a:ea typeface="Salesforce Sans"/>
                <a:cs typeface="Salesforce Sans"/>
                <a:sym typeface="Salesforce Sans"/>
              </a:endParaRPr>
            </a:p>
          </p:txBody>
        </p:sp>
        <p:sp>
          <p:nvSpPr>
            <p:cNvPr id="3489" name="Google Shape;3489;p87"/>
            <p:cNvSpPr txBox="1"/>
            <p:nvPr/>
          </p:nvSpPr>
          <p:spPr>
            <a:xfrm>
              <a:off x="12373676" y="4882718"/>
              <a:ext cx="10053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Mgmt &amp; Development </a:t>
              </a:r>
              <a:endParaRPr sz="900" b="1" i="0" u="none" strike="noStrike" cap="none">
                <a:solidFill>
                  <a:srgbClr val="086AFE"/>
                </a:solidFill>
                <a:latin typeface="Salesforce Sans"/>
                <a:ea typeface="Salesforce Sans"/>
                <a:cs typeface="Salesforce Sans"/>
                <a:sym typeface="Salesforce Sans"/>
              </a:endParaRPr>
            </a:p>
          </p:txBody>
        </p:sp>
        <p:sp>
          <p:nvSpPr>
            <p:cNvPr id="3490" name="Google Shape;3490;p87"/>
            <p:cNvSpPr txBox="1"/>
            <p:nvPr/>
          </p:nvSpPr>
          <p:spPr>
            <a:xfrm>
              <a:off x="12373676" y="5986724"/>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Financial Strategy &amp;</a:t>
              </a:r>
              <a:r>
                <a:rPr lang="en" sz="900" b="1">
                  <a:solidFill>
                    <a:srgbClr val="086AFE"/>
                  </a:solidFill>
                  <a:latin typeface="Salesforce Sans"/>
                  <a:ea typeface="Salesforce Sans"/>
                  <a:cs typeface="Salesforce Sans"/>
                  <a:sym typeface="Salesforce Sans"/>
                </a:rPr>
                <a:t> </a:t>
              </a:r>
              <a:r>
                <a:rPr lang="en" sz="900" b="1" i="0" u="none" strike="noStrike" cap="none">
                  <a:solidFill>
                    <a:srgbClr val="086AFE"/>
                  </a:solidFill>
                  <a:latin typeface="Salesforce Sans"/>
                  <a:ea typeface="Salesforce Sans"/>
                  <a:cs typeface="Salesforce Sans"/>
                  <a:sym typeface="Salesforce Sans"/>
                </a:rPr>
                <a:t>Planning </a:t>
              </a:r>
              <a:endParaRPr sz="900" b="1" i="0" u="none" strike="noStrike" cap="none">
                <a:solidFill>
                  <a:srgbClr val="086AFE"/>
                </a:solidFill>
                <a:latin typeface="Salesforce Sans"/>
                <a:ea typeface="Salesforce Sans"/>
                <a:cs typeface="Salesforce Sans"/>
                <a:sym typeface="Salesforce Sans"/>
              </a:endParaRPr>
            </a:p>
          </p:txBody>
        </p:sp>
        <p:sp>
          <p:nvSpPr>
            <p:cNvPr id="3491" name="Google Shape;3491;p87"/>
            <p:cNvSpPr txBox="1"/>
            <p:nvPr/>
          </p:nvSpPr>
          <p:spPr>
            <a:xfrm>
              <a:off x="12373676" y="6456544"/>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Finance Operations </a:t>
              </a:r>
              <a:endParaRPr sz="900" b="1" i="0" u="none" strike="noStrike" cap="none">
                <a:solidFill>
                  <a:srgbClr val="086AFE"/>
                </a:solidFill>
                <a:latin typeface="Salesforce Sans"/>
                <a:ea typeface="Salesforce Sans"/>
                <a:cs typeface="Salesforce Sans"/>
                <a:sym typeface="Salesforce Sans"/>
              </a:endParaRPr>
            </a:p>
          </p:txBody>
        </p:sp>
        <p:sp>
          <p:nvSpPr>
            <p:cNvPr id="3492" name="Google Shape;3492;p87"/>
            <p:cNvSpPr txBox="1"/>
            <p:nvPr/>
          </p:nvSpPr>
          <p:spPr>
            <a:xfrm>
              <a:off x="12373676" y="6929014"/>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Tax &amp; </a:t>
              </a:r>
              <a:r>
                <a:rPr lang="en" sz="900" b="1">
                  <a:solidFill>
                    <a:srgbClr val="086AFE"/>
                  </a:solidFill>
                  <a:latin typeface="Salesforce Sans"/>
                  <a:ea typeface="Salesforce Sans"/>
                  <a:cs typeface="Salesforce Sans"/>
                  <a:sym typeface="Salesforce Sans"/>
                </a:rPr>
                <a:t>Comp.</a:t>
              </a:r>
              <a:br>
                <a:rPr lang="en" sz="900" b="1">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3493" name="Google Shape;3493;p87"/>
            <p:cNvSpPr txBox="1"/>
            <p:nvPr/>
          </p:nvSpPr>
          <p:spPr>
            <a:xfrm>
              <a:off x="12373676" y="7111014"/>
              <a:ext cx="973800" cy="249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Mgmt. &amp; Board Reporting </a:t>
              </a:r>
              <a:r>
                <a:rPr lang="en" sz="900" b="1">
                  <a:solidFill>
                    <a:srgbClr val="086AFE"/>
                  </a:solidFill>
                  <a:latin typeface="Salesforce Sans"/>
                  <a:ea typeface="Salesforce Sans"/>
                  <a:cs typeface="Salesforce Sans"/>
                  <a:sym typeface="Salesforce Sans"/>
                </a:rPr>
                <a:t>Gen. </a:t>
              </a:r>
              <a:endParaRPr sz="900" b="1" i="0" u="none" strike="noStrike" cap="none">
                <a:solidFill>
                  <a:srgbClr val="086AFE"/>
                </a:solidFill>
                <a:latin typeface="Salesforce Sans"/>
                <a:ea typeface="Salesforce Sans"/>
                <a:cs typeface="Salesforce Sans"/>
                <a:sym typeface="Salesforce Sans"/>
              </a:endParaRPr>
            </a:p>
          </p:txBody>
        </p:sp>
        <p:sp>
          <p:nvSpPr>
            <p:cNvPr id="3494" name="Google Shape;3494;p87"/>
            <p:cNvSpPr txBox="1"/>
            <p:nvPr/>
          </p:nvSpPr>
          <p:spPr>
            <a:xfrm>
              <a:off x="12373676" y="7437385"/>
              <a:ext cx="973800" cy="41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IT Incident Management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&amp; Recovery </a:t>
              </a:r>
              <a:endParaRPr sz="900" b="1" i="0" u="none" strike="noStrike" cap="none">
                <a:solidFill>
                  <a:srgbClr val="086AFE"/>
                </a:solidFill>
                <a:latin typeface="Salesforce Sans"/>
                <a:ea typeface="Salesforce Sans"/>
                <a:cs typeface="Salesforce Sans"/>
                <a:sym typeface="Salesforce Sans"/>
              </a:endParaRPr>
            </a:p>
          </p:txBody>
        </p:sp>
        <p:sp>
          <p:nvSpPr>
            <p:cNvPr id="3495" name="Google Shape;3495;p87"/>
            <p:cNvSpPr txBox="1"/>
            <p:nvPr/>
          </p:nvSpPr>
          <p:spPr>
            <a:xfrm>
              <a:off x="12373676" y="5361550"/>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Operations </a:t>
              </a:r>
              <a:endParaRPr sz="900" b="1" i="0" u="none" strike="noStrike" cap="none">
                <a:solidFill>
                  <a:srgbClr val="086AFE"/>
                </a:solidFill>
                <a:latin typeface="Salesforce Sans"/>
                <a:ea typeface="Salesforce Sans"/>
                <a:cs typeface="Salesforce Sans"/>
                <a:sym typeface="Salesforce Sans"/>
              </a:endParaRPr>
            </a:p>
          </p:txBody>
        </p:sp>
        <p:sp>
          <p:nvSpPr>
            <p:cNvPr id="3496" name="Google Shape;3496;p87"/>
            <p:cNvSpPr txBox="1"/>
            <p:nvPr/>
          </p:nvSpPr>
          <p:spPr>
            <a:xfrm>
              <a:off x="12373676" y="2154263"/>
              <a:ext cx="9738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Back-office and Fulfillment Operations </a:t>
              </a:r>
              <a:endParaRPr sz="900" b="1" i="0" u="none" strike="noStrike" cap="none">
                <a:solidFill>
                  <a:srgbClr val="086AFE"/>
                </a:solidFill>
                <a:latin typeface="Salesforce Sans"/>
                <a:ea typeface="Salesforce Sans"/>
                <a:cs typeface="Salesforce Sans"/>
                <a:sym typeface="Salesforce Sans"/>
              </a:endParaRPr>
            </a:p>
          </p:txBody>
        </p:sp>
        <p:sp>
          <p:nvSpPr>
            <p:cNvPr id="3497" name="Google Shape;3497;p87"/>
            <p:cNvSpPr txBox="1"/>
            <p:nvPr/>
          </p:nvSpPr>
          <p:spPr>
            <a:xfrm>
              <a:off x="12373676" y="8082932"/>
              <a:ext cx="973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Erp/Mes Data Integration </a:t>
              </a:r>
              <a:endParaRPr sz="900" b="1" i="0" u="none" strike="noStrike" cap="none">
                <a:solidFill>
                  <a:srgbClr val="086AFE"/>
                </a:solidFill>
                <a:latin typeface="Salesforce Sans"/>
                <a:ea typeface="Salesforce Sans"/>
                <a:cs typeface="Salesforce Sans"/>
                <a:sym typeface="Salesforce Sans"/>
              </a:endParaRPr>
            </a:p>
          </p:txBody>
        </p:sp>
        <p:sp>
          <p:nvSpPr>
            <p:cNvPr id="3498" name="Google Shape;3498;p87"/>
            <p:cNvSpPr txBox="1"/>
            <p:nvPr/>
          </p:nvSpPr>
          <p:spPr>
            <a:xfrm>
              <a:off x="12373676" y="9162000"/>
              <a:ext cx="973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Litigation &amp; Dispute</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3499" name="Google Shape;3499;p87"/>
            <p:cNvSpPr txBox="1"/>
            <p:nvPr/>
          </p:nvSpPr>
          <p:spPr>
            <a:xfrm>
              <a:off x="12373675" y="8710238"/>
              <a:ext cx="12060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Customer Con-</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tract Lifecycle Mgmt </a:t>
              </a:r>
              <a:endParaRPr sz="900" b="1" i="0" u="none" strike="noStrike" cap="none">
                <a:solidFill>
                  <a:srgbClr val="086AFE"/>
                </a:solidFill>
                <a:latin typeface="Salesforce Sans"/>
                <a:ea typeface="Salesforce Sans"/>
                <a:cs typeface="Salesforce Sans"/>
                <a:sym typeface="Salesforce Sans"/>
              </a:endParaRPr>
            </a:p>
          </p:txBody>
        </p:sp>
        <p:sp>
          <p:nvSpPr>
            <p:cNvPr id="3500" name="Google Shape;3500;p87"/>
            <p:cNvSpPr/>
            <p:nvPr/>
          </p:nvSpPr>
          <p:spPr>
            <a:xfrm>
              <a:off x="12404873" y="9845126"/>
              <a:ext cx="5009100" cy="18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a:latin typeface="Salesforce Sans"/>
                <a:ea typeface="Salesforce Sans"/>
                <a:cs typeface="Salesforce Sans"/>
                <a:sym typeface="Salesforce Sans"/>
              </a:endParaRPr>
            </a:p>
          </p:txBody>
        </p:sp>
        <p:sp>
          <p:nvSpPr>
            <p:cNvPr id="3501" name="Google Shape;3501;p87"/>
            <p:cNvSpPr txBox="1"/>
            <p:nvPr/>
          </p:nvSpPr>
          <p:spPr>
            <a:xfrm>
              <a:off x="13715683" y="12349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3502" name="Google Shape;3502;p87"/>
            <p:cNvSpPr txBox="1"/>
            <p:nvPr/>
          </p:nvSpPr>
          <p:spPr>
            <a:xfrm>
              <a:off x="13715670" y="1390000"/>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3503" name="Google Shape;3503;p87"/>
            <p:cNvSpPr/>
            <p:nvPr/>
          </p:nvSpPr>
          <p:spPr>
            <a:xfrm>
              <a:off x="13579636" y="14084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04" name="Google Shape;3504;p87"/>
            <p:cNvSpPr txBox="1"/>
            <p:nvPr/>
          </p:nvSpPr>
          <p:spPr>
            <a:xfrm>
              <a:off x="11173911" y="10370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505" name="Google Shape;3505;p87"/>
            <p:cNvSpPr txBox="1"/>
            <p:nvPr/>
          </p:nvSpPr>
          <p:spPr>
            <a:xfrm>
              <a:off x="12373679" y="10370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506" name="Google Shape;3506;p87"/>
            <p:cNvGrpSpPr/>
            <p:nvPr/>
          </p:nvGrpSpPr>
          <p:grpSpPr>
            <a:xfrm>
              <a:off x="11193522" y="1260256"/>
              <a:ext cx="952541" cy="449700"/>
              <a:chOff x="5812280" y="1793656"/>
              <a:chExt cx="952541" cy="449700"/>
            </a:xfrm>
          </p:grpSpPr>
          <p:sp>
            <p:nvSpPr>
              <p:cNvPr id="3507" name="Google Shape;3507;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508" name="Google Shape;3508;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509" name="Google Shape;3509;p87"/>
            <p:cNvSpPr txBox="1"/>
            <p:nvPr/>
          </p:nvSpPr>
          <p:spPr>
            <a:xfrm>
              <a:off x="13717512" y="10370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510" name="Google Shape;3510;p87"/>
            <p:cNvSpPr txBox="1"/>
            <p:nvPr/>
          </p:nvSpPr>
          <p:spPr>
            <a:xfrm>
              <a:off x="12373672" y="123842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Customer Care</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3511" name="Google Shape;3511;p87"/>
            <p:cNvGrpSpPr/>
            <p:nvPr/>
          </p:nvGrpSpPr>
          <p:grpSpPr>
            <a:xfrm>
              <a:off x="11193522" y="3934484"/>
              <a:ext cx="952541" cy="449700"/>
              <a:chOff x="5812280" y="1793656"/>
              <a:chExt cx="952541" cy="449700"/>
            </a:xfrm>
          </p:grpSpPr>
          <p:sp>
            <p:nvSpPr>
              <p:cNvPr id="3512" name="Google Shape;3512;p87"/>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3513" name="Google Shape;3513;p87"/>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3514" name="Google Shape;3514;p87"/>
            <p:cNvSpPr/>
            <p:nvPr/>
          </p:nvSpPr>
          <p:spPr>
            <a:xfrm>
              <a:off x="13579636" y="12534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15" name="Google Shape;3515;p87"/>
            <p:cNvSpPr txBox="1"/>
            <p:nvPr/>
          </p:nvSpPr>
          <p:spPr>
            <a:xfrm>
              <a:off x="13715683" y="154582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sz="800" i="0" u="none" strike="noStrike" cap="none">
                <a:latin typeface="Salesforce Sans"/>
                <a:ea typeface="Salesforce Sans"/>
                <a:cs typeface="Salesforce Sans"/>
                <a:sym typeface="Salesforce Sans"/>
              </a:endParaRPr>
            </a:p>
          </p:txBody>
        </p:sp>
        <p:sp>
          <p:nvSpPr>
            <p:cNvPr id="3516" name="Google Shape;3516;p87"/>
            <p:cNvSpPr txBox="1"/>
            <p:nvPr/>
          </p:nvSpPr>
          <p:spPr>
            <a:xfrm>
              <a:off x="13715683" y="169702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i="0" u="none" strike="noStrike" cap="none">
                <a:latin typeface="Salesforce Sans"/>
                <a:ea typeface="Salesforce Sans"/>
                <a:cs typeface="Salesforce Sans"/>
                <a:sym typeface="Salesforce Sans"/>
              </a:endParaRPr>
            </a:p>
          </p:txBody>
        </p:sp>
        <p:sp>
          <p:nvSpPr>
            <p:cNvPr id="3517" name="Google Shape;3517;p87"/>
            <p:cNvSpPr txBox="1"/>
            <p:nvPr/>
          </p:nvSpPr>
          <p:spPr>
            <a:xfrm>
              <a:off x="13715682" y="183681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3518" name="Google Shape;3518;p87"/>
            <p:cNvSpPr/>
            <p:nvPr/>
          </p:nvSpPr>
          <p:spPr>
            <a:xfrm>
              <a:off x="13579636" y="15644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19" name="Google Shape;3519;p87"/>
            <p:cNvSpPr/>
            <p:nvPr/>
          </p:nvSpPr>
          <p:spPr>
            <a:xfrm>
              <a:off x="13579636" y="171562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20" name="Google Shape;3520;p87"/>
            <p:cNvSpPr/>
            <p:nvPr/>
          </p:nvSpPr>
          <p:spPr>
            <a:xfrm>
              <a:off x="13579636" y="185541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21" name="Google Shape;3521;p87"/>
            <p:cNvSpPr txBox="1"/>
            <p:nvPr/>
          </p:nvSpPr>
          <p:spPr>
            <a:xfrm>
              <a:off x="13715676" y="265700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sz="800" i="0" u="none" strike="noStrike" cap="none">
                <a:latin typeface="Salesforce Sans"/>
                <a:ea typeface="Salesforce Sans"/>
                <a:cs typeface="Salesforce Sans"/>
                <a:sym typeface="Salesforce Sans"/>
              </a:endParaRPr>
            </a:p>
          </p:txBody>
        </p:sp>
        <p:sp>
          <p:nvSpPr>
            <p:cNvPr id="3522" name="Google Shape;3522;p87"/>
            <p:cNvSpPr txBox="1"/>
            <p:nvPr/>
          </p:nvSpPr>
          <p:spPr>
            <a:xfrm>
              <a:off x="13715676" y="28056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sz="800" i="0" u="none" strike="noStrike" cap="none">
                <a:latin typeface="Salesforce Sans"/>
                <a:ea typeface="Salesforce Sans"/>
                <a:cs typeface="Salesforce Sans"/>
                <a:sym typeface="Salesforce Sans"/>
              </a:endParaRPr>
            </a:p>
          </p:txBody>
        </p:sp>
        <p:sp>
          <p:nvSpPr>
            <p:cNvPr id="3523" name="Google Shape;3523;p87"/>
            <p:cNvSpPr txBox="1"/>
            <p:nvPr/>
          </p:nvSpPr>
          <p:spPr>
            <a:xfrm>
              <a:off x="13715675" y="2954225"/>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3524" name="Google Shape;3524;p87"/>
            <p:cNvSpPr/>
            <p:nvPr/>
          </p:nvSpPr>
          <p:spPr>
            <a:xfrm>
              <a:off x="13579636" y="28242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25" name="Google Shape;3525;p87"/>
            <p:cNvSpPr/>
            <p:nvPr/>
          </p:nvSpPr>
          <p:spPr>
            <a:xfrm>
              <a:off x="13579636" y="29728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26" name="Google Shape;3526;p87"/>
            <p:cNvSpPr/>
            <p:nvPr/>
          </p:nvSpPr>
          <p:spPr>
            <a:xfrm>
              <a:off x="13579636" y="26755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27" name="Google Shape;3527;p87"/>
            <p:cNvSpPr txBox="1"/>
            <p:nvPr/>
          </p:nvSpPr>
          <p:spPr>
            <a:xfrm>
              <a:off x="13715676" y="31263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sz="800" i="0" u="none" strike="noStrike" cap="none">
                <a:latin typeface="Salesforce Sans"/>
                <a:ea typeface="Salesforce Sans"/>
                <a:cs typeface="Salesforce Sans"/>
                <a:sym typeface="Salesforce Sans"/>
              </a:endParaRPr>
            </a:p>
          </p:txBody>
        </p:sp>
        <p:sp>
          <p:nvSpPr>
            <p:cNvPr id="3528" name="Google Shape;3528;p87"/>
            <p:cNvSpPr txBox="1"/>
            <p:nvPr/>
          </p:nvSpPr>
          <p:spPr>
            <a:xfrm>
              <a:off x="13715676" y="32749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sz="800" i="0" u="none" strike="noStrike" cap="none">
                <a:latin typeface="Salesforce Sans"/>
                <a:ea typeface="Salesforce Sans"/>
                <a:cs typeface="Salesforce Sans"/>
                <a:sym typeface="Salesforce Sans"/>
              </a:endParaRPr>
            </a:p>
          </p:txBody>
        </p:sp>
        <p:sp>
          <p:nvSpPr>
            <p:cNvPr id="3529" name="Google Shape;3529;p87"/>
            <p:cNvSpPr txBox="1"/>
            <p:nvPr/>
          </p:nvSpPr>
          <p:spPr>
            <a:xfrm>
              <a:off x="13715675" y="34235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3530" name="Google Shape;3530;p87"/>
            <p:cNvSpPr txBox="1"/>
            <p:nvPr/>
          </p:nvSpPr>
          <p:spPr>
            <a:xfrm>
              <a:off x="13715676" y="35747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sz="800" i="0" u="none" strike="noStrike" cap="none">
                <a:latin typeface="Salesforce Sans"/>
                <a:ea typeface="Salesforce Sans"/>
                <a:cs typeface="Salesforce Sans"/>
                <a:sym typeface="Salesforce Sans"/>
              </a:endParaRPr>
            </a:p>
          </p:txBody>
        </p:sp>
        <p:sp>
          <p:nvSpPr>
            <p:cNvPr id="3531" name="Google Shape;3531;p87"/>
            <p:cNvSpPr/>
            <p:nvPr/>
          </p:nvSpPr>
          <p:spPr>
            <a:xfrm>
              <a:off x="13579636" y="32935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32" name="Google Shape;3532;p87"/>
            <p:cNvSpPr/>
            <p:nvPr/>
          </p:nvSpPr>
          <p:spPr>
            <a:xfrm>
              <a:off x="13579636" y="344218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33" name="Google Shape;3533;p87"/>
            <p:cNvSpPr/>
            <p:nvPr/>
          </p:nvSpPr>
          <p:spPr>
            <a:xfrm>
              <a:off x="13579636" y="35933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34" name="Google Shape;3534;p87"/>
            <p:cNvSpPr/>
            <p:nvPr/>
          </p:nvSpPr>
          <p:spPr>
            <a:xfrm>
              <a:off x="13579636" y="31449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35" name="Google Shape;3535;p87"/>
            <p:cNvSpPr txBox="1"/>
            <p:nvPr/>
          </p:nvSpPr>
          <p:spPr>
            <a:xfrm>
              <a:off x="13715676" y="64617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sz="800" i="0" u="none" strike="noStrike" cap="none">
                <a:latin typeface="Salesforce Sans"/>
                <a:ea typeface="Salesforce Sans"/>
                <a:cs typeface="Salesforce Sans"/>
                <a:sym typeface="Salesforce Sans"/>
              </a:endParaRPr>
            </a:p>
          </p:txBody>
        </p:sp>
        <p:sp>
          <p:nvSpPr>
            <p:cNvPr id="3536" name="Google Shape;3536;p87"/>
            <p:cNvSpPr txBox="1"/>
            <p:nvPr/>
          </p:nvSpPr>
          <p:spPr>
            <a:xfrm>
              <a:off x="13715675" y="66103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3537" name="Google Shape;3537;p87"/>
            <p:cNvSpPr txBox="1"/>
            <p:nvPr/>
          </p:nvSpPr>
          <p:spPr>
            <a:xfrm>
              <a:off x="13715674" y="6756791"/>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3538" name="Google Shape;3538;p87"/>
            <p:cNvSpPr/>
            <p:nvPr/>
          </p:nvSpPr>
          <p:spPr>
            <a:xfrm>
              <a:off x="13579636" y="64803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39" name="Google Shape;3539;p87"/>
            <p:cNvSpPr/>
            <p:nvPr/>
          </p:nvSpPr>
          <p:spPr>
            <a:xfrm>
              <a:off x="13579636" y="66289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40" name="Google Shape;3540;p87"/>
            <p:cNvSpPr/>
            <p:nvPr/>
          </p:nvSpPr>
          <p:spPr>
            <a:xfrm>
              <a:off x="13579636" y="677540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41" name="Google Shape;3541;p87"/>
            <p:cNvSpPr txBox="1"/>
            <p:nvPr/>
          </p:nvSpPr>
          <p:spPr>
            <a:xfrm>
              <a:off x="13715676" y="20341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sz="800" i="0" u="none" strike="noStrike" cap="none">
                <a:latin typeface="Salesforce Sans"/>
                <a:ea typeface="Salesforce Sans"/>
                <a:cs typeface="Salesforce Sans"/>
                <a:sym typeface="Salesforce Sans"/>
              </a:endParaRPr>
            </a:p>
          </p:txBody>
        </p:sp>
        <p:sp>
          <p:nvSpPr>
            <p:cNvPr id="3542" name="Google Shape;3542;p87"/>
            <p:cNvSpPr txBox="1"/>
            <p:nvPr/>
          </p:nvSpPr>
          <p:spPr>
            <a:xfrm>
              <a:off x="13715676" y="21827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sz="800" i="0" u="none" strike="noStrike" cap="none">
                <a:latin typeface="Salesforce Sans"/>
                <a:ea typeface="Salesforce Sans"/>
                <a:cs typeface="Salesforce Sans"/>
                <a:sym typeface="Salesforce Sans"/>
              </a:endParaRPr>
            </a:p>
          </p:txBody>
        </p:sp>
        <p:sp>
          <p:nvSpPr>
            <p:cNvPr id="3543" name="Google Shape;3543;p87"/>
            <p:cNvSpPr txBox="1"/>
            <p:nvPr/>
          </p:nvSpPr>
          <p:spPr>
            <a:xfrm>
              <a:off x="13715675" y="23313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3544" name="Google Shape;3544;p87"/>
            <p:cNvSpPr txBox="1"/>
            <p:nvPr/>
          </p:nvSpPr>
          <p:spPr>
            <a:xfrm>
              <a:off x="13715676" y="24825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3545" name="Google Shape;3545;p87"/>
            <p:cNvSpPr/>
            <p:nvPr/>
          </p:nvSpPr>
          <p:spPr>
            <a:xfrm>
              <a:off x="13579636" y="23499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46" name="Google Shape;3546;p87"/>
            <p:cNvSpPr/>
            <p:nvPr/>
          </p:nvSpPr>
          <p:spPr>
            <a:xfrm>
              <a:off x="13579636" y="20527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47" name="Google Shape;3547;p87"/>
            <p:cNvSpPr txBox="1"/>
            <p:nvPr/>
          </p:nvSpPr>
          <p:spPr>
            <a:xfrm>
              <a:off x="13715676" y="390887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3548" name="Google Shape;3548;p87"/>
            <p:cNvSpPr txBox="1"/>
            <p:nvPr/>
          </p:nvSpPr>
          <p:spPr>
            <a:xfrm>
              <a:off x="13715676" y="405748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i="0" u="none" strike="noStrike" cap="none">
                <a:latin typeface="Salesforce Sans"/>
                <a:ea typeface="Salesforce Sans"/>
                <a:cs typeface="Salesforce Sans"/>
                <a:sym typeface="Salesforce Sans"/>
              </a:endParaRPr>
            </a:p>
          </p:txBody>
        </p:sp>
        <p:sp>
          <p:nvSpPr>
            <p:cNvPr id="3549" name="Google Shape;3549;p87"/>
            <p:cNvSpPr/>
            <p:nvPr/>
          </p:nvSpPr>
          <p:spPr>
            <a:xfrm>
              <a:off x="13579636" y="407608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50" name="Google Shape;3550;p87"/>
            <p:cNvSpPr/>
            <p:nvPr/>
          </p:nvSpPr>
          <p:spPr>
            <a:xfrm>
              <a:off x="13579636" y="392747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51" name="Google Shape;3551;p87"/>
            <p:cNvSpPr txBox="1"/>
            <p:nvPr/>
          </p:nvSpPr>
          <p:spPr>
            <a:xfrm>
              <a:off x="13715676" y="42576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3552" name="Google Shape;3552;p87"/>
            <p:cNvSpPr txBox="1"/>
            <p:nvPr/>
          </p:nvSpPr>
          <p:spPr>
            <a:xfrm>
              <a:off x="13715676" y="44062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3553" name="Google Shape;3553;p87"/>
            <p:cNvSpPr txBox="1"/>
            <p:nvPr/>
          </p:nvSpPr>
          <p:spPr>
            <a:xfrm>
              <a:off x="13715675" y="45548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3554" name="Google Shape;3554;p87"/>
            <p:cNvSpPr txBox="1"/>
            <p:nvPr/>
          </p:nvSpPr>
          <p:spPr>
            <a:xfrm>
              <a:off x="13715676" y="47060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3555" name="Google Shape;3555;p87"/>
            <p:cNvSpPr/>
            <p:nvPr/>
          </p:nvSpPr>
          <p:spPr>
            <a:xfrm>
              <a:off x="13579636" y="442487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56" name="Google Shape;3556;p87"/>
            <p:cNvSpPr/>
            <p:nvPr/>
          </p:nvSpPr>
          <p:spPr>
            <a:xfrm>
              <a:off x="13579636" y="45734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57" name="Google Shape;3557;p87"/>
            <p:cNvSpPr/>
            <p:nvPr/>
          </p:nvSpPr>
          <p:spPr>
            <a:xfrm>
              <a:off x="13579636" y="472468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58" name="Google Shape;3558;p87"/>
            <p:cNvSpPr/>
            <p:nvPr/>
          </p:nvSpPr>
          <p:spPr>
            <a:xfrm>
              <a:off x="13579636" y="427626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59" name="Google Shape;3559;p87"/>
            <p:cNvSpPr txBox="1"/>
            <p:nvPr/>
          </p:nvSpPr>
          <p:spPr>
            <a:xfrm>
              <a:off x="13715676" y="487657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3560" name="Google Shape;3560;p87"/>
            <p:cNvSpPr txBox="1"/>
            <p:nvPr/>
          </p:nvSpPr>
          <p:spPr>
            <a:xfrm>
              <a:off x="13715675" y="5025191"/>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3561" name="Google Shape;3561;p87"/>
            <p:cNvSpPr txBox="1"/>
            <p:nvPr/>
          </p:nvSpPr>
          <p:spPr>
            <a:xfrm>
              <a:off x="13715674" y="5176378"/>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i="0" u="none" strike="noStrike" cap="none">
                <a:latin typeface="Salesforce Sans"/>
                <a:ea typeface="Salesforce Sans"/>
                <a:cs typeface="Salesforce Sans"/>
                <a:sym typeface="Salesforce Sans"/>
              </a:endParaRPr>
            </a:p>
          </p:txBody>
        </p:sp>
        <p:sp>
          <p:nvSpPr>
            <p:cNvPr id="3562" name="Google Shape;3562;p87"/>
            <p:cNvSpPr/>
            <p:nvPr/>
          </p:nvSpPr>
          <p:spPr>
            <a:xfrm>
              <a:off x="13579636" y="504378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63" name="Google Shape;3563;p87"/>
            <p:cNvSpPr/>
            <p:nvPr/>
          </p:nvSpPr>
          <p:spPr>
            <a:xfrm>
              <a:off x="13579636" y="51949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64" name="Google Shape;3564;p87"/>
            <p:cNvSpPr txBox="1"/>
            <p:nvPr/>
          </p:nvSpPr>
          <p:spPr>
            <a:xfrm>
              <a:off x="13715675" y="5352938"/>
              <a:ext cx="2678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sz="800" i="0" u="none" strike="noStrike" cap="none">
                <a:latin typeface="Salesforce Sans"/>
                <a:ea typeface="Salesforce Sans"/>
                <a:cs typeface="Salesforce Sans"/>
                <a:sym typeface="Salesforce Sans"/>
              </a:endParaRPr>
            </a:p>
          </p:txBody>
        </p:sp>
        <p:sp>
          <p:nvSpPr>
            <p:cNvPr id="3565" name="Google Shape;3565;p87"/>
            <p:cNvSpPr txBox="1"/>
            <p:nvPr/>
          </p:nvSpPr>
          <p:spPr>
            <a:xfrm>
              <a:off x="13715675" y="5501538"/>
              <a:ext cx="300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566" name="Google Shape;3566;p87"/>
            <p:cNvSpPr txBox="1"/>
            <p:nvPr/>
          </p:nvSpPr>
          <p:spPr>
            <a:xfrm>
              <a:off x="13715675" y="5650169"/>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3567" name="Google Shape;3567;p87"/>
            <p:cNvSpPr/>
            <p:nvPr/>
          </p:nvSpPr>
          <p:spPr>
            <a:xfrm>
              <a:off x="13579636" y="552015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68" name="Google Shape;3568;p87"/>
            <p:cNvSpPr txBox="1"/>
            <p:nvPr/>
          </p:nvSpPr>
          <p:spPr>
            <a:xfrm>
              <a:off x="13715675" y="5801369"/>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3569" name="Google Shape;3569;p87"/>
            <p:cNvSpPr/>
            <p:nvPr/>
          </p:nvSpPr>
          <p:spPr>
            <a:xfrm>
              <a:off x="13579636" y="5668762"/>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70" name="Google Shape;3570;p87"/>
            <p:cNvSpPr/>
            <p:nvPr/>
          </p:nvSpPr>
          <p:spPr>
            <a:xfrm>
              <a:off x="13579636" y="53715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71" name="Google Shape;3571;p87"/>
            <p:cNvSpPr txBox="1"/>
            <p:nvPr/>
          </p:nvSpPr>
          <p:spPr>
            <a:xfrm>
              <a:off x="13715676" y="59816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3572" name="Google Shape;3572;p87"/>
            <p:cNvSpPr txBox="1"/>
            <p:nvPr/>
          </p:nvSpPr>
          <p:spPr>
            <a:xfrm>
              <a:off x="13715675" y="613027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3573" name="Google Shape;3573;p87"/>
            <p:cNvSpPr txBox="1"/>
            <p:nvPr/>
          </p:nvSpPr>
          <p:spPr>
            <a:xfrm>
              <a:off x="13715674" y="6281466"/>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3574" name="Google Shape;3574;p87"/>
            <p:cNvSpPr/>
            <p:nvPr/>
          </p:nvSpPr>
          <p:spPr>
            <a:xfrm>
              <a:off x="13579636" y="6000261"/>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75" name="Google Shape;3575;p87"/>
            <p:cNvSpPr/>
            <p:nvPr/>
          </p:nvSpPr>
          <p:spPr>
            <a:xfrm>
              <a:off x="13579636" y="6148871"/>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76" name="Google Shape;3576;p87"/>
            <p:cNvSpPr/>
            <p:nvPr/>
          </p:nvSpPr>
          <p:spPr>
            <a:xfrm>
              <a:off x="13579636" y="630007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77" name="Google Shape;3577;p87"/>
            <p:cNvSpPr txBox="1"/>
            <p:nvPr/>
          </p:nvSpPr>
          <p:spPr>
            <a:xfrm>
              <a:off x="13715675" y="6928716"/>
              <a:ext cx="2425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578" name="Google Shape;3578;p87"/>
            <p:cNvSpPr txBox="1"/>
            <p:nvPr/>
          </p:nvSpPr>
          <p:spPr>
            <a:xfrm>
              <a:off x="13715676" y="71024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3579" name="Google Shape;3579;p87"/>
            <p:cNvSpPr txBox="1"/>
            <p:nvPr/>
          </p:nvSpPr>
          <p:spPr>
            <a:xfrm>
              <a:off x="13715676" y="72510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3580" name="Google Shape;3580;p87"/>
            <p:cNvSpPr/>
            <p:nvPr/>
          </p:nvSpPr>
          <p:spPr>
            <a:xfrm>
              <a:off x="13579636" y="71210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81" name="Google Shape;3581;p87"/>
            <p:cNvSpPr txBox="1"/>
            <p:nvPr/>
          </p:nvSpPr>
          <p:spPr>
            <a:xfrm>
              <a:off x="13715676" y="742780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sz="800" i="0" u="none" strike="noStrike" cap="none">
                <a:latin typeface="Salesforce Sans"/>
                <a:ea typeface="Salesforce Sans"/>
                <a:cs typeface="Salesforce Sans"/>
                <a:sym typeface="Salesforce Sans"/>
              </a:endParaRPr>
            </a:p>
          </p:txBody>
        </p:sp>
        <p:sp>
          <p:nvSpPr>
            <p:cNvPr id="3582" name="Google Shape;3582;p87"/>
            <p:cNvSpPr txBox="1"/>
            <p:nvPr/>
          </p:nvSpPr>
          <p:spPr>
            <a:xfrm>
              <a:off x="13715676" y="75764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sz="800" i="0" u="none" strike="noStrike" cap="none">
                <a:latin typeface="Salesforce Sans"/>
                <a:ea typeface="Salesforce Sans"/>
                <a:cs typeface="Salesforce Sans"/>
                <a:sym typeface="Salesforce Sans"/>
              </a:endParaRPr>
            </a:p>
          </p:txBody>
        </p:sp>
        <p:sp>
          <p:nvSpPr>
            <p:cNvPr id="3583" name="Google Shape;3583;p87"/>
            <p:cNvSpPr txBox="1"/>
            <p:nvPr/>
          </p:nvSpPr>
          <p:spPr>
            <a:xfrm>
              <a:off x="13715675" y="7725025"/>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584" name="Google Shape;3584;p87"/>
            <p:cNvSpPr txBox="1"/>
            <p:nvPr/>
          </p:nvSpPr>
          <p:spPr>
            <a:xfrm>
              <a:off x="13715676" y="787621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3585" name="Google Shape;3585;p87"/>
            <p:cNvSpPr/>
            <p:nvPr/>
          </p:nvSpPr>
          <p:spPr>
            <a:xfrm>
              <a:off x="13579636" y="7743618"/>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3586" name="Google Shape;3586;p87"/>
            <p:cNvSpPr txBox="1"/>
            <p:nvPr/>
          </p:nvSpPr>
          <p:spPr>
            <a:xfrm>
              <a:off x="13715676" y="80740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sz="800" i="0" u="none" strike="noStrike" cap="none">
                <a:latin typeface="Salesforce Sans"/>
                <a:ea typeface="Salesforce Sans"/>
                <a:cs typeface="Salesforce Sans"/>
                <a:sym typeface="Salesforce Sans"/>
              </a:endParaRPr>
            </a:p>
          </p:txBody>
        </p:sp>
        <p:sp>
          <p:nvSpPr>
            <p:cNvPr id="3587" name="Google Shape;3587;p87"/>
            <p:cNvSpPr txBox="1"/>
            <p:nvPr/>
          </p:nvSpPr>
          <p:spPr>
            <a:xfrm>
              <a:off x="13715676" y="82226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3588" name="Google Shape;3588;p87"/>
            <p:cNvSpPr txBox="1"/>
            <p:nvPr/>
          </p:nvSpPr>
          <p:spPr>
            <a:xfrm>
              <a:off x="13715675" y="83712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3589" name="Google Shape;3589;p87"/>
            <p:cNvSpPr txBox="1"/>
            <p:nvPr/>
          </p:nvSpPr>
          <p:spPr>
            <a:xfrm>
              <a:off x="13715676" y="8522481"/>
              <a:ext cx="2046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3590" name="Google Shape;3590;p87"/>
            <p:cNvSpPr txBox="1"/>
            <p:nvPr/>
          </p:nvSpPr>
          <p:spPr>
            <a:xfrm>
              <a:off x="13715676" y="869941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3591" name="Google Shape;3591;p87"/>
            <p:cNvSpPr txBox="1"/>
            <p:nvPr/>
          </p:nvSpPr>
          <p:spPr>
            <a:xfrm>
              <a:off x="13715675" y="884802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3592" name="Google Shape;3592;p87"/>
            <p:cNvSpPr txBox="1"/>
            <p:nvPr/>
          </p:nvSpPr>
          <p:spPr>
            <a:xfrm>
              <a:off x="13715674" y="89944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3593" name="Google Shape;3593;p87"/>
            <p:cNvSpPr/>
            <p:nvPr/>
          </p:nvSpPr>
          <p:spPr>
            <a:xfrm>
              <a:off x="13579636" y="87180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94" name="Google Shape;3594;p87"/>
            <p:cNvSpPr/>
            <p:nvPr/>
          </p:nvSpPr>
          <p:spPr>
            <a:xfrm>
              <a:off x="13579636" y="90130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3595" name="Google Shape;3595;p87"/>
            <p:cNvSpPr txBox="1"/>
            <p:nvPr/>
          </p:nvSpPr>
          <p:spPr>
            <a:xfrm>
              <a:off x="13715676" y="915899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3596" name="Google Shape;3596;p87"/>
            <p:cNvSpPr txBox="1"/>
            <p:nvPr/>
          </p:nvSpPr>
          <p:spPr>
            <a:xfrm>
              <a:off x="13715675" y="930760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3597" name="Google Shape;3597;p87"/>
            <p:cNvSpPr txBox="1"/>
            <p:nvPr/>
          </p:nvSpPr>
          <p:spPr>
            <a:xfrm>
              <a:off x="13715674" y="945403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19 Card - Small right">
  <p:cSld name="TITLE_1_1_1_1_1_1_1_1_1_1_1_1_1_1_1_1_1_1_3">
    <p:bg>
      <p:bgPr>
        <a:solidFill>
          <a:srgbClr val="CFE9FE"/>
        </a:solidFill>
        <a:effectLst/>
      </p:bgPr>
    </p:bg>
    <p:spTree>
      <p:nvGrpSpPr>
        <p:cNvPr id="1" name="Shape 3598"/>
        <p:cNvGrpSpPr/>
        <p:nvPr/>
      </p:nvGrpSpPr>
      <p:grpSpPr>
        <a:xfrm>
          <a:off x="0" y="0"/>
          <a:ext cx="0" cy="0"/>
          <a:chOff x="0" y="0"/>
          <a:chExt cx="0" cy="0"/>
        </a:xfrm>
      </p:grpSpPr>
      <p:pic>
        <p:nvPicPr>
          <p:cNvPr id="3599" name="Google Shape;3599;p88" title="Salesforce logo"/>
          <p:cNvPicPr preferRelativeResize="0"/>
          <p:nvPr/>
        </p:nvPicPr>
        <p:blipFill rotWithShape="1">
          <a:blip r:embed="rId2">
            <a:alphaModFix/>
          </a:blip>
          <a:srcRect/>
          <a:stretch/>
        </p:blipFill>
        <p:spPr>
          <a:xfrm>
            <a:off x="16549999" y="848190"/>
            <a:ext cx="953601" cy="667642"/>
          </a:xfrm>
          <a:prstGeom prst="rect">
            <a:avLst/>
          </a:prstGeom>
          <a:noFill/>
          <a:ln>
            <a:noFill/>
          </a:ln>
        </p:spPr>
      </p:pic>
      <p:sp>
        <p:nvSpPr>
          <p:cNvPr id="3600" name="Google Shape;3600;p88"/>
          <p:cNvSpPr txBox="1">
            <a:spLocks noGrp="1"/>
          </p:cNvSpPr>
          <p:nvPr>
            <p:ph type="title"/>
          </p:nvPr>
        </p:nvSpPr>
        <p:spPr>
          <a:xfrm>
            <a:off x="857250" y="838200"/>
            <a:ext cx="76200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01" name="Google Shape;3601;p88"/>
          <p:cNvSpPr txBox="1">
            <a:spLocks noGrp="1"/>
          </p:cNvSpPr>
          <p:nvPr>
            <p:ph type="subTitle" idx="1"/>
          </p:nvPr>
        </p:nvSpPr>
        <p:spPr>
          <a:xfrm>
            <a:off x="857250" y="2468880"/>
            <a:ext cx="76200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02" name="Google Shape;3602;p88"/>
          <p:cNvSpPr txBox="1">
            <a:spLocks noGrp="1"/>
          </p:cNvSpPr>
          <p:nvPr>
            <p:ph type="body" idx="2"/>
          </p:nvPr>
        </p:nvSpPr>
        <p:spPr>
          <a:xfrm>
            <a:off x="857250" y="3399472"/>
            <a:ext cx="7620000" cy="5734200"/>
          </a:xfrm>
          <a:prstGeom prst="rect">
            <a:avLst/>
          </a:prstGeom>
        </p:spPr>
        <p:txBody>
          <a:bodyPr spcFirstLastPara="1" wrap="square" lIns="0" tIns="0" rIns="0" bIns="0" anchor="t" anchorCtr="0">
            <a:noAutofit/>
          </a:bodyPr>
          <a:lstStyle>
            <a:lvl1pPr marL="457200" lvl="0" indent="-419100">
              <a:spcBef>
                <a:spcPts val="0"/>
              </a:spcBef>
              <a:spcAft>
                <a:spcPts val="0"/>
              </a:spcAft>
              <a:buClr>
                <a:schemeClr val="dk1"/>
              </a:buClr>
              <a:buSzPts val="3000"/>
              <a:buChar char="●"/>
              <a:defRPr sz="3000">
                <a:solidFill>
                  <a:schemeClr val="dk1"/>
                </a:solidFill>
              </a:defRPr>
            </a:lvl1pPr>
            <a:lvl2pPr marL="914400" lvl="1" indent="-393700">
              <a:spcBef>
                <a:spcPts val="1800"/>
              </a:spcBef>
              <a:spcAft>
                <a:spcPts val="0"/>
              </a:spcAft>
              <a:buClr>
                <a:schemeClr val="dk1"/>
              </a:buClr>
              <a:buSzPts val="2600"/>
              <a:buChar char="○"/>
              <a:defRPr sz="2600">
                <a:solidFill>
                  <a:schemeClr val="dk1"/>
                </a:solidFill>
              </a:defRPr>
            </a:lvl2pPr>
            <a:lvl3pPr marL="1371600" lvl="2" indent="-381000">
              <a:spcBef>
                <a:spcPts val="1800"/>
              </a:spcBef>
              <a:spcAft>
                <a:spcPts val="0"/>
              </a:spcAft>
              <a:buClr>
                <a:schemeClr val="dk1"/>
              </a:buClr>
              <a:buSzPts val="2400"/>
              <a:buChar char="■"/>
              <a:defRPr sz="2400">
                <a:solidFill>
                  <a:schemeClr val="dk1"/>
                </a:solidFill>
              </a:defRPr>
            </a:lvl3pPr>
            <a:lvl4pPr marL="1828800" lvl="3" indent="-368300">
              <a:spcBef>
                <a:spcPts val="1800"/>
              </a:spcBef>
              <a:spcAft>
                <a:spcPts val="0"/>
              </a:spcAft>
              <a:buClr>
                <a:schemeClr val="dk1"/>
              </a:buClr>
              <a:buSzPts val="2200"/>
              <a:buChar char="●"/>
              <a:defRPr sz="2200">
                <a:solidFill>
                  <a:schemeClr val="dk1"/>
                </a:solidFill>
              </a:defRPr>
            </a:lvl4pPr>
            <a:lvl5pPr marL="2286000" lvl="4" indent="-355600">
              <a:spcBef>
                <a:spcPts val="1800"/>
              </a:spcBef>
              <a:spcAft>
                <a:spcPts val="0"/>
              </a:spcAft>
              <a:buClr>
                <a:schemeClr val="dk1"/>
              </a:buClr>
              <a:buSzPts val="2000"/>
              <a:buChar char="○"/>
              <a:defRPr sz="2000">
                <a:solidFill>
                  <a:schemeClr val="dk1"/>
                </a:solidFill>
              </a:defRPr>
            </a:lvl5pPr>
            <a:lvl6pPr marL="2743200" lvl="5" indent="-342900">
              <a:spcBef>
                <a:spcPts val="1800"/>
              </a:spcBef>
              <a:spcAft>
                <a:spcPts val="0"/>
              </a:spcAft>
              <a:buClr>
                <a:schemeClr val="dk1"/>
              </a:buClr>
              <a:buSzPts val="1800"/>
              <a:buChar char="■"/>
              <a:defRPr sz="1800">
                <a:solidFill>
                  <a:schemeClr val="dk1"/>
                </a:solidFill>
              </a:defRPr>
            </a:lvl6pPr>
            <a:lvl7pPr marL="3200400" lvl="6" indent="-342900">
              <a:spcBef>
                <a:spcPts val="1800"/>
              </a:spcBef>
              <a:spcAft>
                <a:spcPts val="0"/>
              </a:spcAft>
              <a:buClr>
                <a:schemeClr val="dk1"/>
              </a:buClr>
              <a:buSzPts val="1800"/>
              <a:buChar char="●"/>
              <a:defRPr sz="1800">
                <a:solidFill>
                  <a:schemeClr val="dk1"/>
                </a:solidFill>
              </a:defRPr>
            </a:lvl7pPr>
            <a:lvl8pPr marL="3657600" lvl="7" indent="-342900">
              <a:spcBef>
                <a:spcPts val="1800"/>
              </a:spcBef>
              <a:spcAft>
                <a:spcPts val="0"/>
              </a:spcAft>
              <a:buClr>
                <a:schemeClr val="dk1"/>
              </a:buClr>
              <a:buSzPts val="1800"/>
              <a:buChar char="○"/>
              <a:defRPr sz="1800">
                <a:solidFill>
                  <a:schemeClr val="dk1"/>
                </a:solidFill>
              </a:defRPr>
            </a:lvl8pPr>
            <a:lvl9pPr marL="4114800" lvl="8" indent="-342900">
              <a:spcBef>
                <a:spcPts val="1800"/>
              </a:spcBef>
              <a:spcAft>
                <a:spcPts val="1800"/>
              </a:spcAft>
              <a:buClr>
                <a:schemeClr val="dk1"/>
              </a:buClr>
              <a:buSzPts val="1800"/>
              <a:buChar char="■"/>
              <a:defRPr sz="1800">
                <a:solidFill>
                  <a:schemeClr val="dk1"/>
                </a:solidFill>
              </a:defRPr>
            </a:lvl9pPr>
          </a:lstStyle>
          <a:p>
            <a:endParaRPr/>
          </a:p>
        </p:txBody>
      </p:sp>
      <p:sp>
        <p:nvSpPr>
          <p:cNvPr id="3603" name="Google Shape;3603;p88"/>
          <p:cNvSpPr/>
          <p:nvPr/>
        </p:nvSpPr>
        <p:spPr>
          <a:xfrm flipH="1">
            <a:off x="8828935" y="571500"/>
            <a:ext cx="8925282" cy="9146412"/>
          </a:xfrm>
          <a:custGeom>
            <a:avLst/>
            <a:gdLst/>
            <a:ahLst/>
            <a:cxnLst/>
            <a:rect l="l" t="t" r="r" b="b"/>
            <a:pathLst>
              <a:path w="21600" h="21600" extrusionOk="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604" name="Google Shape;3604;p8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3 Title Blue 1">
  <p:cSld name="TITLE_1_1">
    <p:bg>
      <p:bgPr>
        <a:solidFill>
          <a:srgbClr val="CFE9FE"/>
        </a:solidFill>
        <a:effectLst/>
      </p:bgPr>
    </p:bg>
    <p:spTree>
      <p:nvGrpSpPr>
        <p:cNvPr id="1" name="Shape 3608"/>
        <p:cNvGrpSpPr/>
        <p:nvPr/>
      </p:nvGrpSpPr>
      <p:grpSpPr>
        <a:xfrm>
          <a:off x="0" y="0"/>
          <a:ext cx="0" cy="0"/>
          <a:chOff x="0" y="0"/>
          <a:chExt cx="0" cy="0"/>
        </a:xfrm>
      </p:grpSpPr>
      <p:pic>
        <p:nvPicPr>
          <p:cNvPr id="3609" name="Google Shape;3609;p9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10" name="Google Shape;3610;p90"/>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3611" name="Google Shape;3611;p90"/>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3612" name="Google Shape;3612;p90"/>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3613" name="Google Shape;3613;p90" descr="pasted-movie.png"/>
          <p:cNvPicPr preferRelativeResize="0"/>
          <p:nvPr/>
        </p:nvPicPr>
        <p:blipFill rotWithShape="1">
          <a:blip r:embed="rId3">
            <a:alphaModFix/>
          </a:blip>
          <a:srcRect/>
          <a:stretch/>
        </p:blipFill>
        <p:spPr>
          <a:xfrm>
            <a:off x="12011024" y="3457128"/>
            <a:ext cx="4817111" cy="3372700"/>
          </a:xfrm>
          <a:prstGeom prst="rect">
            <a:avLst/>
          </a:prstGeom>
          <a:noFill/>
          <a:ln>
            <a:noFill/>
          </a:ln>
        </p:spPr>
      </p:pic>
      <p:pic>
        <p:nvPicPr>
          <p:cNvPr id="3614" name="Google Shape;3614;p90" title="BE-MVP-Icon-Spark_Redux_V3_STRAIGHT_yellow.png"/>
          <p:cNvPicPr preferRelativeResize="0"/>
          <p:nvPr/>
        </p:nvPicPr>
        <p:blipFill rotWithShape="1">
          <a:blip r:embed="rId4">
            <a:alphaModFix/>
          </a:blip>
          <a:srcRect t="2562" b="2562"/>
          <a:stretch/>
        </p:blipFill>
        <p:spPr>
          <a:xfrm>
            <a:off x="11999699" y="7352501"/>
            <a:ext cx="881350" cy="892624"/>
          </a:xfrm>
          <a:prstGeom prst="rect">
            <a:avLst/>
          </a:prstGeom>
          <a:noFill/>
          <a:ln>
            <a:noFill/>
          </a:ln>
        </p:spPr>
      </p:pic>
      <p:pic>
        <p:nvPicPr>
          <p:cNvPr id="3615" name="Google Shape;3615;p90" title="BE-MVP-Icon-Spark_Redux_V3_STRAIGHT_yellow.png"/>
          <p:cNvPicPr preferRelativeResize="0"/>
          <p:nvPr/>
        </p:nvPicPr>
        <p:blipFill rotWithShape="1">
          <a:blip r:embed="rId4">
            <a:alphaModFix/>
          </a:blip>
          <a:srcRect t="2562" b="2562"/>
          <a:stretch/>
        </p:blipFill>
        <p:spPr>
          <a:xfrm>
            <a:off x="11352437" y="7313993"/>
            <a:ext cx="361974" cy="366603"/>
          </a:xfrm>
          <a:prstGeom prst="rect">
            <a:avLst/>
          </a:prstGeom>
          <a:noFill/>
          <a:ln>
            <a:noFill/>
          </a:ln>
        </p:spPr>
      </p:pic>
      <p:pic>
        <p:nvPicPr>
          <p:cNvPr id="3616" name="Google Shape;3616;p90" title="BE-MVP-Icon-Spark_Redux_V3_STRAIGHT_yellow.png"/>
          <p:cNvPicPr preferRelativeResize="0"/>
          <p:nvPr/>
        </p:nvPicPr>
        <p:blipFill rotWithShape="1">
          <a:blip r:embed="rId4">
            <a:alphaModFix/>
          </a:blip>
          <a:srcRect t="2562" b="2562"/>
          <a:stretch/>
        </p:blipFill>
        <p:spPr>
          <a:xfrm>
            <a:off x="12677254" y="6820652"/>
            <a:ext cx="229750" cy="232700"/>
          </a:xfrm>
          <a:prstGeom prst="rect">
            <a:avLst/>
          </a:prstGeom>
          <a:noFill/>
          <a:ln>
            <a:noFill/>
          </a:ln>
        </p:spPr>
      </p:pic>
      <p:pic>
        <p:nvPicPr>
          <p:cNvPr id="3617" name="Google Shape;3617;p90" title="BE-MVP-Icon-Spark_Redux_V3_STRAIGHT_yellow.png"/>
          <p:cNvPicPr preferRelativeResize="0"/>
          <p:nvPr/>
        </p:nvPicPr>
        <p:blipFill rotWithShape="1">
          <a:blip r:embed="rId4">
            <a:alphaModFix/>
          </a:blip>
          <a:srcRect t="2562" b="2562"/>
          <a:stretch/>
        </p:blipFill>
        <p:spPr>
          <a:xfrm>
            <a:off x="15709439" y="3054244"/>
            <a:ext cx="163720" cy="165815"/>
          </a:xfrm>
          <a:prstGeom prst="rect">
            <a:avLst/>
          </a:prstGeom>
          <a:noFill/>
          <a:ln>
            <a:noFill/>
          </a:ln>
        </p:spPr>
      </p:pic>
      <p:pic>
        <p:nvPicPr>
          <p:cNvPr id="3618" name="Google Shape;3618;p90" title="BE-MVP-Icon-Spark_Redux_V3_STRAIGHT_yellow.png"/>
          <p:cNvPicPr preferRelativeResize="0"/>
          <p:nvPr/>
        </p:nvPicPr>
        <p:blipFill rotWithShape="1">
          <a:blip r:embed="rId4">
            <a:alphaModFix/>
          </a:blip>
          <a:srcRect t="2562" b="2562"/>
          <a:stretch/>
        </p:blipFill>
        <p:spPr>
          <a:xfrm>
            <a:off x="16388567" y="2606039"/>
            <a:ext cx="558052" cy="565190"/>
          </a:xfrm>
          <a:prstGeom prst="rect">
            <a:avLst/>
          </a:prstGeom>
          <a:noFill/>
          <a:ln>
            <a:noFill/>
          </a:ln>
        </p:spPr>
      </p:pic>
      <p:pic>
        <p:nvPicPr>
          <p:cNvPr id="3619" name="Google Shape;3619;p90" title="BE-MVP-Icon-Spark_Redux_V3_STRAIGHT_yellow.png"/>
          <p:cNvPicPr preferRelativeResize="0"/>
          <p:nvPr/>
        </p:nvPicPr>
        <p:blipFill rotWithShape="1">
          <a:blip r:embed="rId4">
            <a:alphaModFix/>
          </a:blip>
          <a:srcRect t="2562" b="2562"/>
          <a:stretch/>
        </p:blipFill>
        <p:spPr>
          <a:xfrm>
            <a:off x="16208965" y="3413439"/>
            <a:ext cx="311470" cy="315455"/>
          </a:xfrm>
          <a:prstGeom prst="rect">
            <a:avLst/>
          </a:prstGeom>
          <a:noFill/>
          <a:ln>
            <a:noFill/>
          </a:ln>
        </p:spPr>
      </p:pic>
      <p:pic>
        <p:nvPicPr>
          <p:cNvPr id="3620" name="Google Shape;3620;p90" descr="HDD_ATH_SALESFORCE_ICON_AGENTFORCE_V3_R2 3.png"/>
          <p:cNvPicPr preferRelativeResize="0"/>
          <p:nvPr/>
        </p:nvPicPr>
        <p:blipFill rotWithShape="1">
          <a:blip r:embed="rId5">
            <a:alphaModFix/>
          </a:blip>
          <a:srcRect/>
          <a:stretch/>
        </p:blipFill>
        <p:spPr>
          <a:xfrm rot="-2797284" flipH="1">
            <a:off x="11241726" y="6097162"/>
            <a:ext cx="1140444" cy="11315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4 Title Blue 2">
  <p:cSld name="TITLE_1_1_1">
    <p:bg>
      <p:bgPr>
        <a:solidFill>
          <a:srgbClr val="CFE9FE"/>
        </a:solidFill>
        <a:effectLst/>
      </p:bgPr>
    </p:bg>
    <p:spTree>
      <p:nvGrpSpPr>
        <p:cNvPr id="1" name="Shape 3621"/>
        <p:cNvGrpSpPr/>
        <p:nvPr/>
      </p:nvGrpSpPr>
      <p:grpSpPr>
        <a:xfrm>
          <a:off x="0" y="0"/>
          <a:ext cx="0" cy="0"/>
          <a:chOff x="0" y="0"/>
          <a:chExt cx="0" cy="0"/>
        </a:xfrm>
      </p:grpSpPr>
      <p:pic>
        <p:nvPicPr>
          <p:cNvPr id="3622" name="Google Shape;3622;p9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23" name="Google Shape;3623;p91"/>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3624" name="Google Shape;3624;p91"/>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3625" name="Google Shape;3625;p91"/>
          <p:cNvSpPr txBox="1">
            <a:spLocks noGrp="1"/>
          </p:cNvSpPr>
          <p:nvPr>
            <p:ph type="subTitle" idx="2"/>
          </p:nvPr>
        </p:nvSpPr>
        <p:spPr>
          <a:xfrm>
            <a:off x="857250" y="8041005"/>
            <a:ext cx="9701100" cy="1161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3626" name="Google Shape;3626;p91" descr="HDD_ATH_SALESFORCE_ICON_AGENTFORCE_V3_R2 3.png"/>
          <p:cNvPicPr preferRelativeResize="0"/>
          <p:nvPr/>
        </p:nvPicPr>
        <p:blipFill rotWithShape="1">
          <a:blip r:embed="rId3">
            <a:alphaModFix/>
          </a:blip>
          <a:srcRect/>
          <a:stretch/>
        </p:blipFill>
        <p:spPr>
          <a:xfrm rot="-1860002" flipH="1">
            <a:off x="12098632" y="3109020"/>
            <a:ext cx="1315298" cy="1305043"/>
          </a:xfrm>
          <a:prstGeom prst="rect">
            <a:avLst/>
          </a:prstGeom>
          <a:noFill/>
          <a:ln>
            <a:noFill/>
          </a:ln>
        </p:spPr>
      </p:pic>
      <p:pic>
        <p:nvPicPr>
          <p:cNvPr id="3627" name="Google Shape;3627;p91" title="BE-MVP-Icon-Spark_Redux_V3_STRAIGHT_yellow.png"/>
          <p:cNvPicPr preferRelativeResize="0"/>
          <p:nvPr/>
        </p:nvPicPr>
        <p:blipFill rotWithShape="1">
          <a:blip r:embed="rId4">
            <a:alphaModFix/>
          </a:blip>
          <a:srcRect t="2562" b="2562"/>
          <a:stretch/>
        </p:blipFill>
        <p:spPr>
          <a:xfrm>
            <a:off x="12169574" y="5677399"/>
            <a:ext cx="849924" cy="860774"/>
          </a:xfrm>
          <a:prstGeom prst="rect">
            <a:avLst/>
          </a:prstGeom>
          <a:noFill/>
          <a:ln>
            <a:noFill/>
          </a:ln>
        </p:spPr>
      </p:pic>
      <p:pic>
        <p:nvPicPr>
          <p:cNvPr id="3628" name="Google Shape;3628;p91" title="BE-MVP-Icon-Spark_Redux_V3_STRAIGHT_yellow.png"/>
          <p:cNvPicPr preferRelativeResize="0"/>
          <p:nvPr/>
        </p:nvPicPr>
        <p:blipFill rotWithShape="1">
          <a:blip r:embed="rId4">
            <a:alphaModFix/>
          </a:blip>
          <a:srcRect t="2562" b="2562"/>
          <a:stretch/>
        </p:blipFill>
        <p:spPr>
          <a:xfrm>
            <a:off x="11683785" y="5410304"/>
            <a:ext cx="361974" cy="366603"/>
          </a:xfrm>
          <a:prstGeom prst="rect">
            <a:avLst/>
          </a:prstGeom>
          <a:noFill/>
          <a:ln>
            <a:noFill/>
          </a:ln>
        </p:spPr>
      </p:pic>
      <p:pic>
        <p:nvPicPr>
          <p:cNvPr id="3629" name="Google Shape;3629;p91" title="BE-MVP-Icon-Spark_Redux_V3_STRAIGHT_yellow.png"/>
          <p:cNvPicPr preferRelativeResize="0"/>
          <p:nvPr/>
        </p:nvPicPr>
        <p:blipFill rotWithShape="1">
          <a:blip r:embed="rId4">
            <a:alphaModFix/>
          </a:blip>
          <a:srcRect t="2562" b="2562"/>
          <a:stretch/>
        </p:blipFill>
        <p:spPr>
          <a:xfrm>
            <a:off x="12512681" y="4887938"/>
            <a:ext cx="163720" cy="165815"/>
          </a:xfrm>
          <a:prstGeom prst="rect">
            <a:avLst/>
          </a:prstGeom>
          <a:noFill/>
          <a:ln>
            <a:noFill/>
          </a:ln>
        </p:spPr>
      </p:pic>
      <p:pic>
        <p:nvPicPr>
          <p:cNvPr id="3630" name="Google Shape;3630;p91" title="BE-MVP-Icon-Spark_Redux_V3_STRAIGHT_yellow.png"/>
          <p:cNvPicPr preferRelativeResize="0"/>
          <p:nvPr/>
        </p:nvPicPr>
        <p:blipFill rotWithShape="1">
          <a:blip r:embed="rId4">
            <a:alphaModFix/>
          </a:blip>
          <a:srcRect t="2562" b="2562"/>
          <a:stretch/>
        </p:blipFill>
        <p:spPr>
          <a:xfrm>
            <a:off x="16649310" y="2072510"/>
            <a:ext cx="520500" cy="527159"/>
          </a:xfrm>
          <a:prstGeom prst="rect">
            <a:avLst/>
          </a:prstGeom>
          <a:noFill/>
          <a:ln>
            <a:noFill/>
          </a:ln>
        </p:spPr>
      </p:pic>
      <p:pic>
        <p:nvPicPr>
          <p:cNvPr id="3631" name="Google Shape;3631;p91" title="BE-MVP-Icon-Spark_Redux_V3_STRAIGHT_yellow.png"/>
          <p:cNvPicPr preferRelativeResize="0"/>
          <p:nvPr/>
        </p:nvPicPr>
        <p:blipFill rotWithShape="1">
          <a:blip r:embed="rId4">
            <a:alphaModFix/>
          </a:blip>
          <a:srcRect t="2562" b="2562"/>
          <a:stretch/>
        </p:blipFill>
        <p:spPr>
          <a:xfrm>
            <a:off x="16018376" y="3322148"/>
            <a:ext cx="278050" cy="281607"/>
          </a:xfrm>
          <a:prstGeom prst="rect">
            <a:avLst/>
          </a:prstGeom>
          <a:noFill/>
          <a:ln>
            <a:noFill/>
          </a:ln>
        </p:spPr>
      </p:pic>
      <p:pic>
        <p:nvPicPr>
          <p:cNvPr id="3632" name="Google Shape;3632;p91" title="BE-MVP-Icon-Spark_Redux_V3_STRAIGHT_yellow.png"/>
          <p:cNvPicPr preferRelativeResize="0"/>
          <p:nvPr/>
        </p:nvPicPr>
        <p:blipFill rotWithShape="1">
          <a:blip r:embed="rId4">
            <a:alphaModFix/>
          </a:blip>
          <a:srcRect t="2562" b="2562"/>
          <a:stretch/>
        </p:blipFill>
        <p:spPr>
          <a:xfrm>
            <a:off x="17311114" y="3570502"/>
            <a:ext cx="163720" cy="165815"/>
          </a:xfrm>
          <a:prstGeom prst="rect">
            <a:avLst/>
          </a:prstGeom>
          <a:noFill/>
          <a:ln>
            <a:noFill/>
          </a:ln>
        </p:spPr>
      </p:pic>
      <p:pic>
        <p:nvPicPr>
          <p:cNvPr id="3633" name="Google Shape;3633;p91"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3634" name="Google Shape;3634;p91"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id="3635" name="Google Shape;3635;p91" descr="Group"/>
          <p:cNvPicPr preferRelativeResize="0"/>
          <p:nvPr/>
        </p:nvPicPr>
        <p:blipFill rotWithShape="1">
          <a:blip r:embed="rId7">
            <a:alphaModFix/>
          </a:blip>
          <a:srcRect/>
          <a:stretch/>
        </p:blipFill>
        <p:spPr>
          <a:xfrm>
            <a:off x="13740739" y="6261646"/>
            <a:ext cx="2630294" cy="1841599"/>
          </a:xfrm>
          <a:prstGeom prst="rect">
            <a:avLst/>
          </a:prstGeom>
          <a:noFill/>
          <a:ln>
            <a:noFill/>
          </a:ln>
        </p:spPr>
      </p:pic>
      <p:pic>
        <p:nvPicPr>
          <p:cNvPr id="3636" name="Google Shape;3636;p91" title="Astro_trailblazer_hand.png"/>
          <p:cNvPicPr preferRelativeResize="0"/>
          <p:nvPr/>
        </p:nvPicPr>
        <p:blipFill rotWithShape="1">
          <a:blip r:embed="rId8">
            <a:alphaModFix/>
          </a:blip>
          <a:srcRect t="32108" b="32105"/>
          <a:stretch/>
        </p:blipFill>
        <p:spPr>
          <a:xfrm>
            <a:off x="13642850" y="5328124"/>
            <a:ext cx="3164001" cy="18416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5 Title Blue 3">
  <p:cSld name="TITLE_1_1_1_1">
    <p:bg>
      <p:bgPr>
        <a:solidFill>
          <a:schemeClr val="lt1"/>
        </a:solidFill>
        <a:effectLst/>
      </p:bgPr>
    </p:bg>
    <p:spTree>
      <p:nvGrpSpPr>
        <p:cNvPr id="1" name="Shape 3637"/>
        <p:cNvGrpSpPr/>
        <p:nvPr/>
      </p:nvGrpSpPr>
      <p:grpSpPr>
        <a:xfrm>
          <a:off x="0" y="0"/>
          <a:ext cx="0" cy="0"/>
          <a:chOff x="0" y="0"/>
          <a:chExt cx="0" cy="0"/>
        </a:xfrm>
      </p:grpSpPr>
      <p:pic>
        <p:nvPicPr>
          <p:cNvPr id="3638" name="Google Shape;3638;p9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39" name="Google Shape;3639;p92"/>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3640" name="Google Shape;3640;p92"/>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3641" name="Google Shape;3641;p92"/>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3642" name="Google Shape;3642;p92" title="BE-MVP-Icon-Spark_Redux_V3_STRAIGHT_yellow.png"/>
          <p:cNvPicPr preferRelativeResize="0"/>
          <p:nvPr/>
        </p:nvPicPr>
        <p:blipFill rotWithShape="1">
          <a:blip r:embed="rId3">
            <a:alphaModFix/>
          </a:blip>
          <a:srcRect t="2562" b="2562"/>
          <a:stretch/>
        </p:blipFill>
        <p:spPr>
          <a:xfrm>
            <a:off x="16803188" y="3061574"/>
            <a:ext cx="520500" cy="527159"/>
          </a:xfrm>
          <a:prstGeom prst="rect">
            <a:avLst/>
          </a:prstGeom>
          <a:noFill/>
          <a:ln>
            <a:noFill/>
          </a:ln>
        </p:spPr>
      </p:pic>
      <p:pic>
        <p:nvPicPr>
          <p:cNvPr id="3643" name="Google Shape;3643;p92" title="BE-MVP-Icon-Spark_Redux_V3_STRAIGHT_yellow.png"/>
          <p:cNvPicPr preferRelativeResize="0"/>
          <p:nvPr/>
        </p:nvPicPr>
        <p:blipFill rotWithShape="1">
          <a:blip r:embed="rId3">
            <a:alphaModFix/>
          </a:blip>
          <a:srcRect t="2562" b="2562"/>
          <a:stretch/>
        </p:blipFill>
        <p:spPr>
          <a:xfrm>
            <a:off x="16552686" y="2519441"/>
            <a:ext cx="165422" cy="167540"/>
          </a:xfrm>
          <a:prstGeom prst="rect">
            <a:avLst/>
          </a:prstGeom>
          <a:noFill/>
          <a:ln>
            <a:noFill/>
          </a:ln>
        </p:spPr>
      </p:pic>
      <p:pic>
        <p:nvPicPr>
          <p:cNvPr id="3644" name="Google Shape;3644;p92" title="BE-MVP-Icon-Spark_Redux_V3_STRAIGHT_yellow.png"/>
          <p:cNvPicPr preferRelativeResize="0"/>
          <p:nvPr/>
        </p:nvPicPr>
        <p:blipFill rotWithShape="1">
          <a:blip r:embed="rId3">
            <a:alphaModFix/>
          </a:blip>
          <a:srcRect t="2562" b="2562"/>
          <a:stretch/>
        </p:blipFill>
        <p:spPr>
          <a:xfrm>
            <a:off x="16120706" y="3550202"/>
            <a:ext cx="334876" cy="339162"/>
          </a:xfrm>
          <a:prstGeom prst="rect">
            <a:avLst/>
          </a:prstGeom>
          <a:noFill/>
          <a:ln>
            <a:noFill/>
          </a:ln>
        </p:spPr>
      </p:pic>
      <p:pic>
        <p:nvPicPr>
          <p:cNvPr id="3645" name="Google Shape;3645;p92" title="BE-MVP-Icon-Spark_Redux_V3_STRAIGHT_yellow.png"/>
          <p:cNvPicPr preferRelativeResize="0"/>
          <p:nvPr/>
        </p:nvPicPr>
        <p:blipFill rotWithShape="1">
          <a:blip r:embed="rId3">
            <a:alphaModFix/>
          </a:blip>
          <a:srcRect t="2562" b="2562"/>
          <a:stretch/>
        </p:blipFill>
        <p:spPr>
          <a:xfrm>
            <a:off x="12652252" y="7070325"/>
            <a:ext cx="276298" cy="279832"/>
          </a:xfrm>
          <a:prstGeom prst="rect">
            <a:avLst/>
          </a:prstGeom>
          <a:noFill/>
          <a:ln>
            <a:noFill/>
          </a:ln>
        </p:spPr>
      </p:pic>
      <p:pic>
        <p:nvPicPr>
          <p:cNvPr id="3646" name="Google Shape;3646;p92" title="BE-MVP-Icon-Spark_Redux_V3_STRAIGHT_yellow.png"/>
          <p:cNvPicPr preferRelativeResize="0"/>
          <p:nvPr/>
        </p:nvPicPr>
        <p:blipFill rotWithShape="1">
          <a:blip r:embed="rId3">
            <a:alphaModFix/>
          </a:blip>
          <a:srcRect t="2562" b="2562"/>
          <a:stretch/>
        </p:blipFill>
        <p:spPr>
          <a:xfrm>
            <a:off x="12276456" y="6848057"/>
            <a:ext cx="165424" cy="167540"/>
          </a:xfrm>
          <a:prstGeom prst="rect">
            <a:avLst/>
          </a:prstGeom>
          <a:noFill/>
          <a:ln>
            <a:noFill/>
          </a:ln>
        </p:spPr>
      </p:pic>
      <p:pic>
        <p:nvPicPr>
          <p:cNvPr id="3647" name="Google Shape;3647;p92" descr="pasted-movie.png"/>
          <p:cNvPicPr preferRelativeResize="0"/>
          <p:nvPr/>
        </p:nvPicPr>
        <p:blipFill rotWithShape="1">
          <a:blip r:embed="rId4">
            <a:alphaModFix/>
          </a:blip>
          <a:srcRect/>
          <a:stretch/>
        </p:blipFill>
        <p:spPr>
          <a:xfrm>
            <a:off x="11739265" y="4619864"/>
            <a:ext cx="2875881" cy="2013548"/>
          </a:xfrm>
          <a:prstGeom prst="rect">
            <a:avLst/>
          </a:prstGeom>
          <a:noFill/>
          <a:ln>
            <a:noFill/>
          </a:ln>
        </p:spPr>
      </p:pic>
      <p:pic>
        <p:nvPicPr>
          <p:cNvPr id="3648" name="Google Shape;3648;p92"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3649" name="Google Shape;3649;p92"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5 Title Blue 4">
  <p:cSld name="TITLE_1_1_1_1_1">
    <p:bg>
      <p:bgPr>
        <a:solidFill>
          <a:schemeClr val="lt1"/>
        </a:solidFill>
        <a:effectLst/>
      </p:bgPr>
    </p:bg>
    <p:spTree>
      <p:nvGrpSpPr>
        <p:cNvPr id="1" name="Shape 3650"/>
        <p:cNvGrpSpPr/>
        <p:nvPr/>
      </p:nvGrpSpPr>
      <p:grpSpPr>
        <a:xfrm>
          <a:off x="0" y="0"/>
          <a:ext cx="0" cy="0"/>
          <a:chOff x="0" y="0"/>
          <a:chExt cx="0" cy="0"/>
        </a:xfrm>
      </p:grpSpPr>
      <p:pic>
        <p:nvPicPr>
          <p:cNvPr id="3651" name="Google Shape;3651;p9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52" name="Google Shape;3652;p93"/>
          <p:cNvSpPr txBox="1">
            <a:spLocks noGrp="1"/>
          </p:cNvSpPr>
          <p:nvPr>
            <p:ph type="title"/>
          </p:nvPr>
        </p:nvSpPr>
        <p:spPr>
          <a:xfrm>
            <a:off x="857250" y="857250"/>
            <a:ext cx="10382400" cy="53625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a:endParaRPr/>
          </a:p>
        </p:txBody>
      </p:sp>
      <p:sp>
        <p:nvSpPr>
          <p:cNvPr id="3653" name="Google Shape;3653;p93"/>
          <p:cNvSpPr txBox="1">
            <a:spLocks noGrp="1"/>
          </p:cNvSpPr>
          <p:nvPr>
            <p:ph type="subTitle" idx="1"/>
          </p:nvPr>
        </p:nvSpPr>
        <p:spPr>
          <a:xfrm>
            <a:off x="857250" y="6460808"/>
            <a:ext cx="9701100" cy="1238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
        <p:nvSpPr>
          <p:cNvPr id="3654" name="Google Shape;3654;p93"/>
          <p:cNvSpPr txBox="1">
            <a:spLocks noGrp="1"/>
          </p:cNvSpPr>
          <p:nvPr>
            <p:ph type="subTitle" idx="2"/>
          </p:nvPr>
        </p:nvSpPr>
        <p:spPr>
          <a:xfrm>
            <a:off x="857250" y="8041005"/>
            <a:ext cx="9701100" cy="11613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7 Basic - Blue">
  <p:cSld name="TITLE_1_1_1_1_1_1">
    <p:bg>
      <p:bgPr>
        <a:solidFill>
          <a:schemeClr val="accent6"/>
        </a:solidFill>
        <a:effectLst/>
      </p:bgPr>
    </p:bg>
    <p:spTree>
      <p:nvGrpSpPr>
        <p:cNvPr id="1" name="Shape 3655"/>
        <p:cNvGrpSpPr/>
        <p:nvPr/>
      </p:nvGrpSpPr>
      <p:grpSpPr>
        <a:xfrm>
          <a:off x="0" y="0"/>
          <a:ext cx="0" cy="0"/>
          <a:chOff x="0" y="0"/>
          <a:chExt cx="0" cy="0"/>
        </a:xfrm>
      </p:grpSpPr>
      <p:sp>
        <p:nvSpPr>
          <p:cNvPr id="3656" name="Google Shape;3656;p94"/>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57" name="Google Shape;3657;p94"/>
          <p:cNvSpPr txBox="1">
            <a:spLocks noGrp="1"/>
          </p:cNvSpPr>
          <p:nvPr>
            <p:ph type="subTitle" idx="1"/>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58" name="Google Shape;3658;p94"/>
          <p:cNvSpPr txBox="1">
            <a:spLocks noGrp="1"/>
          </p:cNvSpPr>
          <p:nvPr>
            <p:ph type="body" idx="2"/>
          </p:nvPr>
        </p:nvSpPr>
        <p:spPr>
          <a:xfrm>
            <a:off x="857250" y="2814638"/>
            <a:ext cx="165735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59" name="Google Shape;3659;p94"/>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660" name="Google Shape;3660;p9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7 Basic - White">
  <p:cSld name="TITLE_1_1_1_1_1_1_3">
    <p:bg>
      <p:bgPr>
        <a:solidFill>
          <a:schemeClr val="lt1"/>
        </a:solidFill>
        <a:effectLst/>
      </p:bgPr>
    </p:bg>
    <p:spTree>
      <p:nvGrpSpPr>
        <p:cNvPr id="1" name="Shape 3661"/>
        <p:cNvGrpSpPr/>
        <p:nvPr/>
      </p:nvGrpSpPr>
      <p:grpSpPr>
        <a:xfrm>
          <a:off x="0" y="0"/>
          <a:ext cx="0" cy="0"/>
          <a:chOff x="0" y="0"/>
          <a:chExt cx="0" cy="0"/>
        </a:xfrm>
      </p:grpSpPr>
      <p:sp>
        <p:nvSpPr>
          <p:cNvPr id="3662" name="Google Shape;3662;p95"/>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63" name="Google Shape;3663;p95"/>
          <p:cNvSpPr txBox="1">
            <a:spLocks noGrp="1"/>
          </p:cNvSpPr>
          <p:nvPr>
            <p:ph type="subTitle" idx="1"/>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64" name="Google Shape;3664;p95"/>
          <p:cNvSpPr txBox="1">
            <a:spLocks noGrp="1"/>
          </p:cNvSpPr>
          <p:nvPr>
            <p:ph type="body" idx="2"/>
          </p:nvPr>
        </p:nvSpPr>
        <p:spPr>
          <a:xfrm>
            <a:off x="857250" y="2814638"/>
            <a:ext cx="165735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65" name="Google Shape;3665;p95"/>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666" name="Google Shape;3666;p9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8 Basic - Two line - Blue">
  <p:cSld name="TITLE_1_1_1_1_1_1_1">
    <p:bg>
      <p:bgPr>
        <a:solidFill>
          <a:schemeClr val="accent6"/>
        </a:solidFill>
        <a:effectLst/>
      </p:bgPr>
    </p:bg>
    <p:spTree>
      <p:nvGrpSpPr>
        <p:cNvPr id="1" name="Shape 3667"/>
        <p:cNvGrpSpPr/>
        <p:nvPr/>
      </p:nvGrpSpPr>
      <p:grpSpPr>
        <a:xfrm>
          <a:off x="0" y="0"/>
          <a:ext cx="0" cy="0"/>
          <a:chOff x="0" y="0"/>
          <a:chExt cx="0" cy="0"/>
        </a:xfrm>
      </p:grpSpPr>
      <p:sp>
        <p:nvSpPr>
          <p:cNvPr id="3668" name="Google Shape;3668;p96"/>
          <p:cNvSpPr txBox="1">
            <a:spLocks noGrp="1"/>
          </p:cNvSpPr>
          <p:nvPr>
            <p:ph type="subTitle" idx="1"/>
          </p:nvPr>
        </p:nvSpPr>
        <p:spPr>
          <a:xfrm>
            <a:off x="868680" y="2468880"/>
            <a:ext cx="151425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69" name="Google Shape;3669;p96"/>
          <p:cNvSpPr txBox="1">
            <a:spLocks noGrp="1"/>
          </p:cNvSpPr>
          <p:nvPr>
            <p:ph type="title"/>
          </p:nvPr>
        </p:nvSpPr>
        <p:spPr>
          <a:xfrm>
            <a:off x="857250" y="838200"/>
            <a:ext cx="15144900" cy="1495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70" name="Google Shape;3670;p96"/>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671" name="Google Shape;3671;p96"/>
          <p:cNvSpPr txBox="1">
            <a:spLocks noGrp="1"/>
          </p:cNvSpPr>
          <p:nvPr>
            <p:ph type="body" idx="3"/>
          </p:nvPr>
        </p:nvSpPr>
        <p:spPr>
          <a:xfrm>
            <a:off x="857250" y="3390900"/>
            <a:ext cx="16573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672" name="Google Shape;3672;p9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8 Basic - Two line 1 - White">
  <p:cSld name="TITLE_1_1_1_1_1_1_1_2">
    <p:bg>
      <p:bgPr>
        <a:solidFill>
          <a:schemeClr val="lt1"/>
        </a:solidFill>
        <a:effectLst/>
      </p:bgPr>
    </p:bg>
    <p:spTree>
      <p:nvGrpSpPr>
        <p:cNvPr id="1" name="Shape 3673"/>
        <p:cNvGrpSpPr/>
        <p:nvPr/>
      </p:nvGrpSpPr>
      <p:grpSpPr>
        <a:xfrm>
          <a:off x="0" y="0"/>
          <a:ext cx="0" cy="0"/>
          <a:chOff x="0" y="0"/>
          <a:chExt cx="0" cy="0"/>
        </a:xfrm>
      </p:grpSpPr>
      <p:sp>
        <p:nvSpPr>
          <p:cNvPr id="3674" name="Google Shape;3674;p97"/>
          <p:cNvSpPr txBox="1">
            <a:spLocks noGrp="1"/>
          </p:cNvSpPr>
          <p:nvPr>
            <p:ph type="subTitle" idx="1"/>
          </p:nvPr>
        </p:nvSpPr>
        <p:spPr>
          <a:xfrm>
            <a:off x="868680" y="2468880"/>
            <a:ext cx="151425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75" name="Google Shape;3675;p97"/>
          <p:cNvSpPr txBox="1">
            <a:spLocks noGrp="1"/>
          </p:cNvSpPr>
          <p:nvPr>
            <p:ph type="title"/>
          </p:nvPr>
        </p:nvSpPr>
        <p:spPr>
          <a:xfrm>
            <a:off x="857250" y="838200"/>
            <a:ext cx="15144900" cy="1495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76" name="Google Shape;3676;p97"/>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677" name="Google Shape;3677;p97"/>
          <p:cNvSpPr txBox="1">
            <a:spLocks noGrp="1"/>
          </p:cNvSpPr>
          <p:nvPr>
            <p:ph type="body" idx="3"/>
          </p:nvPr>
        </p:nvSpPr>
        <p:spPr>
          <a:xfrm>
            <a:off x="857250" y="3390900"/>
            <a:ext cx="16573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678" name="Google Shape;3678;p9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9 Basic - Two column - Blue">
  <p:cSld name="TITLE_1_1_1_1_1_1_1_1">
    <p:bg>
      <p:bgPr>
        <a:solidFill>
          <a:schemeClr val="accent6"/>
        </a:solidFill>
        <a:effectLst/>
      </p:bgPr>
    </p:bg>
    <p:spTree>
      <p:nvGrpSpPr>
        <p:cNvPr id="1" name="Shape 3679"/>
        <p:cNvGrpSpPr/>
        <p:nvPr/>
      </p:nvGrpSpPr>
      <p:grpSpPr>
        <a:xfrm>
          <a:off x="0" y="0"/>
          <a:ext cx="0" cy="0"/>
          <a:chOff x="0" y="0"/>
          <a:chExt cx="0" cy="0"/>
        </a:xfrm>
      </p:grpSpPr>
      <p:sp>
        <p:nvSpPr>
          <p:cNvPr id="3680" name="Google Shape;3680;p98"/>
          <p:cNvSpPr txBox="1">
            <a:spLocks noGrp="1"/>
          </p:cNvSpPr>
          <p:nvPr>
            <p:ph type="body" idx="1"/>
          </p:nvPr>
        </p:nvSpPr>
        <p:spPr>
          <a:xfrm>
            <a:off x="94297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81" name="Google Shape;3681;p98"/>
          <p:cNvSpPr txBox="1">
            <a:spLocks noGrp="1"/>
          </p:cNvSpPr>
          <p:nvPr>
            <p:ph type="body" idx="2"/>
          </p:nvPr>
        </p:nvSpPr>
        <p:spPr>
          <a:xfrm>
            <a:off x="8572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82" name="Google Shape;3682;p98"/>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83" name="Google Shape;3683;p98"/>
          <p:cNvSpPr txBox="1">
            <a:spLocks noGrp="1"/>
          </p:cNvSpPr>
          <p:nvPr>
            <p:ph type="subTitle" idx="3"/>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84" name="Google Shape;3684;p98"/>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685" name="Google Shape;3685;p9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9 Basic - Two column - White">
  <p:cSld name="TITLE_1_1_1_1_1_1_1_1_2">
    <p:bg>
      <p:bgPr>
        <a:solidFill>
          <a:srgbClr val="FFFEFE"/>
        </a:solidFill>
        <a:effectLst/>
      </p:bgPr>
    </p:bg>
    <p:spTree>
      <p:nvGrpSpPr>
        <p:cNvPr id="1" name="Shape 3686"/>
        <p:cNvGrpSpPr/>
        <p:nvPr/>
      </p:nvGrpSpPr>
      <p:grpSpPr>
        <a:xfrm>
          <a:off x="0" y="0"/>
          <a:ext cx="0" cy="0"/>
          <a:chOff x="0" y="0"/>
          <a:chExt cx="0" cy="0"/>
        </a:xfrm>
      </p:grpSpPr>
      <p:sp>
        <p:nvSpPr>
          <p:cNvPr id="3687" name="Google Shape;3687;p99"/>
          <p:cNvSpPr txBox="1">
            <a:spLocks noGrp="1"/>
          </p:cNvSpPr>
          <p:nvPr>
            <p:ph type="body" idx="1"/>
          </p:nvPr>
        </p:nvSpPr>
        <p:spPr>
          <a:xfrm>
            <a:off x="94297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88" name="Google Shape;3688;p99"/>
          <p:cNvSpPr txBox="1">
            <a:spLocks noGrp="1"/>
          </p:cNvSpPr>
          <p:nvPr>
            <p:ph type="body" idx="2"/>
          </p:nvPr>
        </p:nvSpPr>
        <p:spPr>
          <a:xfrm>
            <a:off x="857250" y="2814638"/>
            <a:ext cx="7991400" cy="63294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89" name="Google Shape;3689;p99"/>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90" name="Google Shape;3690;p99"/>
          <p:cNvSpPr txBox="1">
            <a:spLocks noGrp="1"/>
          </p:cNvSpPr>
          <p:nvPr>
            <p:ph type="subTitle" idx="3"/>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91" name="Google Shape;3691;p99"/>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692" name="Google Shape;3692;p9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10 Basic - Three column - Blue">
  <p:cSld name="TITLE_1_1_1_1_1_1_1_1_1">
    <p:bg>
      <p:bgPr>
        <a:solidFill>
          <a:schemeClr val="accent6"/>
        </a:solidFill>
        <a:effectLst/>
      </p:bgPr>
    </p:bg>
    <p:spTree>
      <p:nvGrpSpPr>
        <p:cNvPr id="1" name="Shape 3693"/>
        <p:cNvGrpSpPr/>
        <p:nvPr/>
      </p:nvGrpSpPr>
      <p:grpSpPr>
        <a:xfrm>
          <a:off x="0" y="0"/>
          <a:ext cx="0" cy="0"/>
          <a:chOff x="0" y="0"/>
          <a:chExt cx="0" cy="0"/>
        </a:xfrm>
      </p:grpSpPr>
      <p:sp>
        <p:nvSpPr>
          <p:cNvPr id="3694" name="Google Shape;3694;p100"/>
          <p:cNvSpPr txBox="1">
            <a:spLocks noGrp="1"/>
          </p:cNvSpPr>
          <p:nvPr>
            <p:ph type="body" idx="1"/>
          </p:nvPr>
        </p:nvSpPr>
        <p:spPr>
          <a:xfrm>
            <a:off x="85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95" name="Google Shape;3695;p100"/>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696" name="Google Shape;3696;p100"/>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697" name="Google Shape;3697;p100"/>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698" name="Google Shape;3698;p100"/>
          <p:cNvSpPr txBox="1">
            <a:spLocks noGrp="1"/>
          </p:cNvSpPr>
          <p:nvPr>
            <p:ph type="body" idx="4"/>
          </p:nvPr>
        </p:nvSpPr>
        <p:spPr>
          <a:xfrm>
            <a:off x="6572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699" name="Google Shape;3699;p100"/>
          <p:cNvSpPr txBox="1">
            <a:spLocks noGrp="1"/>
          </p:cNvSpPr>
          <p:nvPr>
            <p:ph type="body" idx="5"/>
          </p:nvPr>
        </p:nvSpPr>
        <p:spPr>
          <a:xfrm>
            <a:off x="1228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700" name="Google Shape;3700;p10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10 Basic - Three column 1 - White">
  <p:cSld name="TITLE_1_1_1_1_1_1_1_1_1_1">
    <p:bg>
      <p:bgPr>
        <a:solidFill>
          <a:srgbClr val="FFFEFE"/>
        </a:solidFill>
        <a:effectLst/>
      </p:bgPr>
    </p:bg>
    <p:spTree>
      <p:nvGrpSpPr>
        <p:cNvPr id="1" name="Shape 3701"/>
        <p:cNvGrpSpPr/>
        <p:nvPr/>
      </p:nvGrpSpPr>
      <p:grpSpPr>
        <a:xfrm>
          <a:off x="0" y="0"/>
          <a:ext cx="0" cy="0"/>
          <a:chOff x="0" y="0"/>
          <a:chExt cx="0" cy="0"/>
        </a:xfrm>
      </p:grpSpPr>
      <p:sp>
        <p:nvSpPr>
          <p:cNvPr id="3702" name="Google Shape;3702;p101"/>
          <p:cNvSpPr txBox="1">
            <a:spLocks noGrp="1"/>
          </p:cNvSpPr>
          <p:nvPr>
            <p:ph type="body" idx="1"/>
          </p:nvPr>
        </p:nvSpPr>
        <p:spPr>
          <a:xfrm>
            <a:off x="85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03" name="Google Shape;3703;p10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04" name="Google Shape;3704;p101"/>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05" name="Google Shape;3705;p101"/>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06" name="Google Shape;3706;p101"/>
          <p:cNvSpPr txBox="1">
            <a:spLocks noGrp="1"/>
          </p:cNvSpPr>
          <p:nvPr>
            <p:ph type="body" idx="4"/>
          </p:nvPr>
        </p:nvSpPr>
        <p:spPr>
          <a:xfrm>
            <a:off x="6572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07" name="Google Shape;3707;p101"/>
          <p:cNvSpPr txBox="1">
            <a:spLocks noGrp="1"/>
          </p:cNvSpPr>
          <p:nvPr>
            <p:ph type="body" idx="5"/>
          </p:nvPr>
        </p:nvSpPr>
        <p:spPr>
          <a:xfrm>
            <a:off x="12287250" y="2814638"/>
            <a:ext cx="5143500" cy="63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708" name="Google Shape;3708;p10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1 Blank">
  <p:cSld name="CUSTOM">
    <p:bg>
      <p:bgPr>
        <a:solidFill>
          <a:schemeClr val="accent6"/>
        </a:solidFill>
        <a:effectLst/>
      </p:bgPr>
    </p:bg>
    <p:spTree>
      <p:nvGrpSpPr>
        <p:cNvPr id="1" name="Shape 370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2 Logo">
  <p:cSld name="CUSTOM_1">
    <p:bg>
      <p:bgPr>
        <a:solidFill>
          <a:schemeClr val="accent6"/>
        </a:solidFill>
        <a:effectLst/>
      </p:bgPr>
    </p:bg>
    <p:spTree>
      <p:nvGrpSpPr>
        <p:cNvPr id="1" name="Shape 3710"/>
        <p:cNvGrpSpPr/>
        <p:nvPr/>
      </p:nvGrpSpPr>
      <p:grpSpPr>
        <a:xfrm>
          <a:off x="0" y="0"/>
          <a:ext cx="0" cy="0"/>
          <a:chOff x="0" y="0"/>
          <a:chExt cx="0" cy="0"/>
        </a:xfrm>
      </p:grpSpPr>
      <p:pic>
        <p:nvPicPr>
          <p:cNvPr id="3711" name="Google Shape;3711;p10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13 Image Right">
  <p:cSld name="TITLE_1_1_1_1_1_1_1_1_1_1_1_1">
    <p:bg>
      <p:bgPr>
        <a:solidFill>
          <a:schemeClr val="accent6"/>
        </a:solidFill>
        <a:effectLst/>
      </p:bgPr>
    </p:bg>
    <p:spTree>
      <p:nvGrpSpPr>
        <p:cNvPr id="1" name="Shape 3712"/>
        <p:cNvGrpSpPr/>
        <p:nvPr/>
      </p:nvGrpSpPr>
      <p:grpSpPr>
        <a:xfrm>
          <a:off x="0" y="0"/>
          <a:ext cx="0" cy="0"/>
          <a:chOff x="0" y="0"/>
          <a:chExt cx="0" cy="0"/>
        </a:xfrm>
      </p:grpSpPr>
      <p:sp>
        <p:nvSpPr>
          <p:cNvPr id="3713" name="Google Shape;3713;p104"/>
          <p:cNvSpPr txBox="1">
            <a:spLocks noGrp="1"/>
          </p:cNvSpPr>
          <p:nvPr>
            <p:ph type="title"/>
          </p:nvPr>
        </p:nvSpPr>
        <p:spPr>
          <a:xfrm>
            <a:off x="857250" y="838200"/>
            <a:ext cx="108585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14" name="Google Shape;3714;p104"/>
          <p:cNvSpPr txBox="1">
            <a:spLocks noGrp="1"/>
          </p:cNvSpPr>
          <p:nvPr>
            <p:ph type="subTitle" idx="1"/>
          </p:nvPr>
        </p:nvSpPr>
        <p:spPr>
          <a:xfrm>
            <a:off x="857250" y="2468880"/>
            <a:ext cx="10858500" cy="8571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15" name="Google Shape;3715;p104"/>
          <p:cNvSpPr txBox="1">
            <a:spLocks noGrp="1"/>
          </p:cNvSpPr>
          <p:nvPr>
            <p:ph type="body" idx="2"/>
          </p:nvPr>
        </p:nvSpPr>
        <p:spPr>
          <a:xfrm>
            <a:off x="857250" y="9620250"/>
            <a:ext cx="11636100" cy="2481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16" name="Google Shape;3716;p104"/>
          <p:cNvSpPr txBox="1">
            <a:spLocks noGrp="1"/>
          </p:cNvSpPr>
          <p:nvPr>
            <p:ph type="body" idx="3"/>
          </p:nvPr>
        </p:nvSpPr>
        <p:spPr>
          <a:xfrm>
            <a:off x="857250" y="3399472"/>
            <a:ext cx="10858500" cy="57435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717" name="Google Shape;3717;p10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3718" name="Google Shape;3718;p104"/>
          <p:cNvSpPr>
            <a:spLocks noGrp="1"/>
          </p:cNvSpPr>
          <p:nvPr>
            <p:ph type="pic" idx="4"/>
          </p:nvPr>
        </p:nvSpPr>
        <p:spPr>
          <a:xfrm>
            <a:off x="12287250" y="855345"/>
            <a:ext cx="5142600" cy="7728600"/>
          </a:xfrm>
          <a:prstGeom prst="roundRect">
            <a:avLst>
              <a:gd name="adj" fmla="val 7640"/>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16 Large Image Right">
  <p:cSld name="TITLE_1_1_1_1_1_1_1_1_1_1_1_1_1_1_1">
    <p:bg>
      <p:bgPr>
        <a:solidFill>
          <a:schemeClr val="accent6"/>
        </a:solidFill>
        <a:effectLst/>
      </p:bgPr>
    </p:bg>
    <p:spTree>
      <p:nvGrpSpPr>
        <p:cNvPr id="1" name="Shape 3719"/>
        <p:cNvGrpSpPr/>
        <p:nvPr/>
      </p:nvGrpSpPr>
      <p:grpSpPr>
        <a:xfrm>
          <a:off x="0" y="0"/>
          <a:ext cx="0" cy="0"/>
          <a:chOff x="0" y="0"/>
          <a:chExt cx="0" cy="0"/>
        </a:xfrm>
      </p:grpSpPr>
      <p:sp>
        <p:nvSpPr>
          <p:cNvPr id="3720" name="Google Shape;3720;p105"/>
          <p:cNvSpPr>
            <a:spLocks noGrp="1"/>
          </p:cNvSpPr>
          <p:nvPr>
            <p:ph type="pic" idx="2"/>
          </p:nvPr>
        </p:nvSpPr>
        <p:spPr>
          <a:xfrm>
            <a:off x="9151620" y="0"/>
            <a:ext cx="9394500" cy="10295700"/>
          </a:xfrm>
          <a:prstGeom prst="roundRect">
            <a:avLst>
              <a:gd name="adj" fmla="val 3341"/>
            </a:avLst>
          </a:prstGeom>
          <a:noFill/>
          <a:ln>
            <a:noFill/>
          </a:ln>
        </p:spPr>
      </p:sp>
      <p:sp>
        <p:nvSpPr>
          <p:cNvPr id="3721" name="Google Shape;3721;p105"/>
          <p:cNvSpPr txBox="1">
            <a:spLocks noGrp="1"/>
          </p:cNvSpPr>
          <p:nvPr>
            <p:ph type="title"/>
          </p:nvPr>
        </p:nvSpPr>
        <p:spPr>
          <a:xfrm>
            <a:off x="857250" y="838200"/>
            <a:ext cx="77154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22" name="Google Shape;3722;p105"/>
          <p:cNvSpPr txBox="1">
            <a:spLocks noGrp="1"/>
          </p:cNvSpPr>
          <p:nvPr>
            <p:ph type="subTitle" idx="1"/>
          </p:nvPr>
        </p:nvSpPr>
        <p:spPr>
          <a:xfrm>
            <a:off x="857250" y="2468880"/>
            <a:ext cx="77151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23" name="Google Shape;3723;p105"/>
          <p:cNvSpPr txBox="1">
            <a:spLocks noGrp="1"/>
          </p:cNvSpPr>
          <p:nvPr>
            <p:ph type="body" idx="3"/>
          </p:nvPr>
        </p:nvSpPr>
        <p:spPr>
          <a:xfrm>
            <a:off x="857250" y="9620250"/>
            <a:ext cx="11636100" cy="2481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24" name="Google Shape;3724;p105"/>
          <p:cNvSpPr txBox="1">
            <a:spLocks noGrp="1"/>
          </p:cNvSpPr>
          <p:nvPr>
            <p:ph type="body" idx="4"/>
          </p:nvPr>
        </p:nvSpPr>
        <p:spPr>
          <a:xfrm>
            <a:off x="857250" y="3399472"/>
            <a:ext cx="7715100" cy="57378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725" name="Google Shape;3725;p105"/>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25 Split Screen">
  <p:cSld name="TITLE_1_1_1_1_1_1_1_1_1_1_1_1_1_1_1_1_1_1">
    <p:bg>
      <p:bgPr>
        <a:solidFill>
          <a:schemeClr val="accent6"/>
        </a:solidFill>
        <a:effectLst/>
      </p:bgPr>
    </p:bg>
    <p:spTree>
      <p:nvGrpSpPr>
        <p:cNvPr id="1" name="Shape 3726"/>
        <p:cNvGrpSpPr/>
        <p:nvPr/>
      </p:nvGrpSpPr>
      <p:grpSpPr>
        <a:xfrm>
          <a:off x="0" y="0"/>
          <a:ext cx="0" cy="0"/>
          <a:chOff x="0" y="0"/>
          <a:chExt cx="0" cy="0"/>
        </a:xfrm>
      </p:grpSpPr>
      <p:sp>
        <p:nvSpPr>
          <p:cNvPr id="3727" name="Google Shape;3727;p106"/>
          <p:cNvSpPr txBox="1">
            <a:spLocks noGrp="1"/>
          </p:cNvSpPr>
          <p:nvPr>
            <p:ph type="body" idx="1"/>
          </p:nvPr>
        </p:nvSpPr>
        <p:spPr>
          <a:xfrm>
            <a:off x="857250" y="3399472"/>
            <a:ext cx="7620000" cy="5737800"/>
          </a:xfrm>
          <a:prstGeom prst="rect">
            <a:avLst/>
          </a:prstGeom>
        </p:spPr>
        <p:txBody>
          <a:bodyPr spcFirstLastPara="1" wrap="square" lIns="0" tIns="0" rIns="0" bIns="0" anchor="t" anchorCtr="0">
            <a:noAutofit/>
          </a:bodyPr>
          <a:lstStyle>
            <a:lvl1pPr marL="457200" lvl="0" indent="-419100">
              <a:spcBef>
                <a:spcPts val="0"/>
              </a:spcBef>
              <a:spcAft>
                <a:spcPts val="0"/>
              </a:spcAft>
              <a:buClr>
                <a:schemeClr val="dk1"/>
              </a:buClr>
              <a:buSzPts val="3000"/>
              <a:buChar char="●"/>
              <a:defRPr sz="3000">
                <a:solidFill>
                  <a:schemeClr val="dk1"/>
                </a:solidFill>
              </a:defRPr>
            </a:lvl1pPr>
            <a:lvl2pPr marL="914400" lvl="1" indent="-393700">
              <a:spcBef>
                <a:spcPts val="1800"/>
              </a:spcBef>
              <a:spcAft>
                <a:spcPts val="0"/>
              </a:spcAft>
              <a:buClr>
                <a:schemeClr val="dk1"/>
              </a:buClr>
              <a:buSzPts val="2600"/>
              <a:buChar char="○"/>
              <a:defRPr sz="2600">
                <a:solidFill>
                  <a:schemeClr val="dk1"/>
                </a:solidFill>
              </a:defRPr>
            </a:lvl2pPr>
            <a:lvl3pPr marL="1371600" lvl="2" indent="-381000">
              <a:spcBef>
                <a:spcPts val="1800"/>
              </a:spcBef>
              <a:spcAft>
                <a:spcPts val="0"/>
              </a:spcAft>
              <a:buClr>
                <a:schemeClr val="dk1"/>
              </a:buClr>
              <a:buSzPts val="2400"/>
              <a:buChar char="■"/>
              <a:defRPr sz="2400">
                <a:solidFill>
                  <a:schemeClr val="dk1"/>
                </a:solidFill>
              </a:defRPr>
            </a:lvl3pPr>
            <a:lvl4pPr marL="1828800" lvl="3" indent="-368300">
              <a:spcBef>
                <a:spcPts val="1800"/>
              </a:spcBef>
              <a:spcAft>
                <a:spcPts val="0"/>
              </a:spcAft>
              <a:buClr>
                <a:schemeClr val="dk1"/>
              </a:buClr>
              <a:buSzPts val="2200"/>
              <a:buChar char="●"/>
              <a:defRPr sz="2200">
                <a:solidFill>
                  <a:schemeClr val="dk1"/>
                </a:solidFill>
              </a:defRPr>
            </a:lvl4pPr>
            <a:lvl5pPr marL="2286000" lvl="4" indent="-355600">
              <a:spcBef>
                <a:spcPts val="1800"/>
              </a:spcBef>
              <a:spcAft>
                <a:spcPts val="0"/>
              </a:spcAft>
              <a:buClr>
                <a:schemeClr val="dk1"/>
              </a:buClr>
              <a:buSzPts val="2000"/>
              <a:buChar char="○"/>
              <a:defRPr sz="2000">
                <a:solidFill>
                  <a:schemeClr val="dk1"/>
                </a:solidFill>
              </a:defRPr>
            </a:lvl5pPr>
            <a:lvl6pPr marL="2743200" lvl="5" indent="-342900">
              <a:spcBef>
                <a:spcPts val="1800"/>
              </a:spcBef>
              <a:spcAft>
                <a:spcPts val="0"/>
              </a:spcAft>
              <a:buClr>
                <a:schemeClr val="dk1"/>
              </a:buClr>
              <a:buSzPts val="1800"/>
              <a:buChar char="■"/>
              <a:defRPr sz="1800">
                <a:solidFill>
                  <a:schemeClr val="dk1"/>
                </a:solidFill>
              </a:defRPr>
            </a:lvl6pPr>
            <a:lvl7pPr marL="3200400" lvl="6" indent="-342900">
              <a:spcBef>
                <a:spcPts val="1800"/>
              </a:spcBef>
              <a:spcAft>
                <a:spcPts val="0"/>
              </a:spcAft>
              <a:buClr>
                <a:schemeClr val="dk1"/>
              </a:buClr>
              <a:buSzPts val="1800"/>
              <a:buChar char="●"/>
              <a:defRPr sz="1800">
                <a:solidFill>
                  <a:schemeClr val="dk1"/>
                </a:solidFill>
              </a:defRPr>
            </a:lvl7pPr>
            <a:lvl8pPr marL="3657600" lvl="7" indent="-342900">
              <a:spcBef>
                <a:spcPts val="1800"/>
              </a:spcBef>
              <a:spcAft>
                <a:spcPts val="0"/>
              </a:spcAft>
              <a:buClr>
                <a:schemeClr val="dk1"/>
              </a:buClr>
              <a:buSzPts val="1800"/>
              <a:buChar char="○"/>
              <a:defRPr sz="1800">
                <a:solidFill>
                  <a:schemeClr val="dk1"/>
                </a:solidFill>
              </a:defRPr>
            </a:lvl8pPr>
            <a:lvl9pPr marL="4114800" lvl="8" indent="-342900">
              <a:spcBef>
                <a:spcPts val="1800"/>
              </a:spcBef>
              <a:spcAft>
                <a:spcPts val="1800"/>
              </a:spcAft>
              <a:buClr>
                <a:schemeClr val="dk1"/>
              </a:buClr>
              <a:buSzPts val="1800"/>
              <a:buChar char="■"/>
              <a:defRPr sz="1800">
                <a:solidFill>
                  <a:schemeClr val="dk1"/>
                </a:solidFill>
              </a:defRPr>
            </a:lvl9pPr>
          </a:lstStyle>
          <a:p>
            <a:endParaRPr/>
          </a:p>
        </p:txBody>
      </p:sp>
      <p:sp>
        <p:nvSpPr>
          <p:cNvPr id="3728" name="Google Shape;3728;p106"/>
          <p:cNvSpPr/>
          <p:nvPr/>
        </p:nvSpPr>
        <p:spPr>
          <a:xfrm flipH="1">
            <a:off x="8828935" y="571500"/>
            <a:ext cx="8925282" cy="9146412"/>
          </a:xfrm>
          <a:custGeom>
            <a:avLst/>
            <a:gdLst/>
            <a:ahLst/>
            <a:cxnLst/>
            <a:rect l="l" t="t" r="r" b="b"/>
            <a:pathLst>
              <a:path w="21600" h="21600" extrusionOk="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729" name="Google Shape;3729;p10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30" name="Google Shape;3730;p106"/>
          <p:cNvSpPr txBox="1">
            <a:spLocks noGrp="1"/>
          </p:cNvSpPr>
          <p:nvPr>
            <p:ph type="title"/>
          </p:nvPr>
        </p:nvSpPr>
        <p:spPr>
          <a:xfrm>
            <a:off x="857250" y="838200"/>
            <a:ext cx="76200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31" name="Google Shape;3731;p106"/>
          <p:cNvSpPr txBox="1">
            <a:spLocks noGrp="1"/>
          </p:cNvSpPr>
          <p:nvPr>
            <p:ph type="subTitle" idx="2"/>
          </p:nvPr>
        </p:nvSpPr>
        <p:spPr>
          <a:xfrm>
            <a:off x="857250" y="2468880"/>
            <a:ext cx="76200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32" name="Google Shape;3732;p106"/>
          <p:cNvSpPr txBox="1">
            <a:spLocks noGrp="1"/>
          </p:cNvSpPr>
          <p:nvPr>
            <p:ph type="body" idx="3"/>
          </p:nvPr>
        </p:nvSpPr>
        <p:spPr>
          <a:xfrm>
            <a:off x="857250" y="9620250"/>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7 Card - Large - Blue">
  <p:cSld name="TITLE_1_1_1_1_1_1_1_1_1_1_1_1_1_1_1_1_1_1_1_1">
    <p:bg>
      <p:bgPr>
        <a:solidFill>
          <a:schemeClr val="accent6"/>
        </a:solidFill>
        <a:effectLst/>
      </p:bgPr>
    </p:bg>
    <p:spTree>
      <p:nvGrpSpPr>
        <p:cNvPr id="1" name="Shape 3733"/>
        <p:cNvGrpSpPr/>
        <p:nvPr/>
      </p:nvGrpSpPr>
      <p:grpSpPr>
        <a:xfrm>
          <a:off x="0" y="0"/>
          <a:ext cx="0" cy="0"/>
          <a:chOff x="0" y="0"/>
          <a:chExt cx="0" cy="0"/>
        </a:xfrm>
      </p:grpSpPr>
      <p:sp>
        <p:nvSpPr>
          <p:cNvPr id="3734" name="Google Shape;3734;p107"/>
          <p:cNvSpPr/>
          <p:nvPr/>
        </p:nvSpPr>
        <p:spPr>
          <a:xfrm>
            <a:off x="857250" y="2854969"/>
            <a:ext cx="165735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35" name="Google Shape;3735;p107"/>
          <p:cNvSpPr txBox="1">
            <a:spLocks noGrp="1"/>
          </p:cNvSpPr>
          <p:nvPr>
            <p:ph type="body" idx="1"/>
          </p:nvPr>
        </p:nvSpPr>
        <p:spPr>
          <a:xfrm>
            <a:off x="1143000" y="3113722"/>
            <a:ext cx="1600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36" name="Google Shape;3736;p107"/>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37" name="Google Shape;3737;p107"/>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38" name="Google Shape;3738;p107"/>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39" name="Google Shape;3739;p10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7 Card - Large - White">
  <p:cSld name="TITLE_1_1_1_1_1_1_1_1_1_1_1_1_1_1_1_1_1_1_1_1_2_1">
    <p:bg>
      <p:bgPr>
        <a:solidFill>
          <a:srgbClr val="FFFEFE"/>
        </a:solidFill>
        <a:effectLst/>
      </p:bgPr>
    </p:bg>
    <p:spTree>
      <p:nvGrpSpPr>
        <p:cNvPr id="1" name="Shape 3740"/>
        <p:cNvGrpSpPr/>
        <p:nvPr/>
      </p:nvGrpSpPr>
      <p:grpSpPr>
        <a:xfrm>
          <a:off x="0" y="0"/>
          <a:ext cx="0" cy="0"/>
          <a:chOff x="0" y="0"/>
          <a:chExt cx="0" cy="0"/>
        </a:xfrm>
      </p:grpSpPr>
      <p:sp>
        <p:nvSpPr>
          <p:cNvPr id="3741" name="Google Shape;3741;p108"/>
          <p:cNvSpPr/>
          <p:nvPr/>
        </p:nvSpPr>
        <p:spPr>
          <a:xfrm>
            <a:off x="857250" y="2854969"/>
            <a:ext cx="165735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42" name="Google Shape;3742;p108"/>
          <p:cNvSpPr txBox="1">
            <a:spLocks noGrp="1"/>
          </p:cNvSpPr>
          <p:nvPr>
            <p:ph type="body" idx="1"/>
          </p:nvPr>
        </p:nvSpPr>
        <p:spPr>
          <a:xfrm>
            <a:off x="1143000" y="3113722"/>
            <a:ext cx="1600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43" name="Google Shape;3743;p108"/>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44" name="Google Shape;3744;p108"/>
          <p:cNvSpPr txBox="1">
            <a:spLocks noGrp="1"/>
          </p:cNvSpPr>
          <p:nvPr>
            <p:ph type="subTitle" idx="2"/>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45" name="Google Shape;3745;p108"/>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46" name="Google Shape;3746;p10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7 Card - XLarge - Blue">
  <p:cSld name="TITLE_1_1_1_1_1_1_1_1_1_1_1_1_1_1_1_1_1_1_1_1_2_2">
    <p:bg>
      <p:bgPr>
        <a:solidFill>
          <a:schemeClr val="accent6"/>
        </a:solidFill>
        <a:effectLst/>
      </p:bgPr>
    </p:bg>
    <p:spTree>
      <p:nvGrpSpPr>
        <p:cNvPr id="1" name="Shape 3747"/>
        <p:cNvGrpSpPr/>
        <p:nvPr/>
      </p:nvGrpSpPr>
      <p:grpSpPr>
        <a:xfrm>
          <a:off x="0" y="0"/>
          <a:ext cx="0" cy="0"/>
          <a:chOff x="0" y="0"/>
          <a:chExt cx="0" cy="0"/>
        </a:xfrm>
      </p:grpSpPr>
      <p:sp>
        <p:nvSpPr>
          <p:cNvPr id="3748" name="Google Shape;3748;p109"/>
          <p:cNvSpPr/>
          <p:nvPr/>
        </p:nvSpPr>
        <p:spPr>
          <a:xfrm>
            <a:off x="857250" y="2432700"/>
            <a:ext cx="16573500" cy="71781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49" name="Google Shape;3749;p109"/>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50" name="Google Shape;3750;p109"/>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51" name="Google Shape;3751;p109"/>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52" name="Google Shape;3752;p10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53" name="Google Shape;3753;p109"/>
          <p:cNvSpPr txBox="1">
            <a:spLocks noGrp="1"/>
          </p:cNvSpPr>
          <p:nvPr>
            <p:ph type="body" idx="3"/>
          </p:nvPr>
        </p:nvSpPr>
        <p:spPr>
          <a:xfrm>
            <a:off x="1143000" y="2755175"/>
            <a:ext cx="16002000" cy="65793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7 Card - XLarge - White">
  <p:cSld name="TITLE_1_1_1_1_1_1_1_1_1_1_1_1_1_1_1_1_1_1_1_1_2_2_1">
    <p:bg>
      <p:bgPr>
        <a:solidFill>
          <a:schemeClr val="lt1"/>
        </a:solidFill>
        <a:effectLst/>
      </p:bgPr>
    </p:bg>
    <p:spTree>
      <p:nvGrpSpPr>
        <p:cNvPr id="1" name="Shape 3754"/>
        <p:cNvGrpSpPr/>
        <p:nvPr/>
      </p:nvGrpSpPr>
      <p:grpSpPr>
        <a:xfrm>
          <a:off x="0" y="0"/>
          <a:ext cx="0" cy="0"/>
          <a:chOff x="0" y="0"/>
          <a:chExt cx="0" cy="0"/>
        </a:xfrm>
      </p:grpSpPr>
      <p:sp>
        <p:nvSpPr>
          <p:cNvPr id="3755" name="Google Shape;3755;p110"/>
          <p:cNvSpPr/>
          <p:nvPr/>
        </p:nvSpPr>
        <p:spPr>
          <a:xfrm>
            <a:off x="857250" y="2432700"/>
            <a:ext cx="16573500" cy="71781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FFFE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56" name="Google Shape;3756;p110"/>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57" name="Google Shape;3757;p110"/>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58" name="Google Shape;3758;p110"/>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59" name="Google Shape;3759;p110"/>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60" name="Google Shape;3760;p110"/>
          <p:cNvSpPr txBox="1">
            <a:spLocks noGrp="1"/>
          </p:cNvSpPr>
          <p:nvPr>
            <p:ph type="body" idx="3"/>
          </p:nvPr>
        </p:nvSpPr>
        <p:spPr>
          <a:xfrm>
            <a:off x="1143000" y="2755175"/>
            <a:ext cx="16002000" cy="65793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9 Card - Two up - Blue">
  <p:cSld name="TITLE_1_1_1_1_1_1_1_1_1_1_1_1_1_1_1_1_1_1_1_1_1">
    <p:bg>
      <p:bgPr>
        <a:solidFill>
          <a:schemeClr val="accent6"/>
        </a:solidFill>
        <a:effectLst/>
      </p:bgPr>
    </p:bg>
    <p:spTree>
      <p:nvGrpSpPr>
        <p:cNvPr id="1" name="Shape 3761"/>
        <p:cNvGrpSpPr/>
        <p:nvPr/>
      </p:nvGrpSpPr>
      <p:grpSpPr>
        <a:xfrm>
          <a:off x="0" y="0"/>
          <a:ext cx="0" cy="0"/>
          <a:chOff x="0" y="0"/>
          <a:chExt cx="0" cy="0"/>
        </a:xfrm>
      </p:grpSpPr>
      <p:sp>
        <p:nvSpPr>
          <p:cNvPr id="3762" name="Google Shape;3762;p111"/>
          <p:cNvSpPr/>
          <p:nvPr/>
        </p:nvSpPr>
        <p:spPr>
          <a:xfrm>
            <a:off x="857250" y="2854969"/>
            <a:ext cx="80010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63" name="Google Shape;3763;p111"/>
          <p:cNvSpPr/>
          <p:nvPr/>
        </p:nvSpPr>
        <p:spPr>
          <a:xfrm>
            <a:off x="9425372" y="2854969"/>
            <a:ext cx="8001000" cy="6288900"/>
          </a:xfrm>
          <a:prstGeom prst="roundRect">
            <a:avLst>
              <a:gd name="adj" fmla="val 454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64" name="Google Shape;3764;p11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65" name="Google Shape;3765;p111"/>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66" name="Google Shape;3766;p111"/>
          <p:cNvSpPr txBox="1">
            <a:spLocks noGrp="1"/>
          </p:cNvSpPr>
          <p:nvPr>
            <p:ph type="body" idx="2"/>
          </p:nvPr>
        </p:nvSpPr>
        <p:spPr>
          <a:xfrm>
            <a:off x="1143000"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67" name="Google Shape;3767;p111"/>
          <p:cNvSpPr txBox="1">
            <a:spLocks noGrp="1"/>
          </p:cNvSpPr>
          <p:nvPr>
            <p:ph type="body" idx="3"/>
          </p:nvPr>
        </p:nvSpPr>
        <p:spPr>
          <a:xfrm>
            <a:off x="9710738"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68" name="Google Shape;3768;p111"/>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69" name="Google Shape;3769;p1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9 Card - Two up - White">
  <p:cSld name="TITLE_1_1_1_1_1_1_1_1_1_1_1_1_1_1_1_1_1_1_1_1_1_2_1">
    <p:bg>
      <p:bgPr>
        <a:solidFill>
          <a:srgbClr val="FFFEFE"/>
        </a:solidFill>
        <a:effectLst/>
      </p:bgPr>
    </p:bg>
    <p:spTree>
      <p:nvGrpSpPr>
        <p:cNvPr id="1" name="Shape 3770"/>
        <p:cNvGrpSpPr/>
        <p:nvPr/>
      </p:nvGrpSpPr>
      <p:grpSpPr>
        <a:xfrm>
          <a:off x="0" y="0"/>
          <a:ext cx="0" cy="0"/>
          <a:chOff x="0" y="0"/>
          <a:chExt cx="0" cy="0"/>
        </a:xfrm>
      </p:grpSpPr>
      <p:sp>
        <p:nvSpPr>
          <p:cNvPr id="3771" name="Google Shape;3771;p112"/>
          <p:cNvSpPr/>
          <p:nvPr/>
        </p:nvSpPr>
        <p:spPr>
          <a:xfrm>
            <a:off x="857250" y="2854969"/>
            <a:ext cx="80010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72" name="Google Shape;3772;p112"/>
          <p:cNvSpPr/>
          <p:nvPr/>
        </p:nvSpPr>
        <p:spPr>
          <a:xfrm>
            <a:off x="9425372" y="2854969"/>
            <a:ext cx="8001000" cy="6288900"/>
          </a:xfrm>
          <a:prstGeom prst="roundRect">
            <a:avLst>
              <a:gd name="adj" fmla="val 4544"/>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73" name="Google Shape;3773;p11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74" name="Google Shape;3774;p112"/>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75" name="Google Shape;3775;p112"/>
          <p:cNvSpPr txBox="1">
            <a:spLocks noGrp="1"/>
          </p:cNvSpPr>
          <p:nvPr>
            <p:ph type="body" idx="2"/>
          </p:nvPr>
        </p:nvSpPr>
        <p:spPr>
          <a:xfrm>
            <a:off x="1143000"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76" name="Google Shape;3776;p112"/>
          <p:cNvSpPr txBox="1">
            <a:spLocks noGrp="1"/>
          </p:cNvSpPr>
          <p:nvPr>
            <p:ph type="body" idx="3"/>
          </p:nvPr>
        </p:nvSpPr>
        <p:spPr>
          <a:xfrm>
            <a:off x="9710738" y="3113722"/>
            <a:ext cx="74295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77" name="Google Shape;3777;p112"/>
          <p:cNvSpPr txBox="1">
            <a:spLocks noGrp="1"/>
          </p:cNvSpPr>
          <p:nvPr>
            <p:ph type="body" idx="4"/>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778" name="Google Shape;3778;p1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10 Card - Three up - Blue">
  <p:cSld name="TITLE_1_1_1_1_1_1_1_1_1_1_1_1_1_1_1_1_1_1_1_1_1_1">
    <p:bg>
      <p:bgPr>
        <a:solidFill>
          <a:schemeClr val="accent6"/>
        </a:solidFill>
        <a:effectLst/>
      </p:bgPr>
    </p:bg>
    <p:spTree>
      <p:nvGrpSpPr>
        <p:cNvPr id="1" name="Shape 3779"/>
        <p:cNvGrpSpPr/>
        <p:nvPr/>
      </p:nvGrpSpPr>
      <p:grpSpPr>
        <a:xfrm>
          <a:off x="0" y="0"/>
          <a:ext cx="0" cy="0"/>
          <a:chOff x="0" y="0"/>
          <a:chExt cx="0" cy="0"/>
        </a:xfrm>
      </p:grpSpPr>
      <p:sp>
        <p:nvSpPr>
          <p:cNvPr id="3780" name="Google Shape;3780;p113"/>
          <p:cNvSpPr/>
          <p:nvPr/>
        </p:nvSpPr>
        <p:spPr>
          <a:xfrm>
            <a:off x="857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81" name="Google Shape;3781;p113"/>
          <p:cNvSpPr/>
          <p:nvPr/>
        </p:nvSpPr>
        <p:spPr>
          <a:xfrm>
            <a:off x="6572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82" name="Google Shape;3782;p113"/>
          <p:cNvSpPr/>
          <p:nvPr/>
        </p:nvSpPr>
        <p:spPr>
          <a:xfrm>
            <a:off x="12287250" y="2854382"/>
            <a:ext cx="5143500" cy="6288900"/>
          </a:xfrm>
          <a:prstGeom prst="roundRect">
            <a:avLst>
              <a:gd name="adj" fmla="val 5556"/>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83" name="Google Shape;3783;p11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84" name="Google Shape;3784;p113"/>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85" name="Google Shape;3785;p113"/>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86" name="Google Shape;3786;p113"/>
          <p:cNvSpPr txBox="1">
            <a:spLocks noGrp="1"/>
          </p:cNvSpPr>
          <p:nvPr>
            <p:ph type="body" idx="3"/>
          </p:nvPr>
        </p:nvSpPr>
        <p:spPr>
          <a:xfrm>
            <a:off x="1143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87" name="Google Shape;3787;p113"/>
          <p:cNvSpPr txBox="1">
            <a:spLocks noGrp="1"/>
          </p:cNvSpPr>
          <p:nvPr>
            <p:ph type="body" idx="4"/>
          </p:nvPr>
        </p:nvSpPr>
        <p:spPr>
          <a:xfrm>
            <a:off x="6858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88" name="Google Shape;3788;p113"/>
          <p:cNvSpPr txBox="1">
            <a:spLocks noGrp="1"/>
          </p:cNvSpPr>
          <p:nvPr>
            <p:ph type="body" idx="5"/>
          </p:nvPr>
        </p:nvSpPr>
        <p:spPr>
          <a:xfrm>
            <a:off x="12568238" y="3113722"/>
            <a:ext cx="45816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789" name="Google Shape;3789;p1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10 Card - Three up - White">
  <p:cSld name="TITLE_1_1_1_1_1_1_1_1_1_1_1_1_1_1_1_1_1_1_1_1_1_1_2">
    <p:bg>
      <p:bgPr>
        <a:solidFill>
          <a:schemeClr val="lt1"/>
        </a:solidFill>
        <a:effectLst/>
      </p:bgPr>
    </p:bg>
    <p:spTree>
      <p:nvGrpSpPr>
        <p:cNvPr id="1" name="Shape 3790"/>
        <p:cNvGrpSpPr/>
        <p:nvPr/>
      </p:nvGrpSpPr>
      <p:grpSpPr>
        <a:xfrm>
          <a:off x="0" y="0"/>
          <a:ext cx="0" cy="0"/>
          <a:chOff x="0" y="0"/>
          <a:chExt cx="0" cy="0"/>
        </a:xfrm>
      </p:grpSpPr>
      <p:sp>
        <p:nvSpPr>
          <p:cNvPr id="3791" name="Google Shape;3791;p114"/>
          <p:cNvSpPr/>
          <p:nvPr/>
        </p:nvSpPr>
        <p:spPr>
          <a:xfrm>
            <a:off x="857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92" name="Google Shape;3792;p114"/>
          <p:cNvSpPr/>
          <p:nvPr/>
        </p:nvSpPr>
        <p:spPr>
          <a:xfrm>
            <a:off x="6572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93" name="Google Shape;3793;p114"/>
          <p:cNvSpPr/>
          <p:nvPr/>
        </p:nvSpPr>
        <p:spPr>
          <a:xfrm>
            <a:off x="12287250" y="2854382"/>
            <a:ext cx="5143500" cy="6288900"/>
          </a:xfrm>
          <a:prstGeom prst="roundRect">
            <a:avLst>
              <a:gd name="adj" fmla="val 5556"/>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794" name="Google Shape;3794;p114"/>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795" name="Google Shape;3795;p114"/>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796" name="Google Shape;3796;p114"/>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797" name="Google Shape;3797;p114"/>
          <p:cNvSpPr txBox="1">
            <a:spLocks noGrp="1"/>
          </p:cNvSpPr>
          <p:nvPr>
            <p:ph type="body" idx="3"/>
          </p:nvPr>
        </p:nvSpPr>
        <p:spPr>
          <a:xfrm>
            <a:off x="1143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98" name="Google Shape;3798;p114"/>
          <p:cNvSpPr txBox="1">
            <a:spLocks noGrp="1"/>
          </p:cNvSpPr>
          <p:nvPr>
            <p:ph type="body" idx="4"/>
          </p:nvPr>
        </p:nvSpPr>
        <p:spPr>
          <a:xfrm>
            <a:off x="6858000" y="3113722"/>
            <a:ext cx="45720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799" name="Google Shape;3799;p114"/>
          <p:cNvSpPr txBox="1">
            <a:spLocks noGrp="1"/>
          </p:cNvSpPr>
          <p:nvPr>
            <p:ph type="body" idx="5"/>
          </p:nvPr>
        </p:nvSpPr>
        <p:spPr>
          <a:xfrm>
            <a:off x="12568238" y="3113722"/>
            <a:ext cx="4581600" cy="5715000"/>
          </a:xfrm>
          <a:prstGeom prst="rect">
            <a:avLst/>
          </a:prstGeom>
        </p:spPr>
        <p:txBody>
          <a:bodyPr spcFirstLastPara="1" wrap="square" lIns="0" tIns="0" rIns="0" bIns="0" anchor="t" anchorCtr="0">
            <a:noAutofit/>
          </a:bodyPr>
          <a:lstStyle>
            <a:lvl1pPr marL="457200" lvl="0" indent="-419100">
              <a:spcBef>
                <a:spcPts val="0"/>
              </a:spcBef>
              <a:spcAft>
                <a:spcPts val="0"/>
              </a:spcAft>
              <a:buSzPts val="3000"/>
              <a:buChar char="●"/>
              <a:defRPr sz="3000"/>
            </a:lvl1pPr>
            <a:lvl2pPr marL="914400" lvl="1" indent="-393700">
              <a:spcBef>
                <a:spcPts val="1800"/>
              </a:spcBef>
              <a:spcAft>
                <a:spcPts val="0"/>
              </a:spcAft>
              <a:buSzPts val="2600"/>
              <a:buChar char="○"/>
              <a:defRPr sz="2600"/>
            </a:lvl2pPr>
            <a:lvl3pPr marL="1371600" lvl="2" indent="-381000">
              <a:spcBef>
                <a:spcPts val="1800"/>
              </a:spcBef>
              <a:spcAft>
                <a:spcPts val="0"/>
              </a:spcAft>
              <a:buSzPts val="2400"/>
              <a:buChar char="■"/>
              <a:defRPr sz="2400"/>
            </a:lvl3pPr>
            <a:lvl4pPr marL="1828800" lvl="3" indent="-368300">
              <a:spcBef>
                <a:spcPts val="1800"/>
              </a:spcBef>
              <a:spcAft>
                <a:spcPts val="0"/>
              </a:spcAft>
              <a:buSzPts val="2200"/>
              <a:buChar char="●"/>
              <a:defRPr sz="2200"/>
            </a:lvl4pPr>
            <a:lvl5pPr marL="2286000" lvl="4" indent="-355600">
              <a:spcBef>
                <a:spcPts val="1800"/>
              </a:spcBef>
              <a:spcAft>
                <a:spcPts val="0"/>
              </a:spcAft>
              <a:buSzPts val="2000"/>
              <a:buChar char="○"/>
              <a:defRPr sz="20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800" name="Google Shape;3800;p1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11 Card - Four up - Blue">
  <p:cSld name="TITLE_1_1_1_1_1_1_1_1_1_1_1_1_1_1_1_1_1_1_1_1_1_1_1">
    <p:bg>
      <p:bgPr>
        <a:solidFill>
          <a:schemeClr val="accent6"/>
        </a:solidFill>
        <a:effectLst/>
      </p:bgPr>
    </p:bg>
    <p:spTree>
      <p:nvGrpSpPr>
        <p:cNvPr id="1" name="Shape 3801"/>
        <p:cNvGrpSpPr/>
        <p:nvPr/>
      </p:nvGrpSpPr>
      <p:grpSpPr>
        <a:xfrm>
          <a:off x="0" y="0"/>
          <a:ext cx="0" cy="0"/>
          <a:chOff x="0" y="0"/>
          <a:chExt cx="0" cy="0"/>
        </a:xfrm>
      </p:grpSpPr>
      <p:sp>
        <p:nvSpPr>
          <p:cNvPr id="3802" name="Google Shape;3802;p115"/>
          <p:cNvSpPr/>
          <p:nvPr/>
        </p:nvSpPr>
        <p:spPr>
          <a:xfrm>
            <a:off x="857250"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03" name="Google Shape;3803;p115"/>
          <p:cNvSpPr/>
          <p:nvPr/>
        </p:nvSpPr>
        <p:spPr>
          <a:xfrm>
            <a:off x="5145917"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04" name="Google Shape;3804;p115"/>
          <p:cNvSpPr/>
          <p:nvPr/>
        </p:nvSpPr>
        <p:spPr>
          <a:xfrm>
            <a:off x="9434585"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05" name="Google Shape;3805;p115"/>
          <p:cNvSpPr/>
          <p:nvPr/>
        </p:nvSpPr>
        <p:spPr>
          <a:xfrm>
            <a:off x="13716000" y="2854969"/>
            <a:ext cx="3711900" cy="62889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06" name="Google Shape;3806;p115"/>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807" name="Google Shape;3807;p115"/>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808" name="Google Shape;3808;p115"/>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809" name="Google Shape;3809;p115"/>
          <p:cNvSpPr txBox="1">
            <a:spLocks noGrp="1"/>
          </p:cNvSpPr>
          <p:nvPr>
            <p:ph type="body" idx="3"/>
          </p:nvPr>
        </p:nvSpPr>
        <p:spPr>
          <a:xfrm>
            <a:off x="11430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10" name="Google Shape;3810;p115"/>
          <p:cNvSpPr txBox="1">
            <a:spLocks noGrp="1"/>
          </p:cNvSpPr>
          <p:nvPr>
            <p:ph type="body" idx="4"/>
          </p:nvPr>
        </p:nvSpPr>
        <p:spPr>
          <a:xfrm>
            <a:off x="5430203"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11" name="Google Shape;3811;p115"/>
          <p:cNvSpPr txBox="1">
            <a:spLocks noGrp="1"/>
          </p:cNvSpPr>
          <p:nvPr>
            <p:ph type="body" idx="5"/>
          </p:nvPr>
        </p:nvSpPr>
        <p:spPr>
          <a:xfrm>
            <a:off x="97155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12" name="Google Shape;3812;p115"/>
          <p:cNvSpPr txBox="1">
            <a:spLocks noGrp="1"/>
          </p:cNvSpPr>
          <p:nvPr>
            <p:ph type="body" idx="6"/>
          </p:nvPr>
        </p:nvSpPr>
        <p:spPr>
          <a:xfrm>
            <a:off x="13996988"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813" name="Google Shape;3813;p11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11 Card - Four up - White">
  <p:cSld name="TITLE_1_1_1_1_1_1_1_1_1_1_1_1_1_1_1_1_1_1_1_1_1_1_1_2_1">
    <p:bg>
      <p:bgPr>
        <a:solidFill>
          <a:srgbClr val="FFFEFE"/>
        </a:solidFill>
        <a:effectLst/>
      </p:bgPr>
    </p:bg>
    <p:spTree>
      <p:nvGrpSpPr>
        <p:cNvPr id="1" name="Shape 3814"/>
        <p:cNvGrpSpPr/>
        <p:nvPr/>
      </p:nvGrpSpPr>
      <p:grpSpPr>
        <a:xfrm>
          <a:off x="0" y="0"/>
          <a:ext cx="0" cy="0"/>
          <a:chOff x="0" y="0"/>
          <a:chExt cx="0" cy="0"/>
        </a:xfrm>
      </p:grpSpPr>
      <p:sp>
        <p:nvSpPr>
          <p:cNvPr id="3815" name="Google Shape;3815;p116"/>
          <p:cNvSpPr/>
          <p:nvPr/>
        </p:nvSpPr>
        <p:spPr>
          <a:xfrm>
            <a:off x="857250"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16" name="Google Shape;3816;p116"/>
          <p:cNvSpPr/>
          <p:nvPr/>
        </p:nvSpPr>
        <p:spPr>
          <a:xfrm>
            <a:off x="5145917"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17" name="Google Shape;3817;p116"/>
          <p:cNvSpPr/>
          <p:nvPr/>
        </p:nvSpPr>
        <p:spPr>
          <a:xfrm>
            <a:off x="9434585"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18" name="Google Shape;3818;p116"/>
          <p:cNvSpPr/>
          <p:nvPr/>
        </p:nvSpPr>
        <p:spPr>
          <a:xfrm>
            <a:off x="13716000" y="2854969"/>
            <a:ext cx="3711900" cy="6288900"/>
          </a:xfrm>
          <a:prstGeom prst="roundRect">
            <a:avLst>
              <a:gd name="adj" fmla="val 7699"/>
            </a:avLst>
          </a:prstGeom>
          <a:solidFill>
            <a:srgbClr val="EAF5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3819" name="Google Shape;3819;p116"/>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a:endParaRPr/>
          </a:p>
        </p:txBody>
      </p:sp>
      <p:sp>
        <p:nvSpPr>
          <p:cNvPr id="3820" name="Google Shape;3820;p116"/>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821" name="Google Shape;3821;p116"/>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822" name="Google Shape;3822;p116"/>
          <p:cNvSpPr txBox="1">
            <a:spLocks noGrp="1"/>
          </p:cNvSpPr>
          <p:nvPr>
            <p:ph type="body" idx="3"/>
          </p:nvPr>
        </p:nvSpPr>
        <p:spPr>
          <a:xfrm>
            <a:off x="11430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23" name="Google Shape;3823;p116"/>
          <p:cNvSpPr txBox="1">
            <a:spLocks noGrp="1"/>
          </p:cNvSpPr>
          <p:nvPr>
            <p:ph type="body" idx="4"/>
          </p:nvPr>
        </p:nvSpPr>
        <p:spPr>
          <a:xfrm>
            <a:off x="5430203"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24" name="Google Shape;3824;p116"/>
          <p:cNvSpPr txBox="1">
            <a:spLocks noGrp="1"/>
          </p:cNvSpPr>
          <p:nvPr>
            <p:ph type="body" idx="5"/>
          </p:nvPr>
        </p:nvSpPr>
        <p:spPr>
          <a:xfrm>
            <a:off x="9715500"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825" name="Google Shape;3825;p116"/>
          <p:cNvSpPr txBox="1">
            <a:spLocks noGrp="1"/>
          </p:cNvSpPr>
          <p:nvPr>
            <p:ph type="body" idx="6"/>
          </p:nvPr>
        </p:nvSpPr>
        <p:spPr>
          <a:xfrm>
            <a:off x="13996988" y="3113722"/>
            <a:ext cx="3143400" cy="57150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pic>
        <p:nvPicPr>
          <p:cNvPr id="3826" name="Google Shape;3826;p1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11 Card - Four up - Astro">
  <p:cSld name="TITLE_1_1_1_1_1_1_1_1_1_1_1_1_1_1_1_1_1_1_1_1_1_1_1_1_3">
    <p:bg>
      <p:bgPr>
        <a:solidFill>
          <a:schemeClr val="accent6"/>
        </a:solidFill>
        <a:effectLst/>
      </p:bgPr>
    </p:bg>
    <p:spTree>
      <p:nvGrpSpPr>
        <p:cNvPr id="1" name="Shape 3827"/>
        <p:cNvGrpSpPr/>
        <p:nvPr/>
      </p:nvGrpSpPr>
      <p:grpSpPr>
        <a:xfrm>
          <a:off x="0" y="0"/>
          <a:ext cx="0" cy="0"/>
          <a:chOff x="0" y="0"/>
          <a:chExt cx="0" cy="0"/>
        </a:xfrm>
      </p:grpSpPr>
      <p:pic>
        <p:nvPicPr>
          <p:cNvPr id="3828" name="Google Shape;3828;p117" descr="alt=&quot;&quot;"/>
          <p:cNvPicPr preferRelativeResize="0"/>
          <p:nvPr/>
        </p:nvPicPr>
        <p:blipFill rotWithShape="1">
          <a:blip r:embed="rId2">
            <a:alphaModFix/>
          </a:blip>
          <a:srcRect/>
          <a:stretch/>
        </p:blipFill>
        <p:spPr>
          <a:xfrm rot="-1107206">
            <a:off x="1389316" y="2684208"/>
            <a:ext cx="485211" cy="491419"/>
          </a:xfrm>
          <a:prstGeom prst="rect">
            <a:avLst/>
          </a:prstGeom>
          <a:noFill/>
          <a:ln>
            <a:noFill/>
          </a:ln>
        </p:spPr>
      </p:pic>
      <p:pic>
        <p:nvPicPr>
          <p:cNvPr id="3829" name="Google Shape;3829;p117" descr="alt=&quot;&quot;"/>
          <p:cNvPicPr preferRelativeResize="0"/>
          <p:nvPr/>
        </p:nvPicPr>
        <p:blipFill rotWithShape="1">
          <a:blip r:embed="rId2">
            <a:alphaModFix/>
          </a:blip>
          <a:srcRect/>
          <a:stretch/>
        </p:blipFill>
        <p:spPr>
          <a:xfrm rot="613168">
            <a:off x="16191756" y="4305922"/>
            <a:ext cx="339935" cy="344269"/>
          </a:xfrm>
          <a:prstGeom prst="rect">
            <a:avLst/>
          </a:prstGeom>
          <a:noFill/>
          <a:ln>
            <a:noFill/>
          </a:ln>
        </p:spPr>
      </p:pic>
      <p:pic>
        <p:nvPicPr>
          <p:cNvPr id="3830" name="Google Shape;3830;p117" title="astro.png"/>
          <p:cNvPicPr preferRelativeResize="0"/>
          <p:nvPr/>
        </p:nvPicPr>
        <p:blipFill rotWithShape="1">
          <a:blip r:embed="rId3">
            <a:alphaModFix/>
          </a:blip>
          <a:srcRect l="10" r="10"/>
          <a:stretch/>
        </p:blipFill>
        <p:spPr>
          <a:xfrm>
            <a:off x="14226100" y="5326975"/>
            <a:ext cx="3498100" cy="4264350"/>
          </a:xfrm>
          <a:prstGeom prst="rect">
            <a:avLst/>
          </a:prstGeom>
          <a:noFill/>
          <a:ln>
            <a:noFill/>
          </a:ln>
        </p:spPr>
      </p:pic>
      <p:sp>
        <p:nvSpPr>
          <p:cNvPr id="3831" name="Google Shape;3831;p117"/>
          <p:cNvSpPr/>
          <p:nvPr/>
        </p:nvSpPr>
        <p:spPr>
          <a:xfrm>
            <a:off x="4544129" y="3635050"/>
            <a:ext cx="3396900" cy="48144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3832" name="Google Shape;3832;p117"/>
          <p:cNvSpPr/>
          <p:nvPr/>
        </p:nvSpPr>
        <p:spPr>
          <a:xfrm>
            <a:off x="852137" y="3635050"/>
            <a:ext cx="3396900" cy="48141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pic>
        <p:nvPicPr>
          <p:cNvPr id="3833" name="Google Shape;3833;p117"/>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id="3834" name="Google Shape;3834;p117" descr="alt=&quot;&quot;"/>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id="3835" name="Google Shape;3835;p117" descr="alt=&quot;&quot;"/>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id="3836" name="Google Shape;3836;p117" descr="alt=&quot;&quot;"/>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id="3837" name="Google Shape;3837;p117" descr="alt=&quot;&quot;"/>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3838" name="Google Shape;3838;p117"/>
          <p:cNvSpPr/>
          <p:nvPr/>
        </p:nvSpPr>
        <p:spPr>
          <a:xfrm>
            <a:off x="8245860" y="3635050"/>
            <a:ext cx="3396900" cy="48144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3839" name="Google Shape;3839;p117"/>
          <p:cNvSpPr txBox="1">
            <a:spLocks noGrp="1"/>
          </p:cNvSpPr>
          <p:nvPr>
            <p:ph type="title"/>
          </p:nvPr>
        </p:nvSpPr>
        <p:spPr>
          <a:xfrm>
            <a:off x="8524013"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3840" name="Google Shape;3840;p117"/>
          <p:cNvSpPr/>
          <p:nvPr/>
        </p:nvSpPr>
        <p:spPr>
          <a:xfrm>
            <a:off x="11964525" y="3635300"/>
            <a:ext cx="3396900" cy="4814100"/>
          </a:xfrm>
          <a:prstGeom prst="roundRect">
            <a:avLst>
              <a:gd name="adj" fmla="val 7699"/>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3841" name="Google Shape;3841;p117"/>
          <p:cNvSpPr txBox="1">
            <a:spLocks noGrp="1"/>
          </p:cNvSpPr>
          <p:nvPr>
            <p:ph type="title" idx="2"/>
          </p:nvPr>
        </p:nvSpPr>
        <p:spPr>
          <a:xfrm>
            <a:off x="12231826" y="4722027"/>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3842" name="Google Shape;3842;p117"/>
          <p:cNvSpPr/>
          <p:nvPr/>
        </p:nvSpPr>
        <p:spPr>
          <a:xfrm>
            <a:off x="1890287"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3843" name="Google Shape;3843;p117"/>
          <p:cNvSpPr/>
          <p:nvPr/>
        </p:nvSpPr>
        <p:spPr>
          <a:xfrm>
            <a:off x="9292463"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3844" name="Google Shape;3844;p117"/>
          <p:cNvSpPr/>
          <p:nvPr/>
        </p:nvSpPr>
        <p:spPr>
          <a:xfrm>
            <a:off x="13000276"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3845" name="Google Shape;3845;p117"/>
          <p:cNvSpPr/>
          <p:nvPr/>
        </p:nvSpPr>
        <p:spPr>
          <a:xfrm>
            <a:off x="5587138" y="2919025"/>
            <a:ext cx="1320600" cy="1320600"/>
          </a:xfrm>
          <a:prstGeom prst="ellipse">
            <a:avLst/>
          </a:prstGeom>
          <a:solidFill>
            <a:srgbClr val="0250D9"/>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id="3846" name="Google Shape;3846;p117" descr="alt=&quot;&quot;"/>
          <p:cNvPicPr preferRelativeResize="0"/>
          <p:nvPr/>
        </p:nvPicPr>
        <p:blipFill rotWithShape="1">
          <a:blip r:embed="rId2">
            <a:alphaModFix/>
          </a:blip>
          <a:srcRect/>
          <a:stretch/>
        </p:blipFill>
        <p:spPr>
          <a:xfrm rot="-519600">
            <a:off x="15671379" y="4601860"/>
            <a:ext cx="485211" cy="491419"/>
          </a:xfrm>
          <a:prstGeom prst="rect">
            <a:avLst/>
          </a:prstGeom>
          <a:noFill/>
          <a:ln>
            <a:noFill/>
          </a:ln>
        </p:spPr>
      </p:pic>
      <p:pic>
        <p:nvPicPr>
          <p:cNvPr id="3847" name="Google Shape;3847;p117" descr="alt=&quot;&quot;"/>
          <p:cNvPicPr preferRelativeResize="0"/>
          <p:nvPr/>
        </p:nvPicPr>
        <p:blipFill rotWithShape="1">
          <a:blip r:embed="rId2">
            <a:alphaModFix/>
          </a:blip>
          <a:srcRect/>
          <a:stretch/>
        </p:blipFill>
        <p:spPr>
          <a:xfrm rot="450588">
            <a:off x="16514704" y="4846289"/>
            <a:ext cx="189095" cy="191530"/>
          </a:xfrm>
          <a:prstGeom prst="rect">
            <a:avLst/>
          </a:prstGeom>
          <a:noFill/>
          <a:ln>
            <a:noFill/>
          </a:ln>
        </p:spPr>
      </p:pic>
      <p:pic>
        <p:nvPicPr>
          <p:cNvPr id="3848" name="Google Shape;3848;p117" descr="alt=&quot;&quot;"/>
          <p:cNvPicPr preferRelativeResize="0"/>
          <p:nvPr/>
        </p:nvPicPr>
        <p:blipFill rotWithShape="1">
          <a:blip r:embed="rId2">
            <a:alphaModFix/>
          </a:blip>
          <a:srcRect/>
          <a:stretch/>
        </p:blipFill>
        <p:spPr>
          <a:xfrm rot="450588">
            <a:off x="1180359" y="3247550"/>
            <a:ext cx="189095" cy="191530"/>
          </a:xfrm>
          <a:prstGeom prst="rect">
            <a:avLst/>
          </a:prstGeom>
          <a:noFill/>
          <a:ln>
            <a:noFill/>
          </a:ln>
        </p:spPr>
      </p:pic>
      <p:sp>
        <p:nvSpPr>
          <p:cNvPr id="3849" name="Google Shape;3849;p117"/>
          <p:cNvSpPr txBox="1">
            <a:spLocks noGrp="1"/>
          </p:cNvSpPr>
          <p:nvPr>
            <p:ph type="subTitle" idx="1"/>
          </p:nvPr>
        </p:nvSpPr>
        <p:spPr>
          <a:xfrm>
            <a:off x="8447216"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3850" name="Google Shape;3850;p117"/>
          <p:cNvSpPr txBox="1">
            <a:spLocks noGrp="1"/>
          </p:cNvSpPr>
          <p:nvPr>
            <p:ph type="subTitle" idx="3"/>
          </p:nvPr>
        </p:nvSpPr>
        <p:spPr>
          <a:xfrm>
            <a:off x="12155026"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3851" name="Google Shape;3851;p117"/>
          <p:cNvSpPr txBox="1">
            <a:spLocks noGrp="1"/>
          </p:cNvSpPr>
          <p:nvPr>
            <p:ph type="title" idx="4"/>
          </p:nvPr>
        </p:nvSpPr>
        <p:spPr>
          <a:xfrm>
            <a:off x="4818675"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3852" name="Google Shape;3852;p117"/>
          <p:cNvSpPr txBox="1">
            <a:spLocks noGrp="1"/>
          </p:cNvSpPr>
          <p:nvPr>
            <p:ph type="subTitle" idx="5"/>
          </p:nvPr>
        </p:nvSpPr>
        <p:spPr>
          <a:xfrm>
            <a:off x="4741882"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sp>
        <p:nvSpPr>
          <p:cNvPr id="3853" name="Google Shape;3853;p117"/>
          <p:cNvSpPr txBox="1">
            <a:spLocks noGrp="1"/>
          </p:cNvSpPr>
          <p:nvPr>
            <p:ph type="title" idx="6"/>
          </p:nvPr>
        </p:nvSpPr>
        <p:spPr>
          <a:xfrm>
            <a:off x="1123064" y="4722023"/>
            <a:ext cx="2857500" cy="857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a:endParaRPr/>
          </a:p>
        </p:txBody>
      </p:sp>
      <p:sp>
        <p:nvSpPr>
          <p:cNvPr id="3854" name="Google Shape;3854;p117"/>
          <p:cNvSpPr txBox="1">
            <a:spLocks noGrp="1"/>
          </p:cNvSpPr>
          <p:nvPr>
            <p:ph type="subTitle" idx="7"/>
          </p:nvPr>
        </p:nvSpPr>
        <p:spPr>
          <a:xfrm>
            <a:off x="1046275" y="5819625"/>
            <a:ext cx="3011100" cy="23340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a:endParaRPr/>
          </a:p>
        </p:txBody>
      </p:sp>
      <p:pic>
        <p:nvPicPr>
          <p:cNvPr id="3855" name="Google Shape;3855;p117" descr="alt=&quot;&quot;"/>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3856" name="Google Shape;3856;p117"/>
          <p:cNvSpPr txBox="1">
            <a:spLocks noGrp="1"/>
          </p:cNvSpPr>
          <p:nvPr>
            <p:ph type="title" idx="8"/>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857" name="Google Shape;3857;p117"/>
          <p:cNvSpPr txBox="1">
            <a:spLocks noGrp="1"/>
          </p:cNvSpPr>
          <p:nvPr>
            <p:ph type="subTitle" idx="9"/>
          </p:nvPr>
        </p:nvSpPr>
        <p:spPr>
          <a:xfrm>
            <a:off x="857250" y="1704975"/>
            <a:ext cx="15144900" cy="7620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3858" name="Google Shape;3858;p117"/>
          <p:cNvSpPr txBox="1">
            <a:spLocks noGrp="1"/>
          </p:cNvSpPr>
          <p:nvPr>
            <p:ph type="body" idx="1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12 Card - Five up - Blue">
  <p:cSld name="TITLE_1_1_1_1_1_1_1_1_1_1_1_1_1_1_1_1_1_1_1_1_1_1_1_1">
    <p:bg>
      <p:bgPr>
        <a:solidFill>
          <a:schemeClr val="accent6"/>
        </a:solidFill>
        <a:effectLst/>
      </p:bgPr>
    </p:bg>
    <p:spTree>
      <p:nvGrpSpPr>
        <p:cNvPr id="1" name="Shape 3859"/>
        <p:cNvGrpSpPr/>
        <p:nvPr/>
      </p:nvGrpSpPr>
      <p:grpSpPr>
        <a:xfrm>
          <a:off x="0" y="0"/>
          <a:ext cx="0" cy="0"/>
          <a:chOff x="0" y="0"/>
          <a:chExt cx="0" cy="0"/>
        </a:xfrm>
      </p:grpSpPr>
      <p:sp>
        <p:nvSpPr>
          <p:cNvPr id="3860" name="Google Shape;3860;p118"/>
          <p:cNvSpPr/>
          <p:nvPr/>
        </p:nvSpPr>
        <p:spPr>
          <a:xfrm>
            <a:off x="7641721"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61" name="Google Shape;3861;p118"/>
          <p:cNvSpPr/>
          <p:nvPr/>
        </p:nvSpPr>
        <p:spPr>
          <a:xfrm>
            <a:off x="4249485"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62" name="Google Shape;3862;p118"/>
          <p:cNvSpPr/>
          <p:nvPr/>
        </p:nvSpPr>
        <p:spPr>
          <a:xfrm>
            <a:off x="11033956"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63" name="Google Shape;3863;p118"/>
          <p:cNvSpPr/>
          <p:nvPr/>
        </p:nvSpPr>
        <p:spPr>
          <a:xfrm>
            <a:off x="857250" y="2852566"/>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64" name="Google Shape;3864;p118"/>
          <p:cNvSpPr/>
          <p:nvPr/>
        </p:nvSpPr>
        <p:spPr>
          <a:xfrm>
            <a:off x="14426175" y="2852550"/>
            <a:ext cx="3077400" cy="6288900"/>
          </a:xfrm>
          <a:prstGeom prst="roundRect">
            <a:avLst>
              <a:gd name="adj" fmla="val 6092"/>
            </a:avLst>
          </a:prstGeom>
          <a:solidFill>
            <a:srgbClr val="FFFFFF"/>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65" name="Google Shape;3865;p118"/>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866" name="Google Shape;3866;p118"/>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867" name="Google Shape;3867;p118"/>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868" name="Google Shape;3868;p118"/>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69" name="Google Shape;3869;p118"/>
          <p:cNvSpPr txBox="1">
            <a:spLocks noGrp="1"/>
          </p:cNvSpPr>
          <p:nvPr>
            <p:ph type="body" idx="3"/>
          </p:nvPr>
        </p:nvSpPr>
        <p:spPr>
          <a:xfrm>
            <a:off x="11100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70" name="Google Shape;3870;p118"/>
          <p:cNvSpPr txBox="1">
            <a:spLocks noGrp="1"/>
          </p:cNvSpPr>
          <p:nvPr>
            <p:ph type="body" idx="4"/>
          </p:nvPr>
        </p:nvSpPr>
        <p:spPr>
          <a:xfrm>
            <a:off x="4502238"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71" name="Google Shape;3871;p118"/>
          <p:cNvSpPr txBox="1">
            <a:spLocks noGrp="1"/>
          </p:cNvSpPr>
          <p:nvPr>
            <p:ph type="body" idx="5"/>
          </p:nvPr>
        </p:nvSpPr>
        <p:spPr>
          <a:xfrm>
            <a:off x="78944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72" name="Google Shape;3872;p118"/>
          <p:cNvSpPr txBox="1">
            <a:spLocks noGrp="1"/>
          </p:cNvSpPr>
          <p:nvPr>
            <p:ph type="body" idx="6"/>
          </p:nvPr>
        </p:nvSpPr>
        <p:spPr>
          <a:xfrm>
            <a:off x="112867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73" name="Google Shape;3873;p118"/>
          <p:cNvSpPr txBox="1">
            <a:spLocks noGrp="1"/>
          </p:cNvSpPr>
          <p:nvPr>
            <p:ph type="body" idx="7"/>
          </p:nvPr>
        </p:nvSpPr>
        <p:spPr>
          <a:xfrm>
            <a:off x="146789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12 Card - Five up - White">
  <p:cSld name="TITLE_1_1_1_1_1_1_1_1_1_1_1_1_1_1_1_1_1_1_1_1_1_1_1_1_2_1">
    <p:bg>
      <p:bgPr>
        <a:solidFill>
          <a:srgbClr val="FFFEFE"/>
        </a:solidFill>
        <a:effectLst/>
      </p:bgPr>
    </p:bg>
    <p:spTree>
      <p:nvGrpSpPr>
        <p:cNvPr id="1" name="Shape 3874"/>
        <p:cNvGrpSpPr/>
        <p:nvPr/>
      </p:nvGrpSpPr>
      <p:grpSpPr>
        <a:xfrm>
          <a:off x="0" y="0"/>
          <a:ext cx="0" cy="0"/>
          <a:chOff x="0" y="0"/>
          <a:chExt cx="0" cy="0"/>
        </a:xfrm>
      </p:grpSpPr>
      <p:sp>
        <p:nvSpPr>
          <p:cNvPr id="3875" name="Google Shape;3875;p119"/>
          <p:cNvSpPr/>
          <p:nvPr/>
        </p:nvSpPr>
        <p:spPr>
          <a:xfrm>
            <a:off x="7641721"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76" name="Google Shape;3876;p119"/>
          <p:cNvSpPr/>
          <p:nvPr/>
        </p:nvSpPr>
        <p:spPr>
          <a:xfrm>
            <a:off x="4249485"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77" name="Google Shape;3877;p119"/>
          <p:cNvSpPr/>
          <p:nvPr/>
        </p:nvSpPr>
        <p:spPr>
          <a:xfrm>
            <a:off x="11033956"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78" name="Google Shape;3878;p119"/>
          <p:cNvSpPr/>
          <p:nvPr/>
        </p:nvSpPr>
        <p:spPr>
          <a:xfrm>
            <a:off x="857250" y="2852566"/>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79" name="Google Shape;3879;p119"/>
          <p:cNvSpPr/>
          <p:nvPr/>
        </p:nvSpPr>
        <p:spPr>
          <a:xfrm>
            <a:off x="14426175" y="2852550"/>
            <a:ext cx="3077400" cy="6288900"/>
          </a:xfrm>
          <a:prstGeom prst="roundRect">
            <a:avLst>
              <a:gd name="adj" fmla="val 6092"/>
            </a:avLst>
          </a:prstGeom>
          <a:solidFill>
            <a:srgbClr val="EAF5FE"/>
          </a:solidFill>
          <a:ln>
            <a:noFill/>
          </a:ln>
        </p:spPr>
        <p:txBody>
          <a:bodyPr spcFirstLastPara="1" wrap="square" lIns="137250" tIns="137250" rIns="137250" bIns="137250" anchor="ctr" anchorCtr="0">
            <a:noAutofit/>
          </a:bodyPr>
          <a:lstStyle/>
          <a:p>
            <a:pPr marL="0" marR="0" lvl="0" indent="0" algn="l" rtl="0">
              <a:lnSpc>
                <a:spcPct val="100000"/>
              </a:lnSpc>
              <a:spcBef>
                <a:spcPts val="0"/>
              </a:spcBef>
              <a:spcAft>
                <a:spcPts val="0"/>
              </a:spcAft>
              <a:buNone/>
            </a:pPr>
            <a:endParaRPr sz="2102"/>
          </a:p>
        </p:txBody>
      </p:sp>
      <p:sp>
        <p:nvSpPr>
          <p:cNvPr id="3880" name="Google Shape;3880;p119"/>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3881" name="Google Shape;3881;p119"/>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882" name="Google Shape;3882;p119"/>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3883" name="Google Shape;3883;p1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84" name="Google Shape;3884;p119"/>
          <p:cNvSpPr txBox="1">
            <a:spLocks noGrp="1"/>
          </p:cNvSpPr>
          <p:nvPr>
            <p:ph type="body" idx="3"/>
          </p:nvPr>
        </p:nvSpPr>
        <p:spPr>
          <a:xfrm>
            <a:off x="11100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85" name="Google Shape;3885;p119"/>
          <p:cNvSpPr txBox="1">
            <a:spLocks noGrp="1"/>
          </p:cNvSpPr>
          <p:nvPr>
            <p:ph type="body" idx="4"/>
          </p:nvPr>
        </p:nvSpPr>
        <p:spPr>
          <a:xfrm>
            <a:off x="4502238"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86" name="Google Shape;3886;p119"/>
          <p:cNvSpPr txBox="1">
            <a:spLocks noGrp="1"/>
          </p:cNvSpPr>
          <p:nvPr>
            <p:ph type="body" idx="5"/>
          </p:nvPr>
        </p:nvSpPr>
        <p:spPr>
          <a:xfrm>
            <a:off x="78944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87" name="Google Shape;3887;p119"/>
          <p:cNvSpPr txBox="1">
            <a:spLocks noGrp="1"/>
          </p:cNvSpPr>
          <p:nvPr>
            <p:ph type="body" idx="6"/>
          </p:nvPr>
        </p:nvSpPr>
        <p:spPr>
          <a:xfrm>
            <a:off x="1128670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
        <p:nvSpPr>
          <p:cNvPr id="3888" name="Google Shape;3888;p119"/>
          <p:cNvSpPr txBox="1">
            <a:spLocks noGrp="1"/>
          </p:cNvSpPr>
          <p:nvPr>
            <p:ph type="body" idx="7"/>
          </p:nvPr>
        </p:nvSpPr>
        <p:spPr>
          <a:xfrm>
            <a:off x="14678950" y="3113725"/>
            <a:ext cx="2571900" cy="5753100"/>
          </a:xfrm>
          <a:prstGeom prst="rect">
            <a:avLst/>
          </a:prstGeom>
        </p:spPr>
        <p:txBody>
          <a:bodyPr spcFirstLastPara="1" wrap="square" lIns="0" tIns="0" rIns="0" bIns="0" anchor="t" anchorCtr="0">
            <a:noAutofit/>
          </a:bodyPr>
          <a:lstStyle>
            <a:lvl1pPr marL="457200" lvl="0" indent="-381000">
              <a:spcBef>
                <a:spcPts val="0"/>
              </a:spcBef>
              <a:spcAft>
                <a:spcPts val="0"/>
              </a:spcAft>
              <a:buSzPts val="2400"/>
              <a:buChar char="●"/>
              <a:defRPr sz="2400"/>
            </a:lvl1pPr>
            <a:lvl2pPr marL="914400" lvl="1" indent="-368300">
              <a:spcBef>
                <a:spcPts val="1800"/>
              </a:spcBef>
              <a:spcAft>
                <a:spcPts val="0"/>
              </a:spcAft>
              <a:buSzPts val="2200"/>
              <a:buChar char="○"/>
              <a:defRPr sz="2200"/>
            </a:lvl2pPr>
            <a:lvl3pPr marL="1371600" lvl="2" indent="-355600">
              <a:spcBef>
                <a:spcPts val="1800"/>
              </a:spcBef>
              <a:spcAft>
                <a:spcPts val="0"/>
              </a:spcAft>
              <a:buSzPts val="2000"/>
              <a:buChar char="■"/>
              <a:defRPr sz="2000"/>
            </a:lvl3pPr>
            <a:lvl4pPr marL="1828800" lvl="3" indent="-342900">
              <a:spcBef>
                <a:spcPts val="1800"/>
              </a:spcBef>
              <a:spcAft>
                <a:spcPts val="0"/>
              </a:spcAft>
              <a:buSzPts val="1800"/>
              <a:buChar char="●"/>
              <a:defRPr sz="1800"/>
            </a:lvl4pPr>
            <a:lvl5pPr marL="2286000" lvl="4" indent="-330200">
              <a:spcBef>
                <a:spcPts val="1800"/>
              </a:spcBef>
              <a:spcAft>
                <a:spcPts val="0"/>
              </a:spcAft>
              <a:buSzPts val="1600"/>
              <a:buChar char="○"/>
              <a:defRPr sz="1600"/>
            </a:lvl5pPr>
            <a:lvl6pPr marL="2743200" lvl="5" indent="-330200">
              <a:spcBef>
                <a:spcPts val="1800"/>
              </a:spcBef>
              <a:spcAft>
                <a:spcPts val="0"/>
              </a:spcAft>
              <a:buSzPts val="1600"/>
              <a:buChar char="■"/>
              <a:defRPr sz="1600"/>
            </a:lvl6pPr>
            <a:lvl7pPr marL="3200400" lvl="6" indent="-330200">
              <a:spcBef>
                <a:spcPts val="1800"/>
              </a:spcBef>
              <a:spcAft>
                <a:spcPts val="0"/>
              </a:spcAft>
              <a:buSzPts val="1600"/>
              <a:buChar char="●"/>
              <a:defRPr sz="1600"/>
            </a:lvl7pPr>
            <a:lvl8pPr marL="3657600" lvl="7" indent="-330200">
              <a:spcBef>
                <a:spcPts val="1800"/>
              </a:spcBef>
              <a:spcAft>
                <a:spcPts val="0"/>
              </a:spcAft>
              <a:buSzPts val="1600"/>
              <a:buChar char="○"/>
              <a:defRPr sz="1600"/>
            </a:lvl8pPr>
            <a:lvl9pPr marL="4114800" lvl="8" indent="-330200">
              <a:spcBef>
                <a:spcPts val="1800"/>
              </a:spcBef>
              <a:spcAft>
                <a:spcPts val="1800"/>
              </a:spcAft>
              <a:buSzPts val="1600"/>
              <a:buChar char="■"/>
              <a:defRPr sz="1600"/>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13 Card – Five up_var2">
  <p:cSld name="Basic_4_1_3_1_1_1_1_1_1_1_1_1_1_1_1_1_1_1_3_2_1_1_1_2">
    <p:bg>
      <p:bgPr>
        <a:solidFill>
          <a:schemeClr val="accent6"/>
        </a:solidFill>
        <a:effectLst/>
      </p:bgPr>
    </p:bg>
    <p:spTree>
      <p:nvGrpSpPr>
        <p:cNvPr id="1" name="Shape 3889"/>
        <p:cNvGrpSpPr/>
        <p:nvPr/>
      </p:nvGrpSpPr>
      <p:grpSpPr>
        <a:xfrm>
          <a:off x="0" y="0"/>
          <a:ext cx="0" cy="0"/>
          <a:chOff x="0" y="0"/>
          <a:chExt cx="0" cy="0"/>
        </a:xfrm>
      </p:grpSpPr>
      <p:sp>
        <p:nvSpPr>
          <p:cNvPr id="3890" name="Google Shape;3890;p120"/>
          <p:cNvSpPr txBox="1">
            <a:spLocks noGrp="1"/>
          </p:cNvSpPr>
          <p:nvPr>
            <p:ph type="subTitle" idx="1"/>
          </p:nvPr>
        </p:nvSpPr>
        <p:spPr>
          <a:xfrm>
            <a:off x="850614" y="9669563"/>
            <a:ext cx="10879800" cy="3351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sz="1500" b="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a:endParaRPr/>
          </a:p>
        </p:txBody>
      </p:sp>
      <p:sp>
        <p:nvSpPr>
          <p:cNvPr id="3891" name="Google Shape;3891;p120"/>
          <p:cNvSpPr/>
          <p:nvPr/>
        </p:nvSpPr>
        <p:spPr>
          <a:xfrm>
            <a:off x="9345709"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892" name="Google Shape;3892;p120"/>
          <p:cNvSpPr/>
          <p:nvPr/>
        </p:nvSpPr>
        <p:spPr>
          <a:xfrm>
            <a:off x="5106355"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893" name="Google Shape;3893;p120"/>
          <p:cNvSpPr/>
          <p:nvPr/>
        </p:nvSpPr>
        <p:spPr>
          <a:xfrm>
            <a:off x="13585063"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894" name="Google Shape;3894;p120"/>
          <p:cNvSpPr/>
          <p:nvPr/>
        </p:nvSpPr>
        <p:spPr>
          <a:xfrm>
            <a:off x="867001" y="2024213"/>
            <a:ext cx="3845700" cy="4937100"/>
          </a:xfrm>
          <a:prstGeom prst="roundRect">
            <a:avLst>
              <a:gd name="adj" fmla="val 5245"/>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895" name="Google Shape;3895;p120"/>
          <p:cNvSpPr/>
          <p:nvPr/>
        </p:nvSpPr>
        <p:spPr>
          <a:xfrm>
            <a:off x="867001" y="7326075"/>
            <a:ext cx="16528200" cy="2173200"/>
          </a:xfrm>
          <a:prstGeom prst="roundRect">
            <a:avLst>
              <a:gd name="adj" fmla="val 9549"/>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896" name="Google Shape;3896;p120"/>
          <p:cNvSpPr txBox="1">
            <a:spLocks noGrp="1"/>
          </p:cNvSpPr>
          <p:nvPr>
            <p:ph type="title"/>
          </p:nvPr>
        </p:nvSpPr>
        <p:spPr>
          <a:xfrm>
            <a:off x="1138000"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897" name="Google Shape;3897;p120"/>
          <p:cNvSpPr txBox="1">
            <a:spLocks noGrp="1"/>
          </p:cNvSpPr>
          <p:nvPr>
            <p:ph type="body" idx="2"/>
          </p:nvPr>
        </p:nvSpPr>
        <p:spPr>
          <a:xfrm>
            <a:off x="1138000"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898" name="Google Shape;3898;p120"/>
          <p:cNvSpPr txBox="1">
            <a:spLocks noGrp="1"/>
          </p:cNvSpPr>
          <p:nvPr>
            <p:ph type="title" idx="3"/>
          </p:nvPr>
        </p:nvSpPr>
        <p:spPr>
          <a:xfrm>
            <a:off x="5377374"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899" name="Google Shape;3899;p120"/>
          <p:cNvSpPr txBox="1">
            <a:spLocks noGrp="1"/>
          </p:cNvSpPr>
          <p:nvPr>
            <p:ph type="body" idx="4"/>
          </p:nvPr>
        </p:nvSpPr>
        <p:spPr>
          <a:xfrm>
            <a:off x="5368437"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00" name="Google Shape;3900;p120"/>
          <p:cNvSpPr txBox="1">
            <a:spLocks noGrp="1"/>
          </p:cNvSpPr>
          <p:nvPr>
            <p:ph type="title" idx="5"/>
          </p:nvPr>
        </p:nvSpPr>
        <p:spPr>
          <a:xfrm>
            <a:off x="9616737"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01" name="Google Shape;3901;p120"/>
          <p:cNvSpPr txBox="1">
            <a:spLocks noGrp="1"/>
          </p:cNvSpPr>
          <p:nvPr>
            <p:ph type="body" idx="6"/>
          </p:nvPr>
        </p:nvSpPr>
        <p:spPr>
          <a:xfrm>
            <a:off x="9607799"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02" name="Google Shape;3902;p120"/>
          <p:cNvSpPr txBox="1">
            <a:spLocks noGrp="1"/>
          </p:cNvSpPr>
          <p:nvPr>
            <p:ph type="title" idx="7"/>
          </p:nvPr>
        </p:nvSpPr>
        <p:spPr>
          <a:xfrm>
            <a:off x="13831638" y="2267875"/>
            <a:ext cx="3312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03" name="Google Shape;3903;p120"/>
          <p:cNvSpPr txBox="1">
            <a:spLocks noGrp="1"/>
          </p:cNvSpPr>
          <p:nvPr>
            <p:ph type="body" idx="8"/>
          </p:nvPr>
        </p:nvSpPr>
        <p:spPr>
          <a:xfrm>
            <a:off x="13822700" y="2983175"/>
            <a:ext cx="3312300" cy="35586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04" name="Google Shape;3904;p120"/>
          <p:cNvSpPr txBox="1">
            <a:spLocks noGrp="1"/>
          </p:cNvSpPr>
          <p:nvPr>
            <p:ph type="title" idx="9"/>
          </p:nvPr>
        </p:nvSpPr>
        <p:spPr>
          <a:xfrm>
            <a:off x="1138000" y="7640950"/>
            <a:ext cx="159543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05" name="Google Shape;3905;p120"/>
          <p:cNvSpPr txBox="1">
            <a:spLocks noGrp="1"/>
          </p:cNvSpPr>
          <p:nvPr>
            <p:ph type="body" idx="13"/>
          </p:nvPr>
        </p:nvSpPr>
        <p:spPr>
          <a:xfrm>
            <a:off x="1138000" y="8356250"/>
            <a:ext cx="15954300" cy="805200"/>
          </a:xfrm>
          <a:prstGeom prst="rect">
            <a:avLst/>
          </a:prstGeom>
          <a:noFill/>
          <a:ln>
            <a:noFill/>
          </a:ln>
        </p:spPr>
        <p:txBody>
          <a:bodyPr spcFirstLastPara="1" wrap="square" lIns="0" tIns="0" rIns="0" bIns="0" anchor="t" anchorCtr="0">
            <a:noAutofit/>
          </a:bodyPr>
          <a:lstStyle>
            <a:lvl1pPr marL="457200" marR="0" lvl="0"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06" name="Google Shape;3906;p120"/>
          <p:cNvSpPr txBox="1">
            <a:spLocks noGrp="1"/>
          </p:cNvSpPr>
          <p:nvPr>
            <p:ph type="title" idx="14"/>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907" name="Google Shape;3907;p1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14 Card – Six up without subtitle 1">
  <p:cSld name="Basic_4_1_3_1_1_1_1_1_1_1_1_1_1_1_1_1_1_1_3_2_1_1_1_1_1">
    <p:bg>
      <p:bgPr>
        <a:solidFill>
          <a:schemeClr val="accent6"/>
        </a:solidFill>
        <a:effectLst/>
      </p:bgPr>
    </p:bg>
    <p:spTree>
      <p:nvGrpSpPr>
        <p:cNvPr id="1" name="Shape 3908"/>
        <p:cNvGrpSpPr/>
        <p:nvPr/>
      </p:nvGrpSpPr>
      <p:grpSpPr>
        <a:xfrm>
          <a:off x="0" y="0"/>
          <a:ext cx="0" cy="0"/>
          <a:chOff x="0" y="0"/>
          <a:chExt cx="0" cy="0"/>
        </a:xfrm>
      </p:grpSpPr>
      <p:sp>
        <p:nvSpPr>
          <p:cNvPr id="3909" name="Google Shape;3909;p121"/>
          <p:cNvSpPr txBox="1">
            <a:spLocks noGrp="1"/>
          </p:cNvSpPr>
          <p:nvPr>
            <p:ph type="subTitle" idx="1"/>
          </p:nvPr>
        </p:nvSpPr>
        <p:spPr>
          <a:xfrm>
            <a:off x="850614" y="9669563"/>
            <a:ext cx="10879800" cy="3351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sz="1500" b="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a:endParaRPr/>
          </a:p>
        </p:txBody>
      </p:sp>
      <p:sp>
        <p:nvSpPr>
          <p:cNvPr id="3910" name="Google Shape;3910;p121"/>
          <p:cNvSpPr/>
          <p:nvPr/>
        </p:nvSpPr>
        <p:spPr>
          <a:xfrm>
            <a:off x="12227453"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1" name="Google Shape;3911;p121"/>
          <p:cNvSpPr/>
          <p:nvPr/>
        </p:nvSpPr>
        <p:spPr>
          <a:xfrm>
            <a:off x="881386"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2" name="Google Shape;3912;p121"/>
          <p:cNvSpPr/>
          <p:nvPr/>
        </p:nvSpPr>
        <p:spPr>
          <a:xfrm>
            <a:off x="6554419" y="5820236"/>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3" name="Google Shape;3913;p121"/>
          <p:cNvSpPr/>
          <p:nvPr/>
        </p:nvSpPr>
        <p:spPr>
          <a:xfrm>
            <a:off x="12210405"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4" name="Google Shape;3914;p121"/>
          <p:cNvSpPr/>
          <p:nvPr/>
        </p:nvSpPr>
        <p:spPr>
          <a:xfrm>
            <a:off x="864338"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5" name="Google Shape;3915;p121"/>
          <p:cNvSpPr/>
          <p:nvPr/>
        </p:nvSpPr>
        <p:spPr>
          <a:xfrm>
            <a:off x="6537371" y="2006213"/>
            <a:ext cx="5227200" cy="3431100"/>
          </a:xfrm>
          <a:prstGeom prst="roundRect">
            <a:avLst>
              <a:gd name="adj" fmla="val 4148"/>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a:p>
        </p:txBody>
      </p:sp>
      <p:sp>
        <p:nvSpPr>
          <p:cNvPr id="3916" name="Google Shape;3916;p121"/>
          <p:cNvSpPr txBox="1">
            <a:spLocks noGrp="1"/>
          </p:cNvSpPr>
          <p:nvPr>
            <p:ph type="title"/>
          </p:nvPr>
        </p:nvSpPr>
        <p:spPr>
          <a:xfrm>
            <a:off x="1290400"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17" name="Google Shape;3917;p121"/>
          <p:cNvSpPr txBox="1">
            <a:spLocks noGrp="1"/>
          </p:cNvSpPr>
          <p:nvPr>
            <p:ph type="body" idx="2"/>
          </p:nvPr>
        </p:nvSpPr>
        <p:spPr>
          <a:xfrm>
            <a:off x="1290400"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18" name="Google Shape;3918;p121"/>
          <p:cNvSpPr txBox="1">
            <a:spLocks noGrp="1"/>
          </p:cNvSpPr>
          <p:nvPr>
            <p:ph type="title" idx="3"/>
          </p:nvPr>
        </p:nvSpPr>
        <p:spPr>
          <a:xfrm>
            <a:off x="6926491"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19" name="Google Shape;3919;p121"/>
          <p:cNvSpPr txBox="1">
            <a:spLocks noGrp="1"/>
          </p:cNvSpPr>
          <p:nvPr>
            <p:ph type="body" idx="4"/>
          </p:nvPr>
        </p:nvSpPr>
        <p:spPr>
          <a:xfrm>
            <a:off x="6926491"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20" name="Google Shape;3920;p121"/>
          <p:cNvSpPr txBox="1">
            <a:spLocks noGrp="1"/>
          </p:cNvSpPr>
          <p:nvPr>
            <p:ph type="title" idx="5"/>
          </p:nvPr>
        </p:nvSpPr>
        <p:spPr>
          <a:xfrm>
            <a:off x="12589923" y="2267875"/>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21" name="Google Shape;3921;p121"/>
          <p:cNvSpPr txBox="1">
            <a:spLocks noGrp="1"/>
          </p:cNvSpPr>
          <p:nvPr>
            <p:ph type="body" idx="6"/>
          </p:nvPr>
        </p:nvSpPr>
        <p:spPr>
          <a:xfrm>
            <a:off x="12589923" y="2983175"/>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22" name="Google Shape;3922;p121"/>
          <p:cNvSpPr txBox="1">
            <a:spLocks noGrp="1"/>
          </p:cNvSpPr>
          <p:nvPr>
            <p:ph type="title" idx="7"/>
          </p:nvPr>
        </p:nvSpPr>
        <p:spPr>
          <a:xfrm>
            <a:off x="1290400"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23" name="Google Shape;3923;p121"/>
          <p:cNvSpPr txBox="1">
            <a:spLocks noGrp="1"/>
          </p:cNvSpPr>
          <p:nvPr>
            <p:ph type="body" idx="8"/>
          </p:nvPr>
        </p:nvSpPr>
        <p:spPr>
          <a:xfrm>
            <a:off x="1290400"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24" name="Google Shape;3924;p121"/>
          <p:cNvSpPr txBox="1">
            <a:spLocks noGrp="1"/>
          </p:cNvSpPr>
          <p:nvPr>
            <p:ph type="title" idx="9"/>
          </p:nvPr>
        </p:nvSpPr>
        <p:spPr>
          <a:xfrm>
            <a:off x="6926491"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25" name="Google Shape;3925;p121"/>
          <p:cNvSpPr txBox="1">
            <a:spLocks noGrp="1"/>
          </p:cNvSpPr>
          <p:nvPr>
            <p:ph type="body" idx="13"/>
          </p:nvPr>
        </p:nvSpPr>
        <p:spPr>
          <a:xfrm>
            <a:off x="6926491"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26" name="Google Shape;3926;p121"/>
          <p:cNvSpPr txBox="1">
            <a:spLocks noGrp="1"/>
          </p:cNvSpPr>
          <p:nvPr>
            <p:ph type="title" idx="14"/>
          </p:nvPr>
        </p:nvSpPr>
        <p:spPr>
          <a:xfrm>
            <a:off x="12589923" y="6082609"/>
            <a:ext cx="44367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27" name="Google Shape;3927;p121"/>
          <p:cNvSpPr txBox="1">
            <a:spLocks noGrp="1"/>
          </p:cNvSpPr>
          <p:nvPr>
            <p:ph type="body" idx="15"/>
          </p:nvPr>
        </p:nvSpPr>
        <p:spPr>
          <a:xfrm>
            <a:off x="12589923" y="6797909"/>
            <a:ext cx="4436700" cy="2251200"/>
          </a:xfrm>
          <a:prstGeom prst="rect">
            <a:avLst/>
          </a:prstGeom>
          <a:noFill/>
          <a:ln>
            <a:noFill/>
          </a:ln>
        </p:spPr>
        <p:txBody>
          <a:bodyPr spcFirstLastPara="1" wrap="square" lIns="0" tIns="0" rIns="0" bIns="0" anchor="t" anchorCtr="0">
            <a:noAutofit/>
          </a:bodyPr>
          <a:lstStyle>
            <a:lvl1pPr marL="457200" marR="0" lvl="0" indent="-419100" algn="l">
              <a:lnSpc>
                <a:spcPct val="90000"/>
              </a:lnSpc>
              <a:spcBef>
                <a:spcPts val="0"/>
              </a:spcBef>
              <a:spcAft>
                <a:spcPts val="0"/>
              </a:spcAft>
              <a:buSzPts val="3000"/>
              <a:buFont typeface="Arial"/>
              <a:buChar char="●"/>
              <a:defRPr sz="3000" b="0" i="0" u="none" strike="noStrike" cap="none">
                <a:latin typeface="Salesforce Sans"/>
                <a:ea typeface="Salesforce Sans"/>
                <a:cs typeface="Salesforce Sans"/>
                <a:sym typeface="Salesforce Sans"/>
              </a:defRPr>
            </a:lvl1pPr>
            <a:lvl2pPr marL="914400" marR="0" lvl="1"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2pPr>
            <a:lvl3pPr marL="1371600" marR="0" lvl="2"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3pPr>
            <a:lvl4pPr marL="1828800" marR="0" lvl="3"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4pPr>
            <a:lvl5pPr marL="2286000" marR="0" lvl="4" indent="-355600" algn="l">
              <a:lnSpc>
                <a:spcPct val="90000"/>
              </a:lnSpc>
              <a:spcBef>
                <a:spcPts val="0"/>
              </a:spcBef>
              <a:spcAft>
                <a:spcPts val="0"/>
              </a:spcAft>
              <a:buSzPts val="2000"/>
              <a:buChar char="○"/>
              <a:defRPr sz="3000" i="0" u="none" strike="noStrike" cap="none">
                <a:latin typeface="Salesforce Sans"/>
                <a:ea typeface="Salesforce Sans"/>
                <a:cs typeface="Salesforce Sans"/>
                <a:sym typeface="Salesforce Sans"/>
              </a:defRPr>
            </a:lvl5pPr>
            <a:lvl6pPr marL="2743200" marR="0" lvl="5"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6pPr>
            <a:lvl7pPr marL="3200400" marR="0" lvl="6"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7pPr>
            <a:lvl8pPr marL="3657600" marR="0" lvl="7"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8pPr>
            <a:lvl9pPr marL="4114800" marR="0" lvl="8" indent="-419100" algn="l">
              <a:lnSpc>
                <a:spcPct val="90000"/>
              </a:lnSpc>
              <a:spcBef>
                <a:spcPts val="0"/>
              </a:spcBef>
              <a:spcAft>
                <a:spcPts val="0"/>
              </a:spcAft>
              <a:buSzPts val="3000"/>
              <a:buChar char="■"/>
              <a:defRPr sz="3000" i="0" u="none" strike="noStrike" cap="none">
                <a:latin typeface="Salesforce Sans"/>
                <a:ea typeface="Salesforce Sans"/>
                <a:cs typeface="Salesforce Sans"/>
                <a:sym typeface="Salesforce Sans"/>
              </a:defRPr>
            </a:lvl9pPr>
          </a:lstStyle>
          <a:p>
            <a:endParaRPr/>
          </a:p>
        </p:txBody>
      </p:sp>
      <p:sp>
        <p:nvSpPr>
          <p:cNvPr id="3928" name="Google Shape;3928;p121"/>
          <p:cNvSpPr txBox="1">
            <a:spLocks noGrp="1"/>
          </p:cNvSpPr>
          <p:nvPr>
            <p:ph type="title" idx="16"/>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929" name="Google Shape;3929;p1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14 Small Cards 1">
  <p:cSld name="TITLE_1_1_1_1_1_1_2_2_1">
    <p:bg>
      <p:bgPr>
        <a:solidFill>
          <a:schemeClr val="accent6"/>
        </a:solidFill>
        <a:effectLst/>
      </p:bgPr>
    </p:bg>
    <p:spTree>
      <p:nvGrpSpPr>
        <p:cNvPr id="1" name="Shape 3930"/>
        <p:cNvGrpSpPr/>
        <p:nvPr/>
      </p:nvGrpSpPr>
      <p:grpSpPr>
        <a:xfrm>
          <a:off x="0" y="0"/>
          <a:ext cx="0" cy="0"/>
          <a:chOff x="0" y="0"/>
          <a:chExt cx="0" cy="0"/>
        </a:xfrm>
      </p:grpSpPr>
      <p:sp>
        <p:nvSpPr>
          <p:cNvPr id="3931" name="Google Shape;3931;p122"/>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a:endParaRPr/>
          </a:p>
        </p:txBody>
      </p:sp>
      <p:pic>
        <p:nvPicPr>
          <p:cNvPr id="3932" name="Google Shape;3932;p1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33" name="Google Shape;3933;p122"/>
          <p:cNvSpPr/>
          <p:nvPr/>
        </p:nvSpPr>
        <p:spPr>
          <a:xfrm>
            <a:off x="9354675" y="2438224"/>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4" name="Google Shape;3934;p122"/>
          <p:cNvSpPr/>
          <p:nvPr/>
        </p:nvSpPr>
        <p:spPr>
          <a:xfrm>
            <a:off x="9354675" y="7286459"/>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5" name="Google Shape;3935;p122"/>
          <p:cNvSpPr/>
          <p:nvPr/>
        </p:nvSpPr>
        <p:spPr>
          <a:xfrm>
            <a:off x="9354675" y="4862342"/>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6" name="Google Shape;3936;p122"/>
          <p:cNvSpPr/>
          <p:nvPr/>
        </p:nvSpPr>
        <p:spPr>
          <a:xfrm>
            <a:off x="857250" y="2438224"/>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7" name="Google Shape;3937;p122"/>
          <p:cNvSpPr/>
          <p:nvPr/>
        </p:nvSpPr>
        <p:spPr>
          <a:xfrm>
            <a:off x="857250" y="7286459"/>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8" name="Google Shape;3938;p122"/>
          <p:cNvSpPr/>
          <p:nvPr/>
        </p:nvSpPr>
        <p:spPr>
          <a:xfrm>
            <a:off x="857250" y="4862342"/>
            <a:ext cx="8081100" cy="2139900"/>
          </a:xfrm>
          <a:prstGeom prst="roundRect">
            <a:avLst>
              <a:gd name="adj" fmla="val 10193"/>
            </a:avLst>
          </a:prstGeom>
          <a:solidFill>
            <a:schemeClr val="lt1"/>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r>
              <a:rPr lang="en" sz="2000"/>
              <a:t> </a:t>
            </a:r>
            <a:endParaRPr sz="2000"/>
          </a:p>
        </p:txBody>
      </p:sp>
      <p:sp>
        <p:nvSpPr>
          <p:cNvPr id="3939" name="Google Shape;3939;p122"/>
          <p:cNvSpPr txBox="1">
            <a:spLocks noGrp="1"/>
          </p:cNvSpPr>
          <p:nvPr>
            <p:ph type="body" idx="1"/>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940" name="Google Shape;3940;p122"/>
          <p:cNvSpPr txBox="1">
            <a:spLocks noGrp="1"/>
          </p:cNvSpPr>
          <p:nvPr>
            <p:ph type="subTitle" idx="2"/>
          </p:nvPr>
        </p:nvSpPr>
        <p:spPr>
          <a:xfrm>
            <a:off x="857250" y="1704975"/>
            <a:ext cx="15144900" cy="6675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a:endParaRPr/>
          </a:p>
        </p:txBody>
      </p:sp>
      <p:sp>
        <p:nvSpPr>
          <p:cNvPr id="3941" name="Google Shape;3941;p122"/>
          <p:cNvSpPr txBox="1">
            <a:spLocks noGrp="1"/>
          </p:cNvSpPr>
          <p:nvPr>
            <p:ph type="body" idx="3"/>
          </p:nvPr>
        </p:nvSpPr>
        <p:spPr>
          <a:xfrm>
            <a:off x="1110000" y="2672525"/>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942" name="Google Shape;3942;p122"/>
          <p:cNvSpPr txBox="1">
            <a:spLocks noGrp="1"/>
          </p:cNvSpPr>
          <p:nvPr>
            <p:ph type="body" idx="4"/>
          </p:nvPr>
        </p:nvSpPr>
        <p:spPr>
          <a:xfrm>
            <a:off x="9642675" y="2672525"/>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943" name="Google Shape;3943;p122"/>
          <p:cNvSpPr txBox="1">
            <a:spLocks noGrp="1"/>
          </p:cNvSpPr>
          <p:nvPr>
            <p:ph type="body" idx="5"/>
          </p:nvPr>
        </p:nvSpPr>
        <p:spPr>
          <a:xfrm>
            <a:off x="1110000" y="5108938"/>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944" name="Google Shape;3944;p122"/>
          <p:cNvSpPr txBox="1">
            <a:spLocks noGrp="1"/>
          </p:cNvSpPr>
          <p:nvPr>
            <p:ph type="body" idx="6"/>
          </p:nvPr>
        </p:nvSpPr>
        <p:spPr>
          <a:xfrm>
            <a:off x="9642675" y="5108938"/>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945" name="Google Shape;3945;p122"/>
          <p:cNvSpPr txBox="1">
            <a:spLocks noGrp="1"/>
          </p:cNvSpPr>
          <p:nvPr>
            <p:ph type="body" idx="7"/>
          </p:nvPr>
        </p:nvSpPr>
        <p:spPr>
          <a:xfrm>
            <a:off x="1110000" y="7545363"/>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
        <p:nvSpPr>
          <p:cNvPr id="3946" name="Google Shape;3946;p122"/>
          <p:cNvSpPr txBox="1">
            <a:spLocks noGrp="1"/>
          </p:cNvSpPr>
          <p:nvPr>
            <p:ph type="body" idx="8"/>
          </p:nvPr>
        </p:nvSpPr>
        <p:spPr>
          <a:xfrm>
            <a:off x="9642675" y="7545363"/>
            <a:ext cx="7505100" cy="1646700"/>
          </a:xfrm>
          <a:prstGeom prst="rect">
            <a:avLst/>
          </a:prstGeom>
        </p:spPr>
        <p:txBody>
          <a:bodyPr spcFirstLastPara="1" wrap="square" lIns="0" tIns="0" rIns="0" bIns="0" anchor="t" anchorCtr="0">
            <a:noAutofit/>
          </a:bodyPr>
          <a:lstStyle>
            <a:lvl1pPr marL="457200" lvl="0" indent="-393700">
              <a:spcBef>
                <a:spcPts val="0"/>
              </a:spcBef>
              <a:spcAft>
                <a:spcPts val="0"/>
              </a:spcAft>
              <a:buSzPts val="2600"/>
              <a:buChar char="●"/>
              <a:defRPr sz="2600"/>
            </a:lvl1pPr>
            <a:lvl2pPr marL="914400" lvl="1" indent="-381000">
              <a:spcBef>
                <a:spcPts val="1800"/>
              </a:spcBef>
              <a:spcAft>
                <a:spcPts val="0"/>
              </a:spcAft>
              <a:buSzPts val="2400"/>
              <a:buChar char="○"/>
              <a:defRPr sz="2400"/>
            </a:lvl2pPr>
            <a:lvl3pPr marL="1371600" lvl="2" indent="-368300">
              <a:spcBef>
                <a:spcPts val="1800"/>
              </a:spcBef>
              <a:spcAft>
                <a:spcPts val="0"/>
              </a:spcAft>
              <a:buSzPts val="2200"/>
              <a:buChar char="■"/>
              <a:defRPr sz="2200"/>
            </a:lvl3pPr>
            <a:lvl4pPr marL="1828800" lvl="3" indent="-355600">
              <a:spcBef>
                <a:spcPts val="1800"/>
              </a:spcBef>
              <a:spcAft>
                <a:spcPts val="0"/>
              </a:spcAft>
              <a:buSzPts val="2000"/>
              <a:buChar char="●"/>
              <a:defRPr sz="2000"/>
            </a:lvl4pPr>
            <a:lvl5pPr marL="2286000" lvl="4" indent="-342900">
              <a:spcBef>
                <a:spcPts val="1800"/>
              </a:spcBef>
              <a:spcAft>
                <a:spcPts val="0"/>
              </a:spcAft>
              <a:buSzPts val="1800"/>
              <a:buChar char="○"/>
              <a:defRPr sz="1800"/>
            </a:lvl5pPr>
            <a:lvl6pPr marL="2743200" lvl="5" indent="-342900">
              <a:spcBef>
                <a:spcPts val="1800"/>
              </a:spcBef>
              <a:spcAft>
                <a:spcPts val="0"/>
              </a:spcAft>
              <a:buSzPts val="1800"/>
              <a:buChar char="■"/>
              <a:defRPr sz="1800"/>
            </a:lvl6pPr>
            <a:lvl7pPr marL="3200400" lvl="6" indent="-342900">
              <a:spcBef>
                <a:spcPts val="1800"/>
              </a:spcBef>
              <a:spcAft>
                <a:spcPts val="0"/>
              </a:spcAft>
              <a:buSzPts val="1800"/>
              <a:buChar char="●"/>
              <a:defRPr sz="1800"/>
            </a:lvl7pPr>
            <a:lvl8pPr marL="3657600" lvl="7" indent="-342900">
              <a:spcBef>
                <a:spcPts val="1800"/>
              </a:spcBef>
              <a:spcAft>
                <a:spcPts val="0"/>
              </a:spcAft>
              <a:buSzPts val="1800"/>
              <a:buChar char="○"/>
              <a:defRPr sz="1800"/>
            </a:lvl8pPr>
            <a:lvl9pPr marL="4114800" lvl="8" indent="-342900">
              <a:spcBef>
                <a:spcPts val="1800"/>
              </a:spcBef>
              <a:spcAft>
                <a:spcPts val="1800"/>
              </a:spcAft>
              <a:buSzPts val="1800"/>
              <a:buChar char="■"/>
              <a:defRPr sz="1800"/>
            </a:lvl9pPr>
          </a:lstStyle>
          <a:p>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15 Next Steps - Blue">
  <p:cSld name="TITLE_1_1_1_1_1_1_4">
    <p:bg>
      <p:bgPr>
        <a:solidFill>
          <a:schemeClr val="accent6"/>
        </a:solidFill>
        <a:effectLst/>
      </p:bgPr>
    </p:bg>
    <p:spTree>
      <p:nvGrpSpPr>
        <p:cNvPr id="1" name="Shape 3947"/>
        <p:cNvGrpSpPr/>
        <p:nvPr/>
      </p:nvGrpSpPr>
      <p:grpSpPr>
        <a:xfrm>
          <a:off x="0" y="0"/>
          <a:ext cx="0" cy="0"/>
          <a:chOff x="0" y="0"/>
          <a:chExt cx="0" cy="0"/>
        </a:xfrm>
      </p:grpSpPr>
      <p:sp>
        <p:nvSpPr>
          <p:cNvPr id="3948" name="Google Shape;3948;p12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3949" name="Google Shape;3949;p1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50" name="Google Shape;3950;p123"/>
          <p:cNvSpPr/>
          <p:nvPr/>
        </p:nvSpPr>
        <p:spPr>
          <a:xfrm>
            <a:off x="857250" y="21053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951" name="Google Shape;3951;p123"/>
          <p:cNvSpPr/>
          <p:nvPr/>
        </p:nvSpPr>
        <p:spPr>
          <a:xfrm>
            <a:off x="857250" y="39140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952" name="Google Shape;3952;p123"/>
          <p:cNvSpPr/>
          <p:nvPr/>
        </p:nvSpPr>
        <p:spPr>
          <a:xfrm>
            <a:off x="857250" y="57227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953" name="Google Shape;3953;p123"/>
          <p:cNvSpPr/>
          <p:nvPr/>
        </p:nvSpPr>
        <p:spPr>
          <a:xfrm>
            <a:off x="857250" y="7531463"/>
            <a:ext cx="16375800" cy="1545300"/>
          </a:xfrm>
          <a:prstGeom prst="roundRect">
            <a:avLst>
              <a:gd name="adj" fmla="val 50000"/>
            </a:avLst>
          </a:prstGeom>
          <a:solidFill>
            <a:schemeClr val="lt1"/>
          </a:solidFill>
          <a:ln>
            <a:noFill/>
          </a:ln>
        </p:spPr>
        <p:txBody>
          <a:bodyPr spcFirstLastPara="1" wrap="square" lIns="68550" tIns="68550" rIns="68550" bIns="68550" anchor="ctr" anchorCtr="0">
            <a:noAutofit/>
          </a:bodyPr>
          <a:lstStyle/>
          <a:p>
            <a:pPr marL="0" lvl="0" indent="0" algn="ctr" rtl="0">
              <a:spcBef>
                <a:spcPts val="0"/>
              </a:spcBef>
              <a:spcAft>
                <a:spcPts val="0"/>
              </a:spcAft>
              <a:buClr>
                <a:schemeClr val="accent1"/>
              </a:buClr>
              <a:buSzPts val="2300"/>
              <a:buFont typeface="Salesforce Sans"/>
              <a:buNone/>
            </a:pPr>
            <a:endParaRPr sz="2300">
              <a:solidFill>
                <a:schemeClr val="dk1"/>
              </a:solidFill>
              <a:latin typeface="Salesforce Sans"/>
              <a:ea typeface="Salesforce Sans"/>
              <a:cs typeface="Salesforce Sans"/>
              <a:sym typeface="Salesforce Sans"/>
            </a:endParaRPr>
          </a:p>
        </p:txBody>
      </p:sp>
      <p:sp>
        <p:nvSpPr>
          <p:cNvPr id="3954" name="Google Shape;3954;p123"/>
          <p:cNvSpPr txBox="1">
            <a:spLocks noGrp="1"/>
          </p:cNvSpPr>
          <p:nvPr>
            <p:ph type="title" idx="2"/>
          </p:nvPr>
        </p:nvSpPr>
        <p:spPr>
          <a:xfrm>
            <a:off x="2493675" y="2179347"/>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55" name="Google Shape;3955;p123"/>
          <p:cNvSpPr txBox="1">
            <a:spLocks noGrp="1"/>
          </p:cNvSpPr>
          <p:nvPr>
            <p:ph type="body" idx="1"/>
          </p:nvPr>
        </p:nvSpPr>
        <p:spPr>
          <a:xfrm>
            <a:off x="2493675" y="2894647"/>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956" name="Google Shape;3956;p123"/>
          <p:cNvSpPr txBox="1">
            <a:spLocks noGrp="1"/>
          </p:cNvSpPr>
          <p:nvPr>
            <p:ph type="body" idx="3"/>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sp>
        <p:nvSpPr>
          <p:cNvPr id="3957" name="Google Shape;3957;p123"/>
          <p:cNvSpPr txBox="1">
            <a:spLocks noGrp="1"/>
          </p:cNvSpPr>
          <p:nvPr>
            <p:ph type="title" idx="4"/>
          </p:nvPr>
        </p:nvSpPr>
        <p:spPr>
          <a:xfrm>
            <a:off x="2493675" y="3995322"/>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58" name="Google Shape;3958;p123"/>
          <p:cNvSpPr txBox="1">
            <a:spLocks noGrp="1"/>
          </p:cNvSpPr>
          <p:nvPr>
            <p:ph type="body" idx="5"/>
          </p:nvPr>
        </p:nvSpPr>
        <p:spPr>
          <a:xfrm>
            <a:off x="2493675" y="4710622"/>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959" name="Google Shape;3959;p123"/>
          <p:cNvSpPr txBox="1">
            <a:spLocks noGrp="1"/>
          </p:cNvSpPr>
          <p:nvPr>
            <p:ph type="title" idx="6"/>
          </p:nvPr>
        </p:nvSpPr>
        <p:spPr>
          <a:xfrm>
            <a:off x="2493675" y="5821727"/>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60" name="Google Shape;3960;p123"/>
          <p:cNvSpPr txBox="1">
            <a:spLocks noGrp="1"/>
          </p:cNvSpPr>
          <p:nvPr>
            <p:ph type="body" idx="7"/>
          </p:nvPr>
        </p:nvSpPr>
        <p:spPr>
          <a:xfrm>
            <a:off x="2493675" y="6537027"/>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
        <p:nvSpPr>
          <p:cNvPr id="3961" name="Google Shape;3961;p123"/>
          <p:cNvSpPr txBox="1">
            <a:spLocks noGrp="1"/>
          </p:cNvSpPr>
          <p:nvPr>
            <p:ph type="title" idx="8"/>
          </p:nvPr>
        </p:nvSpPr>
        <p:spPr>
          <a:xfrm>
            <a:off x="2493675" y="7612722"/>
            <a:ext cx="13927500" cy="667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a:endParaRPr/>
          </a:p>
        </p:txBody>
      </p:sp>
      <p:sp>
        <p:nvSpPr>
          <p:cNvPr id="3962" name="Google Shape;3962;p123"/>
          <p:cNvSpPr txBox="1">
            <a:spLocks noGrp="1"/>
          </p:cNvSpPr>
          <p:nvPr>
            <p:ph type="body" idx="9"/>
          </p:nvPr>
        </p:nvSpPr>
        <p:spPr>
          <a:xfrm>
            <a:off x="2493675" y="8328022"/>
            <a:ext cx="13927500" cy="667500"/>
          </a:xfrm>
          <a:prstGeom prst="rect">
            <a:avLst/>
          </a:prstGeom>
          <a:noFill/>
          <a:ln>
            <a:noFill/>
          </a:ln>
        </p:spPr>
        <p:txBody>
          <a:bodyPr spcFirstLastPara="1" wrap="square" lIns="0" tIns="0" rIns="0" bIns="0" anchor="t" anchorCtr="0">
            <a:noAutofit/>
          </a:bodyPr>
          <a:lstStyle>
            <a:lvl1pPr marL="457200" marR="0" lvl="0" indent="-400050" algn="l">
              <a:lnSpc>
                <a:spcPct val="90000"/>
              </a:lnSpc>
              <a:spcBef>
                <a:spcPts val="0"/>
              </a:spcBef>
              <a:spcAft>
                <a:spcPts val="0"/>
              </a:spcAft>
              <a:buSzPts val="2700"/>
              <a:buFont typeface="Arial"/>
              <a:buChar char="●"/>
              <a:defRPr sz="2700" b="0" i="0" u="none" strike="noStrike" cap="none">
                <a:latin typeface="Salesforce Sans"/>
                <a:ea typeface="Salesforce Sans"/>
                <a:cs typeface="Salesforce Sans"/>
                <a:sym typeface="Salesforce Sans"/>
              </a:defRPr>
            </a:lvl1pPr>
            <a:lvl2pPr marL="914400" marR="0" lvl="1" indent="-381000" algn="l">
              <a:lnSpc>
                <a:spcPct val="90000"/>
              </a:lnSpc>
              <a:spcBef>
                <a:spcPts val="0"/>
              </a:spcBef>
              <a:spcAft>
                <a:spcPts val="0"/>
              </a:spcAft>
              <a:buSzPts val="2400"/>
              <a:buFont typeface="Arial"/>
              <a:buChar char="○"/>
              <a:defRPr sz="2400" b="0" i="0" u="none" strike="noStrike" cap="none">
                <a:latin typeface="Salesforce Sans"/>
                <a:ea typeface="Salesforce Sans"/>
                <a:cs typeface="Salesforce Sans"/>
                <a:sym typeface="Salesforce Sans"/>
              </a:defRPr>
            </a:lvl2pPr>
            <a:lvl3pPr marL="1371600" marR="0" lvl="2" indent="-361950" algn="l">
              <a:lnSpc>
                <a:spcPct val="90000"/>
              </a:lnSpc>
              <a:spcBef>
                <a:spcPts val="0"/>
              </a:spcBef>
              <a:spcAft>
                <a:spcPts val="0"/>
              </a:spcAft>
              <a:buSzPts val="2100"/>
              <a:buFont typeface="Arial"/>
              <a:buChar char="■"/>
              <a:defRPr sz="2100" b="0" i="0" u="none" strike="noStrike" cap="none">
                <a:latin typeface="Salesforce Sans"/>
                <a:ea typeface="Salesforce Sans"/>
                <a:cs typeface="Salesforce Sans"/>
                <a:sym typeface="Salesforce Sans"/>
              </a:defRPr>
            </a:lvl3pPr>
            <a:lvl4pPr marL="1828800" marR="0" lvl="3" indent="-342900" algn="l">
              <a:lnSpc>
                <a:spcPct val="90000"/>
              </a:lnSpc>
              <a:spcBef>
                <a:spcPts val="0"/>
              </a:spcBef>
              <a:spcAft>
                <a:spcPts val="0"/>
              </a:spcAft>
              <a:buSzPts val="1800"/>
              <a:buFont typeface="Arial"/>
              <a:buChar char="●"/>
              <a:defRPr sz="1800" b="0" i="0" u="none" strike="noStrike" cap="none">
                <a:latin typeface="Salesforce Sans"/>
                <a:ea typeface="Salesforce Sans"/>
                <a:cs typeface="Salesforce Sans"/>
                <a:sym typeface="Salesforce Sans"/>
              </a:defRPr>
            </a:lvl4pPr>
            <a:lvl5pPr marL="2286000" marR="0" lvl="4" indent="-336550" algn="l">
              <a:lnSpc>
                <a:spcPct val="90000"/>
              </a:lnSpc>
              <a:spcBef>
                <a:spcPts val="0"/>
              </a:spcBef>
              <a:spcAft>
                <a:spcPts val="0"/>
              </a:spcAft>
              <a:buSzPts val="1700"/>
              <a:buChar char="○"/>
              <a:defRPr sz="2700" i="0" u="none" strike="noStrike" cap="none">
                <a:latin typeface="Salesforce Sans"/>
                <a:ea typeface="Salesforce Sans"/>
                <a:cs typeface="Salesforce Sans"/>
                <a:sym typeface="Salesforce Sans"/>
              </a:defRPr>
            </a:lvl5pPr>
            <a:lvl6pPr marL="2743200" marR="0" lvl="5"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6pPr>
            <a:lvl7pPr marL="3200400" marR="0" lvl="6"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7pPr>
            <a:lvl8pPr marL="3657600" marR="0" lvl="7"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8pPr>
            <a:lvl9pPr marL="4114800" marR="0" lvl="8" indent="-400050" algn="l">
              <a:lnSpc>
                <a:spcPct val="90000"/>
              </a:lnSpc>
              <a:spcBef>
                <a:spcPts val="0"/>
              </a:spcBef>
              <a:spcAft>
                <a:spcPts val="0"/>
              </a:spcAft>
              <a:buSzPts val="2700"/>
              <a:buChar char="■"/>
              <a:defRPr sz="2700" i="0" u="none" strike="noStrike" cap="none">
                <a:latin typeface="Salesforce Sans"/>
                <a:ea typeface="Salesforce Sans"/>
                <a:cs typeface="Salesforce Sans"/>
                <a:sym typeface="Salesforce Sans"/>
              </a:defRPr>
            </a:lvl9pPr>
          </a:lstStyle>
          <a:p>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27 Quote 1">
  <p:cSld name="TITLE_1_1_1_1_1_1_1_1_1_1_1_1_1_1_1_1_1_1_1_1_1_1_1_1_1_1">
    <p:bg>
      <p:bgPr>
        <a:gradFill>
          <a:gsLst>
            <a:gs pos="0">
              <a:srgbClr val="90D0FE"/>
            </a:gs>
            <a:gs pos="100000">
              <a:srgbClr val="EAF5FE"/>
            </a:gs>
          </a:gsLst>
          <a:lin ang="16198662" scaled="0"/>
        </a:gradFill>
        <a:effectLst/>
      </p:bgPr>
    </p:bg>
    <p:spTree>
      <p:nvGrpSpPr>
        <p:cNvPr id="1" name="Shape 3963"/>
        <p:cNvGrpSpPr/>
        <p:nvPr/>
      </p:nvGrpSpPr>
      <p:grpSpPr>
        <a:xfrm>
          <a:off x="0" y="0"/>
          <a:ext cx="0" cy="0"/>
          <a:chOff x="0" y="0"/>
          <a:chExt cx="0" cy="0"/>
        </a:xfrm>
      </p:grpSpPr>
      <p:pic>
        <p:nvPicPr>
          <p:cNvPr id="3964" name="Google Shape;3964;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65" name="Google Shape;3965;p124"/>
          <p:cNvSpPr/>
          <p:nvPr/>
        </p:nvSpPr>
        <p:spPr>
          <a:xfrm>
            <a:off x="857250" y="1732862"/>
            <a:ext cx="14910857" cy="6839424"/>
          </a:xfrm>
          <a:custGeom>
            <a:avLst/>
            <a:gdLst/>
            <a:ahLst/>
            <a:cxnLst/>
            <a:rect l="l" t="t" r="r" b="b"/>
            <a:pathLst>
              <a:path w="21539" h="21600" extrusionOk="0">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966" name="Google Shape;3966;p124" title="Salesforce logo"/>
          <p:cNvPicPr preferRelativeResize="0"/>
          <p:nvPr/>
        </p:nvPicPr>
        <p:blipFill rotWithShape="1">
          <a:blip r:embed="rId3">
            <a:alphaModFix/>
          </a:blip>
          <a:srcRect/>
          <a:stretch/>
        </p:blipFill>
        <p:spPr>
          <a:xfrm>
            <a:off x="16549999" y="848190"/>
            <a:ext cx="953601" cy="667642"/>
          </a:xfrm>
          <a:prstGeom prst="rect">
            <a:avLst/>
          </a:prstGeom>
          <a:noFill/>
          <a:ln>
            <a:noFill/>
          </a:ln>
        </p:spPr>
      </p:pic>
      <p:sp>
        <p:nvSpPr>
          <p:cNvPr id="3967" name="Google Shape;3967;p124"/>
          <p:cNvSpPr txBox="1">
            <a:spLocks noGrp="1"/>
          </p:cNvSpPr>
          <p:nvPr>
            <p:ph type="title"/>
          </p:nvPr>
        </p:nvSpPr>
        <p:spPr>
          <a:xfrm>
            <a:off x="1333500" y="2400300"/>
            <a:ext cx="13239900" cy="4667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grpSp>
        <p:nvGrpSpPr>
          <p:cNvPr id="3968" name="Google Shape;3968;p124"/>
          <p:cNvGrpSpPr/>
          <p:nvPr/>
        </p:nvGrpSpPr>
        <p:grpSpPr>
          <a:xfrm>
            <a:off x="1333500" y="997673"/>
            <a:ext cx="1278450" cy="1211850"/>
            <a:chOff x="0" y="0"/>
            <a:chExt cx="1704600" cy="1615800"/>
          </a:xfrm>
        </p:grpSpPr>
        <p:sp>
          <p:nvSpPr>
            <p:cNvPr id="3969" name="Google Shape;3969;p124"/>
            <p:cNvSpPr/>
            <p:nvPr/>
          </p:nvSpPr>
          <p:spPr>
            <a:xfrm>
              <a:off x="0" y="0"/>
              <a:ext cx="1704600" cy="1615800"/>
            </a:xfrm>
            <a:prstGeom prst="roundRect">
              <a:avLst>
                <a:gd name="adj" fmla="val 18170"/>
              </a:avLst>
            </a:prstGeom>
            <a:gradFill>
              <a:gsLst>
                <a:gs pos="0">
                  <a:srgbClr val="CFE9FE">
                    <a:alpha val="30196"/>
                  </a:srgbClr>
                </a:gs>
                <a:gs pos="9810">
                  <a:srgbClr val="CFE9FE">
                    <a:alpha val="30196"/>
                  </a:srgbClr>
                </a:gs>
                <a:gs pos="100000">
                  <a:srgbClr val="90D0FE"/>
                </a:gs>
              </a:gsLst>
              <a:path path="circle">
                <a:fillToRect l="100000" b="100000"/>
              </a:path>
              <a:tileRect t="-100000" r="-100000"/>
            </a:gradFill>
            <a:ln w="9525" cap="flat" cmpd="sng">
              <a:solidFill>
                <a:srgbClr val="D8E6FE"/>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3970" name="Google Shape;3970;p124"/>
            <p:cNvSpPr/>
            <p:nvPr/>
          </p:nvSpPr>
          <p:spPr>
            <a:xfrm>
              <a:off x="0" y="0"/>
              <a:ext cx="1704600" cy="1615800"/>
            </a:xfrm>
            <a:prstGeom prst="roundRect">
              <a:avLst>
                <a:gd name="adj" fmla="val 18170"/>
              </a:avLst>
            </a:prstGeom>
            <a:gradFill>
              <a:gsLst>
                <a:gs pos="0">
                  <a:srgbClr val="FFFEFE"/>
                </a:gs>
                <a:gs pos="3230">
                  <a:srgbClr val="FFFEFE"/>
                </a:gs>
                <a:gs pos="100000">
                  <a:srgbClr val="FFFEFE">
                    <a:alpha val="0"/>
                  </a:srgbClr>
                </a:gs>
              </a:gsLst>
              <a:path path="circle">
                <a:fillToRect r="100000" b="100000"/>
              </a:path>
              <a:tileRect l="-100000" t="-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3971" name="Google Shape;3971;p124"/>
            <p:cNvSpPr/>
            <p:nvPr/>
          </p:nvSpPr>
          <p:spPr>
            <a:xfrm>
              <a:off x="0" y="0"/>
              <a:ext cx="1704600" cy="1615800"/>
            </a:xfrm>
            <a:prstGeom prst="roundRect">
              <a:avLst>
                <a:gd name="adj" fmla="val 18170"/>
              </a:avLst>
            </a:prstGeom>
            <a:gradFill>
              <a:gsLst>
                <a:gs pos="0">
                  <a:srgbClr val="FFFEFE"/>
                </a:gs>
                <a:gs pos="1570">
                  <a:srgbClr val="FFFEFE"/>
                </a:gs>
                <a:gs pos="100000">
                  <a:srgbClr val="CFE9FE">
                    <a:alpha val="0"/>
                  </a:srgbClr>
                </a:gs>
              </a:gsLst>
              <a:path path="circle">
                <a:fillToRect l="100000" b="100000"/>
              </a:path>
              <a:tileRect t="-100000" r="-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grpSp>
      <p:sp>
        <p:nvSpPr>
          <p:cNvPr id="3972" name="Google Shape;3972;p124"/>
          <p:cNvSpPr/>
          <p:nvPr/>
        </p:nvSpPr>
        <p:spPr>
          <a:xfrm>
            <a:off x="1566796" y="1268815"/>
            <a:ext cx="830682" cy="669330"/>
          </a:xfrm>
          <a:custGeom>
            <a:avLst/>
            <a:gdLst/>
            <a:ahLst/>
            <a:cxnLst/>
            <a:rect l="l" t="t" r="r" b="b"/>
            <a:pathLst>
              <a:path w="21600" h="21600" extrusionOk="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spcFirstLastPara="1" wrap="square" lIns="32500" tIns="32500" rIns="32500" bIns="32500" anchor="ctr" anchorCtr="0">
            <a:noAutofit/>
          </a:bodyPr>
          <a:lstStyle/>
          <a:p>
            <a:pPr marL="0" marR="0" lvl="0" indent="0" algn="ctr" rtl="0">
              <a:lnSpc>
                <a:spcPct val="90000"/>
              </a:lnSpc>
              <a:spcBef>
                <a:spcPts val="0"/>
              </a:spcBef>
              <a:spcAft>
                <a:spcPts val="0"/>
              </a:spcAft>
              <a:buClr>
                <a:srgbClr val="003366"/>
              </a:buClr>
              <a:buSzPts val="2900"/>
              <a:buFont typeface="Arial"/>
              <a:buNone/>
            </a:pPr>
            <a:endParaRPr sz="2900" b="0" i="0" u="none" strike="noStrike" cap="none">
              <a:solidFill>
                <a:srgbClr val="032D60"/>
              </a:solidFill>
              <a:latin typeface="Arial"/>
              <a:ea typeface="Arial"/>
              <a:cs typeface="Arial"/>
              <a:sym typeface="Arial"/>
            </a:endParaRPr>
          </a:p>
        </p:txBody>
      </p:sp>
      <p:pic>
        <p:nvPicPr>
          <p:cNvPr id="3973" name="Google Shape;3973;p124" title="BE-MVP-Icon-Spark_Redux_V3_RIGHT_yellow.png"/>
          <p:cNvPicPr preferRelativeResize="0"/>
          <p:nvPr/>
        </p:nvPicPr>
        <p:blipFill rotWithShape="1">
          <a:blip r:embed="rId4">
            <a:alphaModFix/>
          </a:blip>
          <a:srcRect l="22394" r="8488"/>
          <a:stretch/>
        </p:blipFill>
        <p:spPr>
          <a:xfrm>
            <a:off x="-3475" y="2091850"/>
            <a:ext cx="603525" cy="931975"/>
          </a:xfrm>
          <a:prstGeom prst="rect">
            <a:avLst/>
          </a:prstGeom>
          <a:noFill/>
          <a:ln>
            <a:noFill/>
          </a:ln>
        </p:spPr>
      </p:pic>
      <p:pic>
        <p:nvPicPr>
          <p:cNvPr id="3974" name="Google Shape;3974;p124"/>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75" name="Google Shape;3975;p124"/>
          <p:cNvSpPr txBox="1">
            <a:spLocks noGrp="1"/>
          </p:cNvSpPr>
          <p:nvPr>
            <p:ph type="subTitle" idx="1"/>
          </p:nvPr>
        </p:nvSpPr>
        <p:spPr>
          <a:xfrm>
            <a:off x="1333500" y="7610475"/>
            <a:ext cx="13239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a:endParaRPr/>
          </a:p>
        </p:txBody>
      </p:sp>
      <p:pic>
        <p:nvPicPr>
          <p:cNvPr id="3976" name="Google Shape;3976;p124" title="BE-MVP-Icon-Spark_Redux_V3_STRAIGHT_yellow.png"/>
          <p:cNvPicPr preferRelativeResize="0"/>
          <p:nvPr/>
        </p:nvPicPr>
        <p:blipFill rotWithShape="1">
          <a:blip r:embed="rId6">
            <a:alphaModFix/>
          </a:blip>
          <a:srcRect t="2553" b="2553"/>
          <a:stretch/>
        </p:blipFill>
        <p:spPr>
          <a:xfrm rot="498582">
            <a:off x="13806739" y="8151217"/>
            <a:ext cx="966926" cy="979298"/>
          </a:xfrm>
          <a:prstGeom prst="rect">
            <a:avLst/>
          </a:prstGeom>
          <a:noFill/>
          <a:ln>
            <a:noFill/>
          </a:ln>
        </p:spPr>
      </p:pic>
      <p:pic>
        <p:nvPicPr>
          <p:cNvPr id="3977" name="Google Shape;3977;p124" title="BE-MVP-Icon-Spark_Redux_V3_LEFT_yellow.png"/>
          <p:cNvPicPr preferRelativeResize="0"/>
          <p:nvPr/>
        </p:nvPicPr>
        <p:blipFill rotWithShape="1">
          <a:blip r:embed="rId7">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28 Statement 1">
  <p:cSld name="TITLE_1_1_1_1_1_1_1_1_1_1_1_1_1_1_1_1_1_1_1_1_1_1_1_1_1_1_1">
    <p:bg>
      <p:bgPr>
        <a:solidFill>
          <a:srgbClr val="CFE9FE"/>
        </a:solidFill>
        <a:effectLst/>
      </p:bgPr>
    </p:bg>
    <p:spTree>
      <p:nvGrpSpPr>
        <p:cNvPr id="1" name="Shape 3978"/>
        <p:cNvGrpSpPr/>
        <p:nvPr/>
      </p:nvGrpSpPr>
      <p:grpSpPr>
        <a:xfrm>
          <a:off x="0" y="0"/>
          <a:ext cx="0" cy="0"/>
          <a:chOff x="0" y="0"/>
          <a:chExt cx="0" cy="0"/>
        </a:xfrm>
      </p:grpSpPr>
      <p:pic>
        <p:nvPicPr>
          <p:cNvPr id="3979" name="Google Shape;397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0" name="Google Shape;3980;p125"/>
          <p:cNvSpPr txBox="1">
            <a:spLocks noGrp="1"/>
          </p:cNvSpPr>
          <p:nvPr>
            <p:ph type="title"/>
          </p:nvPr>
        </p:nvSpPr>
        <p:spPr>
          <a:xfrm>
            <a:off x="1133475" y="3705225"/>
            <a:ext cx="16020900" cy="30909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a:endParaRPr/>
          </a:p>
        </p:txBody>
      </p:sp>
      <p:pic>
        <p:nvPicPr>
          <p:cNvPr id="3981" name="Google Shape;3981;p12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29 Statement 2">
  <p:cSld name="TITLE_1_1_1_1_1_1_1_1_1_1_1_1_1_1_1_1_1_1_1_1_1_1_1_1_1_1_1_1">
    <p:bg>
      <p:bgPr>
        <a:gradFill>
          <a:gsLst>
            <a:gs pos="0">
              <a:srgbClr val="90D0FE"/>
            </a:gs>
            <a:gs pos="100000">
              <a:srgbClr val="EAF5FE"/>
            </a:gs>
          </a:gsLst>
          <a:lin ang="16198662" scaled="0"/>
        </a:gradFill>
        <a:effectLst/>
      </p:bgPr>
    </p:bg>
    <p:spTree>
      <p:nvGrpSpPr>
        <p:cNvPr id="1" name="Shape 3982"/>
        <p:cNvGrpSpPr/>
        <p:nvPr/>
      </p:nvGrpSpPr>
      <p:grpSpPr>
        <a:xfrm>
          <a:off x="0" y="0"/>
          <a:ext cx="0" cy="0"/>
          <a:chOff x="0" y="0"/>
          <a:chExt cx="0" cy="0"/>
        </a:xfrm>
      </p:grpSpPr>
      <p:pic>
        <p:nvPicPr>
          <p:cNvPr id="3983" name="Google Shape;3983;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4" name="Google Shape;3984;p126"/>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985" name="Google Shape;3985;p126"/>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3986" name="Google Shape;3986;p126"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3987" name="Google Shape;3987;p126"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3988" name="Google Shape;3988;p126"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3989" name="Google Shape;3989;p126"/>
          <p:cNvSpPr txBox="1">
            <a:spLocks noGrp="1"/>
          </p:cNvSpPr>
          <p:nvPr>
            <p:ph type="title"/>
          </p:nvPr>
        </p:nvSpPr>
        <p:spPr>
          <a:xfrm>
            <a:off x="1333500" y="2314575"/>
            <a:ext cx="12954000" cy="47148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3990" name="Google Shape;3990;p126"/>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3991" name="Google Shape;3991;p126"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30 Statement 3">
  <p:cSld name="TITLE_1_1_1_1_1_1_1_1_1_1_1_1_1_1_1_1_1_1_1_1_1_1_1_1_1_1_1_1_3">
    <p:bg>
      <p:bgPr>
        <a:solidFill>
          <a:srgbClr val="CFE9FE"/>
        </a:solidFill>
        <a:effectLst/>
      </p:bgPr>
    </p:bg>
    <p:spTree>
      <p:nvGrpSpPr>
        <p:cNvPr id="1" name="Shape 3992"/>
        <p:cNvGrpSpPr/>
        <p:nvPr/>
      </p:nvGrpSpPr>
      <p:grpSpPr>
        <a:xfrm>
          <a:off x="0" y="0"/>
          <a:ext cx="0" cy="0"/>
          <a:chOff x="0" y="0"/>
          <a:chExt cx="0" cy="0"/>
        </a:xfrm>
      </p:grpSpPr>
      <p:pic>
        <p:nvPicPr>
          <p:cNvPr id="3993" name="Google Shape;3993;p12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3994" name="Google Shape;3994;p127"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3995" name="Google Shape;3995;p127"/>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3996" name="Google Shape;3996;p127"/>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3997" name="Google Shape;3997;p127" title="BE-MVP-Icon-Spark_Redux_V3_STRAIGHT_yellow.png"/>
          <p:cNvPicPr preferRelativeResize="0"/>
          <p:nvPr/>
        </p:nvPicPr>
        <p:blipFill rotWithShape="1">
          <a:blip r:embed="rId5">
            <a:alphaModFix/>
          </a:blip>
          <a:srcRect t="2553" b="2553"/>
          <a:stretch/>
        </p:blipFill>
        <p:spPr>
          <a:xfrm rot="498582">
            <a:off x="13806739" y="8151217"/>
            <a:ext cx="966926" cy="979298"/>
          </a:xfrm>
          <a:prstGeom prst="rect">
            <a:avLst/>
          </a:prstGeom>
          <a:noFill/>
          <a:ln>
            <a:noFill/>
          </a:ln>
        </p:spPr>
      </p:pic>
      <p:pic>
        <p:nvPicPr>
          <p:cNvPr id="3998" name="Google Shape;3998;p127" title="BE-MVP-Icon-Spark_Redux_V3_STRAIGHT_yellow.png"/>
          <p:cNvPicPr preferRelativeResize="0"/>
          <p:nvPr/>
        </p:nvPicPr>
        <p:blipFill rotWithShape="1">
          <a:blip r:embed="rId5">
            <a:alphaModFix/>
          </a:blip>
          <a:srcRect t="2553" b="2553"/>
          <a:stretch/>
        </p:blipFill>
        <p:spPr>
          <a:xfrm rot="-1459507">
            <a:off x="2495168" y="1072918"/>
            <a:ext cx="495528" cy="501868"/>
          </a:xfrm>
          <a:prstGeom prst="rect">
            <a:avLst/>
          </a:prstGeom>
          <a:noFill/>
          <a:ln>
            <a:noFill/>
          </a:ln>
        </p:spPr>
      </p:pic>
      <p:pic>
        <p:nvPicPr>
          <p:cNvPr id="3999" name="Google Shape;3999;p127" title="BE-MVP-Icon-Spark_Redux_V3_LEFT_yellow.png"/>
          <p:cNvPicPr preferRelativeResize="0"/>
          <p:nvPr/>
        </p:nvPicPr>
        <p:blipFill rotWithShape="1">
          <a:blip r:embed="rId6">
            <a:alphaModFix/>
          </a:blip>
          <a:srcRect t="2553" b="2553"/>
          <a:stretch/>
        </p:blipFill>
        <p:spPr>
          <a:xfrm rot="-1459490">
            <a:off x="1926380" y="1034195"/>
            <a:ext cx="248485" cy="251664"/>
          </a:xfrm>
          <a:prstGeom prst="rect">
            <a:avLst/>
          </a:prstGeom>
          <a:noFill/>
          <a:ln>
            <a:noFill/>
          </a:ln>
        </p:spPr>
      </p:pic>
      <p:sp>
        <p:nvSpPr>
          <p:cNvPr id="4000" name="Google Shape;4000;p127"/>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001" name="Google Shape;4001;p127"/>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002" name="Google Shape;4002;p127" title="BE-MVP-Icon-Spark_Redux_V3_LEFT_yellow.png"/>
          <p:cNvPicPr preferRelativeResize="0"/>
          <p:nvPr/>
        </p:nvPicPr>
        <p:blipFill rotWithShape="1">
          <a:blip r:embed="rId6">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30 Statement 3 1">
  <p:cSld name="TITLE_1_1_1_1_1_1_1_1_1_1_1_1_1_1_1_1_1_1_1_1_1_1_1_1_1_1_1_1_3_1">
    <p:bg>
      <p:bgPr>
        <a:solidFill>
          <a:srgbClr val="066AFE"/>
        </a:solidFill>
        <a:effectLst/>
      </p:bgPr>
    </p:bg>
    <p:spTree>
      <p:nvGrpSpPr>
        <p:cNvPr id="1" name="Shape 4003"/>
        <p:cNvGrpSpPr/>
        <p:nvPr/>
      </p:nvGrpSpPr>
      <p:grpSpPr>
        <a:xfrm>
          <a:off x="0" y="0"/>
          <a:ext cx="0" cy="0"/>
          <a:chOff x="0" y="0"/>
          <a:chExt cx="0" cy="0"/>
        </a:xfrm>
      </p:grpSpPr>
      <p:sp>
        <p:nvSpPr>
          <p:cNvPr id="4004" name="Google Shape;4004;p128"/>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005" name="Google Shape;4005;p128" title="Salesforce Cloud - Primary.png"/>
          <p:cNvPicPr preferRelativeResize="0"/>
          <p:nvPr/>
        </p:nvPicPr>
        <p:blipFill rotWithShape="1">
          <a:blip r:embed="rId2">
            <a:alphaModFix/>
          </a:blip>
          <a:srcRect t="130" b="120"/>
          <a:stretch/>
        </p:blipFill>
        <p:spPr>
          <a:xfrm>
            <a:off x="16550000" y="848191"/>
            <a:ext cx="953599" cy="667523"/>
          </a:xfrm>
          <a:prstGeom prst="rect">
            <a:avLst/>
          </a:prstGeom>
          <a:noFill/>
          <a:ln>
            <a:noFill/>
          </a:ln>
        </p:spPr>
      </p:pic>
      <p:pic>
        <p:nvPicPr>
          <p:cNvPr id="4006" name="Google Shape;4006;p128" title="BE-MVP-Icon-Spark_Redux_V3_STRAIGHT_yellow.png"/>
          <p:cNvPicPr preferRelativeResize="0"/>
          <p:nvPr/>
        </p:nvPicPr>
        <p:blipFill rotWithShape="1">
          <a:blip r:embed="rId3">
            <a:alphaModFix/>
          </a:blip>
          <a:srcRect t="2553" b="2553"/>
          <a:stretch/>
        </p:blipFill>
        <p:spPr>
          <a:xfrm rot="498582">
            <a:off x="13806739" y="8151217"/>
            <a:ext cx="966926" cy="979298"/>
          </a:xfrm>
          <a:prstGeom prst="rect">
            <a:avLst/>
          </a:prstGeom>
          <a:noFill/>
          <a:ln>
            <a:noFill/>
          </a:ln>
        </p:spPr>
      </p:pic>
      <p:pic>
        <p:nvPicPr>
          <p:cNvPr id="4007" name="Google Shape;4007;p128" title="BE-MVP-Icon-Spark_Redux_V3_STRAIGHT_yellow.png"/>
          <p:cNvPicPr preferRelativeResize="0"/>
          <p:nvPr/>
        </p:nvPicPr>
        <p:blipFill rotWithShape="1">
          <a:blip r:embed="rId3">
            <a:alphaModFix/>
          </a:blip>
          <a:srcRect t="2553" b="2553"/>
          <a:stretch/>
        </p:blipFill>
        <p:spPr>
          <a:xfrm rot="-1459507">
            <a:off x="2495168" y="1072918"/>
            <a:ext cx="495528" cy="501868"/>
          </a:xfrm>
          <a:prstGeom prst="rect">
            <a:avLst/>
          </a:prstGeom>
          <a:noFill/>
          <a:ln>
            <a:noFill/>
          </a:ln>
        </p:spPr>
      </p:pic>
      <p:pic>
        <p:nvPicPr>
          <p:cNvPr id="4008" name="Google Shape;4008;p128" title="BE-MVP-Icon-Spark_Redux_V3_LEFT_yellow.png"/>
          <p:cNvPicPr preferRelativeResize="0"/>
          <p:nvPr/>
        </p:nvPicPr>
        <p:blipFill rotWithShape="1">
          <a:blip r:embed="rId4">
            <a:alphaModFix/>
          </a:blip>
          <a:srcRect t="2553" b="2553"/>
          <a:stretch/>
        </p:blipFill>
        <p:spPr>
          <a:xfrm rot="-1459490">
            <a:off x="1926380" y="1034195"/>
            <a:ext cx="248485" cy="251664"/>
          </a:xfrm>
          <a:prstGeom prst="rect">
            <a:avLst/>
          </a:prstGeom>
          <a:noFill/>
          <a:ln>
            <a:noFill/>
          </a:ln>
        </p:spPr>
      </p:pic>
      <p:sp>
        <p:nvSpPr>
          <p:cNvPr id="4009" name="Google Shape;4009;p128"/>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010" name="Google Shape;4010;p128"/>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011" name="Google Shape;4011;p128" title="BE-MVP-Icon-Spark_Redux_V3_LEFT_yellow.png"/>
          <p:cNvPicPr preferRelativeResize="0"/>
          <p:nvPr/>
        </p:nvPicPr>
        <p:blipFill rotWithShape="1">
          <a:blip r:embed="rId4">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31 Statement 4">
  <p:cSld name="TITLE_1_1_1_1_1_1_1_1_1_1_1_1_1_1_1_1_1_1_1_1_1_1_1_1_1_1_1_1_2">
    <p:bg>
      <p:bgPr>
        <a:solidFill>
          <a:srgbClr val="CFE9FE"/>
        </a:solidFill>
        <a:effectLst/>
      </p:bgPr>
    </p:bg>
    <p:spTree>
      <p:nvGrpSpPr>
        <p:cNvPr id="1" name="Shape 4012"/>
        <p:cNvGrpSpPr/>
        <p:nvPr/>
      </p:nvGrpSpPr>
      <p:grpSpPr>
        <a:xfrm>
          <a:off x="0" y="0"/>
          <a:ext cx="0" cy="0"/>
          <a:chOff x="0" y="0"/>
          <a:chExt cx="0" cy="0"/>
        </a:xfrm>
      </p:grpSpPr>
      <p:pic>
        <p:nvPicPr>
          <p:cNvPr id="4013" name="Google Shape;4013;p129"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
        <p:nvSpPr>
          <p:cNvPr id="4014" name="Google Shape;4014;p129"/>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015" name="Google Shape;4015;p12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16" name="Google Shape;4016;p129"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4017" name="Google Shape;4017;p129"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4018" name="Google Shape;4018;p129"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4019" name="Google Shape;4019;p129"/>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020" name="Google Shape;4020;p129"/>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021" name="Google Shape;4021;p129"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32 Statement 5">
  <p:cSld name="TITLE_1_1_1_1_1_1_1_1_1_1_1_1_1_1_1_1_1_1_1_1_1_1_1_1_1_1_1_1_2_1">
    <p:bg>
      <p:bgPr>
        <a:solidFill>
          <a:srgbClr val="CFE9FE"/>
        </a:solidFill>
        <a:effectLst/>
      </p:bgPr>
    </p:bg>
    <p:spTree>
      <p:nvGrpSpPr>
        <p:cNvPr id="1" name="Shape 4022"/>
        <p:cNvGrpSpPr/>
        <p:nvPr/>
      </p:nvGrpSpPr>
      <p:grpSpPr>
        <a:xfrm>
          <a:off x="0" y="0"/>
          <a:ext cx="0" cy="0"/>
          <a:chOff x="0" y="0"/>
          <a:chExt cx="0" cy="0"/>
        </a:xfrm>
      </p:grpSpPr>
      <p:pic>
        <p:nvPicPr>
          <p:cNvPr id="4023" name="Google Shape;4023;p130"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24" name="Google Shape;4024;p130"/>
          <p:cNvSpPr/>
          <p:nvPr/>
        </p:nvSpPr>
        <p:spPr>
          <a:xfrm>
            <a:off x="868686" y="1888867"/>
            <a:ext cx="14619312" cy="6509268"/>
          </a:xfrm>
          <a:custGeom>
            <a:avLst/>
            <a:gdLst/>
            <a:ahLst/>
            <a:cxnLst/>
            <a:rect l="l" t="t" r="r" b="b"/>
            <a:pathLst>
              <a:path w="21600" h="21600" extrusionOk="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025" name="Google Shape;4025;p130"/>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26" name="Google Shape;4026;p130" title="BE-MVP-Icon-Spark_Redux_V3_STRAIGHT_yellow.png"/>
          <p:cNvPicPr preferRelativeResize="0"/>
          <p:nvPr/>
        </p:nvPicPr>
        <p:blipFill rotWithShape="1">
          <a:blip r:embed="rId4">
            <a:alphaModFix/>
          </a:blip>
          <a:srcRect t="2553" b="2553"/>
          <a:stretch/>
        </p:blipFill>
        <p:spPr>
          <a:xfrm rot="498582">
            <a:off x="13806739" y="8151217"/>
            <a:ext cx="966926" cy="979298"/>
          </a:xfrm>
          <a:prstGeom prst="rect">
            <a:avLst/>
          </a:prstGeom>
          <a:noFill/>
          <a:ln>
            <a:noFill/>
          </a:ln>
        </p:spPr>
      </p:pic>
      <p:pic>
        <p:nvPicPr>
          <p:cNvPr id="4027" name="Google Shape;4027;p130" title="BE-MVP-Icon-Spark_Redux_V3_STRAIGHT_yellow.png"/>
          <p:cNvPicPr preferRelativeResize="0"/>
          <p:nvPr/>
        </p:nvPicPr>
        <p:blipFill rotWithShape="1">
          <a:blip r:embed="rId4">
            <a:alphaModFix/>
          </a:blip>
          <a:srcRect t="2553" b="2553"/>
          <a:stretch/>
        </p:blipFill>
        <p:spPr>
          <a:xfrm rot="-1459507">
            <a:off x="2495168" y="1072918"/>
            <a:ext cx="495528" cy="501868"/>
          </a:xfrm>
          <a:prstGeom prst="rect">
            <a:avLst/>
          </a:prstGeom>
          <a:noFill/>
          <a:ln>
            <a:noFill/>
          </a:ln>
        </p:spPr>
      </p:pic>
      <p:pic>
        <p:nvPicPr>
          <p:cNvPr id="4028" name="Google Shape;4028;p130" title="BE-MVP-Icon-Spark_Redux_V3_LEFT_yellow.png"/>
          <p:cNvPicPr preferRelativeResize="0"/>
          <p:nvPr/>
        </p:nvPicPr>
        <p:blipFill rotWithShape="1">
          <a:blip r:embed="rId5">
            <a:alphaModFix/>
          </a:blip>
          <a:srcRect t="2553" b="2553"/>
          <a:stretch/>
        </p:blipFill>
        <p:spPr>
          <a:xfrm rot="-1459490">
            <a:off x="1926380" y="1034195"/>
            <a:ext cx="248485" cy="251664"/>
          </a:xfrm>
          <a:prstGeom prst="rect">
            <a:avLst/>
          </a:prstGeom>
          <a:noFill/>
          <a:ln>
            <a:noFill/>
          </a:ln>
        </p:spPr>
      </p:pic>
      <p:sp>
        <p:nvSpPr>
          <p:cNvPr id="4029" name="Google Shape;4029;p130"/>
          <p:cNvSpPr txBox="1">
            <a:spLocks noGrp="1"/>
          </p:cNvSpPr>
          <p:nvPr>
            <p:ph type="title"/>
          </p:nvPr>
        </p:nvSpPr>
        <p:spPr>
          <a:xfrm>
            <a:off x="1333500" y="2314575"/>
            <a:ext cx="12954000" cy="47625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4030" name="Google Shape;4030;p130"/>
          <p:cNvSpPr txBox="1">
            <a:spLocks noGrp="1"/>
          </p:cNvSpPr>
          <p:nvPr>
            <p:ph type="subTitle" idx="1"/>
          </p:nvPr>
        </p:nvSpPr>
        <p:spPr>
          <a:xfrm>
            <a:off x="1333500" y="7199948"/>
            <a:ext cx="12858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a:endParaRPr/>
          </a:p>
        </p:txBody>
      </p:sp>
      <p:pic>
        <p:nvPicPr>
          <p:cNvPr id="4031" name="Google Shape;4031;p130" title="BE-MVP-Icon-Spark_Redux_V3_LEFT_yellow.png"/>
          <p:cNvPicPr preferRelativeResize="0"/>
          <p:nvPr/>
        </p:nvPicPr>
        <p:blipFill rotWithShape="1">
          <a:blip r:embed="rId5">
            <a:alphaModFix/>
          </a:blip>
          <a:srcRect l="1467" r="25911"/>
          <a:stretch/>
        </p:blipFill>
        <p:spPr>
          <a:xfrm rot="-4">
            <a:off x="16276822" y="5727051"/>
            <a:ext cx="2011175" cy="2955749"/>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32 Statement with data">
  <p:cSld name="TITLE_1_1_1_1_1_1_1_1_1_1_1_1_1_1_1_1_1_1_1_1_1_1_1_1_1_1_1_1_1_1_1">
    <p:bg>
      <p:bgPr>
        <a:solidFill>
          <a:schemeClr val="accent6"/>
        </a:solidFill>
        <a:effectLst/>
      </p:bgPr>
    </p:bg>
    <p:spTree>
      <p:nvGrpSpPr>
        <p:cNvPr id="1" name="Shape 4032"/>
        <p:cNvGrpSpPr/>
        <p:nvPr/>
      </p:nvGrpSpPr>
      <p:grpSpPr>
        <a:xfrm>
          <a:off x="0" y="0"/>
          <a:ext cx="0" cy="0"/>
          <a:chOff x="0" y="0"/>
          <a:chExt cx="0" cy="0"/>
        </a:xfrm>
      </p:grpSpPr>
      <p:sp>
        <p:nvSpPr>
          <p:cNvPr id="4033" name="Google Shape;4033;p131"/>
          <p:cNvSpPr/>
          <p:nvPr/>
        </p:nvSpPr>
        <p:spPr>
          <a:xfrm flipH="1">
            <a:off x="7899811" y="2002123"/>
            <a:ext cx="9512840" cy="6262064"/>
          </a:xfrm>
          <a:custGeom>
            <a:avLst/>
            <a:gdLst/>
            <a:ahLst/>
            <a:cxnLst/>
            <a:rect l="l" t="t" r="r" b="b"/>
            <a:pathLst>
              <a:path w="21496" h="21595" extrusionOk="0">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034" name="Google Shape;4034;p131"/>
          <p:cNvSpPr txBox="1">
            <a:spLocks noGrp="1"/>
          </p:cNvSpPr>
          <p:nvPr>
            <p:ph type="title"/>
          </p:nvPr>
        </p:nvSpPr>
        <p:spPr>
          <a:xfrm>
            <a:off x="8915400" y="2852738"/>
            <a:ext cx="7915200" cy="4562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a:endParaRPr/>
          </a:p>
        </p:txBody>
      </p:sp>
      <p:pic>
        <p:nvPicPr>
          <p:cNvPr id="4035" name="Google Shape;4035;p13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036" name="Google Shape;4036;p131" descr="8eddf9cd5d8993598fe8b721e932338b28a73d3f.png"/>
          <p:cNvPicPr preferRelativeResize="0"/>
          <p:nvPr/>
        </p:nvPicPr>
        <p:blipFill rotWithShape="1">
          <a:blip r:embed="rId3">
            <a:alphaModFix/>
          </a:blip>
          <a:srcRect l="8" t="7173" r="20381" b="8927"/>
          <a:stretch/>
        </p:blipFill>
        <p:spPr>
          <a:xfrm rot="5969335">
            <a:off x="16935753" y="7113292"/>
            <a:ext cx="994791" cy="1048341"/>
          </a:xfrm>
          <a:custGeom>
            <a:avLst/>
            <a:gdLst/>
            <a:ahLst/>
            <a:cxnLst/>
            <a:rect l="l" t="t" r="r" b="b"/>
            <a:pathLst>
              <a:path w="21600" h="21600" extrusionOk="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id="4037" name="Google Shape;4037;p131" descr="8eddf9cd5d8993598fe8b721e932338b28a73d3f.png"/>
          <p:cNvPicPr preferRelativeResize="0"/>
          <p:nvPr/>
        </p:nvPicPr>
        <p:blipFill rotWithShape="1">
          <a:blip r:embed="rId3">
            <a:alphaModFix/>
          </a:blip>
          <a:srcRect l="24" t="7179" r="20346" b="8957"/>
          <a:stretch/>
        </p:blipFill>
        <p:spPr>
          <a:xfrm>
            <a:off x="16951206" y="7806343"/>
            <a:ext cx="235494" cy="247914"/>
          </a:xfrm>
          <a:custGeom>
            <a:avLst/>
            <a:gdLst/>
            <a:ahLst/>
            <a:cxnLst/>
            <a:rect l="l" t="t" r="r" b="b"/>
            <a:pathLst>
              <a:path w="21600" h="21600" extrusionOk="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id="4038" name="Google Shape;4038;p131" descr="8eddf9cd5d8993598fe8b721e932338b28a73d3f.png"/>
          <p:cNvPicPr preferRelativeResize="0"/>
          <p:nvPr/>
        </p:nvPicPr>
        <p:blipFill rotWithShape="1">
          <a:blip r:embed="rId3">
            <a:alphaModFix/>
          </a:blip>
          <a:srcRect l="16" t="7175" r="20354" b="8904"/>
          <a:stretch/>
        </p:blipFill>
        <p:spPr>
          <a:xfrm rot="-861880">
            <a:off x="17403210" y="8087609"/>
            <a:ext cx="436410" cy="459880"/>
          </a:xfrm>
          <a:custGeom>
            <a:avLst/>
            <a:gdLst/>
            <a:ahLst/>
            <a:cxnLst/>
            <a:rect l="l" t="t" r="r" b="b"/>
            <a:pathLst>
              <a:path w="21600" h="21600" extrusionOk="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34 Statement quote">
  <p:cSld name="TITLE_1_1_1_1_1_1_1_1_1_1_1_1_1_1_1_1_1_1_1_1_1_1_1_1_1_1_1_1_1_1_1_1_1">
    <p:bg>
      <p:bgPr>
        <a:gradFill>
          <a:gsLst>
            <a:gs pos="0">
              <a:srgbClr val="90D0FE"/>
            </a:gs>
            <a:gs pos="100000">
              <a:srgbClr val="EAF5FE"/>
            </a:gs>
          </a:gsLst>
          <a:lin ang="16198662" scaled="0"/>
        </a:gradFill>
        <a:effectLst/>
      </p:bgPr>
    </p:bg>
    <p:spTree>
      <p:nvGrpSpPr>
        <p:cNvPr id="1" name="Shape 4039"/>
        <p:cNvGrpSpPr/>
        <p:nvPr/>
      </p:nvGrpSpPr>
      <p:grpSpPr>
        <a:xfrm>
          <a:off x="0" y="0"/>
          <a:ext cx="0" cy="0"/>
          <a:chOff x="0" y="0"/>
          <a:chExt cx="0" cy="0"/>
        </a:xfrm>
      </p:grpSpPr>
      <p:pic>
        <p:nvPicPr>
          <p:cNvPr id="4040" name="Google Shape;4040;p132"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41" name="Google Shape;4041;p132"/>
          <p:cNvSpPr/>
          <p:nvPr/>
        </p:nvSpPr>
        <p:spPr>
          <a:xfrm>
            <a:off x="857250" y="1732862"/>
            <a:ext cx="12871065" cy="6839424"/>
          </a:xfrm>
          <a:custGeom>
            <a:avLst/>
            <a:gdLst/>
            <a:ahLst/>
            <a:cxnLst/>
            <a:rect l="l" t="t" r="r" b="b"/>
            <a:pathLst>
              <a:path w="21530" h="21600" extrusionOk="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14300"/>
              <a:buFont typeface="Questrial"/>
              <a:buNone/>
            </a:pPr>
            <a:endParaRPr sz="14300" b="0" i="0" u="none" strike="noStrike" cap="none">
              <a:solidFill>
                <a:srgbClr val="003366"/>
              </a:solidFill>
              <a:latin typeface="Questrial"/>
              <a:ea typeface="Questrial"/>
              <a:cs typeface="Questrial"/>
              <a:sym typeface="Questrial"/>
            </a:endParaRPr>
          </a:p>
        </p:txBody>
      </p:sp>
      <p:sp>
        <p:nvSpPr>
          <p:cNvPr id="4042" name="Google Shape;4042;p132"/>
          <p:cNvSpPr/>
          <p:nvPr/>
        </p:nvSpPr>
        <p:spPr>
          <a:xfrm>
            <a:off x="14279102" y="3684699"/>
            <a:ext cx="3130800" cy="2884800"/>
          </a:xfrm>
          <a:prstGeom prst="roundRect">
            <a:avLst>
              <a:gd name="adj" fmla="val 9717"/>
            </a:avLst>
          </a:prstGeom>
          <a:solidFill>
            <a:srgbClr val="FCC00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14300"/>
              <a:buFont typeface="Questrial"/>
              <a:buNone/>
            </a:pPr>
            <a:endParaRPr sz="14300" b="0" i="0" u="none" strike="noStrike" cap="none">
              <a:solidFill>
                <a:srgbClr val="003366"/>
              </a:solidFill>
              <a:latin typeface="Questrial"/>
              <a:ea typeface="Questrial"/>
              <a:cs typeface="Questrial"/>
              <a:sym typeface="Questrial"/>
            </a:endParaRPr>
          </a:p>
        </p:txBody>
      </p:sp>
      <p:grpSp>
        <p:nvGrpSpPr>
          <p:cNvPr id="4043" name="Google Shape;4043;p132"/>
          <p:cNvGrpSpPr/>
          <p:nvPr/>
        </p:nvGrpSpPr>
        <p:grpSpPr>
          <a:xfrm>
            <a:off x="1333500" y="997673"/>
            <a:ext cx="1278450" cy="1211850"/>
            <a:chOff x="0" y="0"/>
            <a:chExt cx="1704600" cy="1615800"/>
          </a:xfrm>
        </p:grpSpPr>
        <p:sp>
          <p:nvSpPr>
            <p:cNvPr id="4044" name="Google Shape;4044;p132"/>
            <p:cNvSpPr/>
            <p:nvPr/>
          </p:nvSpPr>
          <p:spPr>
            <a:xfrm>
              <a:off x="0" y="0"/>
              <a:ext cx="1704600" cy="1615800"/>
            </a:xfrm>
            <a:prstGeom prst="roundRect">
              <a:avLst>
                <a:gd name="adj" fmla="val 18170"/>
              </a:avLst>
            </a:prstGeom>
            <a:gradFill>
              <a:gsLst>
                <a:gs pos="0">
                  <a:srgbClr val="CFE9FE">
                    <a:alpha val="30196"/>
                  </a:srgbClr>
                </a:gs>
                <a:gs pos="9810">
                  <a:srgbClr val="CFE9FE">
                    <a:alpha val="30196"/>
                  </a:srgbClr>
                </a:gs>
                <a:gs pos="100000">
                  <a:srgbClr val="90D0FE"/>
                </a:gs>
              </a:gsLst>
              <a:path path="circle">
                <a:fillToRect l="100000" b="100000"/>
              </a:path>
              <a:tileRect t="-100000" r="-100000"/>
            </a:gradFill>
            <a:ln w="9525" cap="flat" cmpd="sng">
              <a:solidFill>
                <a:srgbClr val="D8E6FE"/>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4045" name="Google Shape;4045;p132"/>
            <p:cNvSpPr/>
            <p:nvPr/>
          </p:nvSpPr>
          <p:spPr>
            <a:xfrm>
              <a:off x="0" y="0"/>
              <a:ext cx="1704600" cy="1615800"/>
            </a:xfrm>
            <a:prstGeom prst="roundRect">
              <a:avLst>
                <a:gd name="adj" fmla="val 18170"/>
              </a:avLst>
            </a:prstGeom>
            <a:gradFill>
              <a:gsLst>
                <a:gs pos="0">
                  <a:srgbClr val="FFFEFE"/>
                </a:gs>
                <a:gs pos="3230">
                  <a:srgbClr val="FFFEFE"/>
                </a:gs>
                <a:gs pos="100000">
                  <a:srgbClr val="FFFEFE">
                    <a:alpha val="0"/>
                  </a:srgbClr>
                </a:gs>
              </a:gsLst>
              <a:path path="circle">
                <a:fillToRect r="100000" b="100000"/>
              </a:path>
              <a:tileRect l="-100000" t="-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sp>
          <p:nvSpPr>
            <p:cNvPr id="4046" name="Google Shape;4046;p132"/>
            <p:cNvSpPr/>
            <p:nvPr/>
          </p:nvSpPr>
          <p:spPr>
            <a:xfrm>
              <a:off x="0" y="0"/>
              <a:ext cx="1704600" cy="1615800"/>
            </a:xfrm>
            <a:prstGeom prst="roundRect">
              <a:avLst>
                <a:gd name="adj" fmla="val 18170"/>
              </a:avLst>
            </a:prstGeom>
            <a:gradFill>
              <a:gsLst>
                <a:gs pos="0">
                  <a:srgbClr val="FFFEFE"/>
                </a:gs>
                <a:gs pos="1570">
                  <a:srgbClr val="FFFEFE"/>
                </a:gs>
                <a:gs pos="100000">
                  <a:srgbClr val="CFE9FE">
                    <a:alpha val="0"/>
                  </a:srgbClr>
                </a:gs>
              </a:gsLst>
              <a:path path="circle">
                <a:fillToRect l="100000" b="100000"/>
              </a:path>
              <a:tileRect t="-100000" r="-100000"/>
            </a:gra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50"/>
                <a:buFont typeface="Arial"/>
                <a:buNone/>
              </a:pPr>
              <a:endParaRPr sz="2850" b="0" i="0" u="none" strike="noStrike" cap="none">
                <a:solidFill>
                  <a:srgbClr val="032D60"/>
                </a:solidFill>
                <a:latin typeface="Arial"/>
                <a:ea typeface="Arial"/>
                <a:cs typeface="Arial"/>
                <a:sym typeface="Arial"/>
              </a:endParaRPr>
            </a:p>
          </p:txBody>
        </p:sp>
      </p:grpSp>
      <p:sp>
        <p:nvSpPr>
          <p:cNvPr id="4047" name="Google Shape;4047;p132"/>
          <p:cNvSpPr/>
          <p:nvPr/>
        </p:nvSpPr>
        <p:spPr>
          <a:xfrm>
            <a:off x="1566863" y="1268815"/>
            <a:ext cx="830682" cy="669330"/>
          </a:xfrm>
          <a:custGeom>
            <a:avLst/>
            <a:gdLst/>
            <a:ahLst/>
            <a:cxnLst/>
            <a:rect l="l" t="t" r="r" b="b"/>
            <a:pathLst>
              <a:path w="21600" h="21600" extrusionOk="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spcFirstLastPara="1" wrap="square" lIns="32500" tIns="32500" rIns="32500" bIns="32500" anchor="ctr" anchorCtr="0">
            <a:noAutofit/>
          </a:bodyPr>
          <a:lstStyle/>
          <a:p>
            <a:pPr marL="0" marR="0" lvl="0" indent="0" algn="ctr" rtl="0">
              <a:lnSpc>
                <a:spcPct val="90000"/>
              </a:lnSpc>
              <a:spcBef>
                <a:spcPts val="0"/>
              </a:spcBef>
              <a:spcAft>
                <a:spcPts val="0"/>
              </a:spcAft>
              <a:buClr>
                <a:srgbClr val="003366"/>
              </a:buClr>
              <a:buSzPts val="2900"/>
              <a:buFont typeface="Arial"/>
              <a:buNone/>
            </a:pPr>
            <a:endParaRPr sz="2900" b="0" i="0" u="none" strike="noStrike" cap="none">
              <a:solidFill>
                <a:srgbClr val="032D60"/>
              </a:solidFill>
              <a:latin typeface="Arial"/>
              <a:ea typeface="Arial"/>
              <a:cs typeface="Arial"/>
              <a:sym typeface="Arial"/>
            </a:endParaRPr>
          </a:p>
        </p:txBody>
      </p:sp>
      <p:pic>
        <p:nvPicPr>
          <p:cNvPr id="4048" name="Google Shape;4048;p13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49" name="Google Shape;4049;p132"/>
          <p:cNvSpPr>
            <a:spLocks noGrp="1"/>
          </p:cNvSpPr>
          <p:nvPr>
            <p:ph type="pic" idx="2"/>
          </p:nvPr>
        </p:nvSpPr>
        <p:spPr>
          <a:xfrm>
            <a:off x="14278928" y="3684270"/>
            <a:ext cx="3130800" cy="2885100"/>
          </a:xfrm>
          <a:prstGeom prst="roundRect">
            <a:avLst>
              <a:gd name="adj" fmla="val 9780"/>
            </a:avLst>
          </a:prstGeom>
          <a:noFill/>
          <a:ln>
            <a:noFill/>
          </a:ln>
        </p:spPr>
      </p:sp>
      <p:sp>
        <p:nvSpPr>
          <p:cNvPr id="4050" name="Google Shape;4050;p132"/>
          <p:cNvSpPr txBox="1">
            <a:spLocks noGrp="1"/>
          </p:cNvSpPr>
          <p:nvPr>
            <p:ph type="title"/>
          </p:nvPr>
        </p:nvSpPr>
        <p:spPr>
          <a:xfrm>
            <a:off x="1333500" y="2265063"/>
            <a:ext cx="10944300" cy="57750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051" name="Google Shape;4051;p132"/>
          <p:cNvSpPr txBox="1">
            <a:spLocks noGrp="1"/>
          </p:cNvSpPr>
          <p:nvPr>
            <p:ph type="subTitle" idx="1"/>
          </p:nvPr>
        </p:nvSpPr>
        <p:spPr>
          <a:xfrm>
            <a:off x="14406925" y="6985950"/>
            <a:ext cx="3022800" cy="1586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400"/>
              <a:buNone/>
              <a:defRPr sz="2400" b="1"/>
            </a:lvl1pPr>
            <a:lvl2pPr lvl="1">
              <a:spcBef>
                <a:spcPts val="0"/>
              </a:spcBef>
              <a:spcAft>
                <a:spcPts val="0"/>
              </a:spcAft>
              <a:buSzPts val="2400"/>
              <a:buNone/>
              <a:defRPr sz="2400" b="1"/>
            </a:lvl2pPr>
            <a:lvl3pPr lvl="2">
              <a:spcBef>
                <a:spcPts val="1800"/>
              </a:spcBef>
              <a:spcAft>
                <a:spcPts val="0"/>
              </a:spcAft>
              <a:buSzPts val="2400"/>
              <a:buNone/>
              <a:defRPr b="1"/>
            </a:lvl3pPr>
            <a:lvl4pPr lvl="3">
              <a:spcBef>
                <a:spcPts val="1800"/>
              </a:spcBef>
              <a:spcAft>
                <a:spcPts val="0"/>
              </a:spcAft>
              <a:buSzPts val="2400"/>
              <a:buNone/>
              <a:defRPr sz="2400" b="1"/>
            </a:lvl4pPr>
            <a:lvl5pPr lvl="4">
              <a:spcBef>
                <a:spcPts val="1800"/>
              </a:spcBef>
              <a:spcAft>
                <a:spcPts val="0"/>
              </a:spcAft>
              <a:buSzPts val="2400"/>
              <a:buNone/>
              <a:defRPr sz="2400" b="1"/>
            </a:lvl5pPr>
            <a:lvl6pPr lvl="5">
              <a:spcBef>
                <a:spcPts val="1800"/>
              </a:spcBef>
              <a:spcAft>
                <a:spcPts val="0"/>
              </a:spcAft>
              <a:buSzPts val="2400"/>
              <a:buNone/>
              <a:defRPr sz="2400" b="1"/>
            </a:lvl6pPr>
            <a:lvl7pPr lvl="6">
              <a:spcBef>
                <a:spcPts val="1800"/>
              </a:spcBef>
              <a:spcAft>
                <a:spcPts val="0"/>
              </a:spcAft>
              <a:buSzPts val="2400"/>
              <a:buNone/>
              <a:defRPr sz="2400" b="1"/>
            </a:lvl7pPr>
            <a:lvl8pPr lvl="7">
              <a:spcBef>
                <a:spcPts val="1800"/>
              </a:spcBef>
              <a:spcAft>
                <a:spcPts val="0"/>
              </a:spcAft>
              <a:buSzPts val="2400"/>
              <a:buNone/>
              <a:defRPr sz="2400" b="1"/>
            </a:lvl8pPr>
            <a:lvl9pPr lvl="8">
              <a:spcBef>
                <a:spcPts val="1800"/>
              </a:spcBef>
              <a:spcAft>
                <a:spcPts val="1800"/>
              </a:spcAft>
              <a:buSzPts val="2400"/>
              <a:buNone/>
              <a:defRPr sz="2400" b="1"/>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35 Segue 1">
  <p:cSld name="TITLE_1_1_1_1_1_1_1_1_1_1_1_1_1_1_1_1_1_1_1_1_1_1_1_1_1_1_1_1_1_1_1_1_1_1">
    <p:bg>
      <p:bgPr>
        <a:solidFill>
          <a:schemeClr val="lt1"/>
        </a:solidFill>
        <a:effectLst/>
      </p:bgPr>
    </p:bg>
    <p:spTree>
      <p:nvGrpSpPr>
        <p:cNvPr id="1" name="Shape 4052"/>
        <p:cNvGrpSpPr/>
        <p:nvPr/>
      </p:nvGrpSpPr>
      <p:grpSpPr>
        <a:xfrm>
          <a:off x="0" y="0"/>
          <a:ext cx="0" cy="0"/>
          <a:chOff x="0" y="0"/>
          <a:chExt cx="0" cy="0"/>
        </a:xfrm>
      </p:grpSpPr>
      <p:pic>
        <p:nvPicPr>
          <p:cNvPr id="4053" name="Google Shape;4053;p13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4" name="Google Shape;4054;p133"/>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055" name="Google Shape;4055;p133"/>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056" name="Google Shape;4056;p13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57" name="Google Shape;4057;p133"/>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pic>
        <p:nvPicPr>
          <p:cNvPr id="4058" name="Google Shape;4058;p133" title="BE-MVP-Icon-Spark_Redux_V3_RIGHT_yellow.png"/>
          <p:cNvPicPr preferRelativeResize="0"/>
          <p:nvPr/>
        </p:nvPicPr>
        <p:blipFill rotWithShape="1">
          <a:blip r:embed="rId4">
            <a:alphaModFix/>
          </a:blip>
          <a:srcRect l="17671" t="12399" r="9187" b="8324"/>
          <a:stretch/>
        </p:blipFill>
        <p:spPr>
          <a:xfrm rot="-9">
            <a:off x="1" y="6380114"/>
            <a:ext cx="1675026" cy="1937844"/>
          </a:xfrm>
          <a:prstGeom prst="rect">
            <a:avLst/>
          </a:prstGeom>
          <a:noFill/>
          <a:ln>
            <a:noFill/>
          </a:ln>
        </p:spPr>
      </p:pic>
      <p:sp>
        <p:nvSpPr>
          <p:cNvPr id="4059" name="Google Shape;4059;p133"/>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0" name="Google Shape;4060;p133"/>
          <p:cNvSpPr/>
          <p:nvPr/>
        </p:nvSpPr>
        <p:spPr>
          <a:xfrm>
            <a:off x="4686089" y="5750894"/>
            <a:ext cx="1247700" cy="1247700"/>
          </a:xfrm>
          <a:prstGeom prst="roundRect">
            <a:avLst>
              <a:gd name="adj" fmla="val 23260"/>
            </a:avLst>
          </a:prstGeom>
          <a:solidFill>
            <a:schemeClr val="lt2"/>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1" name="Google Shape;4061;p133"/>
          <p:cNvSpPr/>
          <p:nvPr/>
        </p:nvSpPr>
        <p:spPr>
          <a:xfrm>
            <a:off x="1722794" y="7255047"/>
            <a:ext cx="2704800" cy="435300"/>
          </a:xfrm>
          <a:prstGeom prst="roundRect">
            <a:avLst>
              <a:gd name="adj" fmla="val 50000"/>
            </a:avLst>
          </a:prstGeom>
          <a:solidFill>
            <a:schemeClr val="lt2"/>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2" name="Google Shape;4062;p133"/>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063" name="Google Shape;4063;p133"/>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064" name="Google Shape;4064;p133"/>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5" name="Google Shape;4065;p133"/>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6" name="Google Shape;4066;p133"/>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7" name="Google Shape;4067;p133"/>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68" name="Google Shape;4068;p133"/>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pic>
        <p:nvPicPr>
          <p:cNvPr id="4069" name="Google Shape;4069;p133" descr="Blue_single_sparkle.png"/>
          <p:cNvPicPr preferRelativeResize="0"/>
          <p:nvPr/>
        </p:nvPicPr>
        <p:blipFill rotWithShape="1">
          <a:blip r:embed="rId5">
            <a:alphaModFix/>
          </a:blip>
          <a:srcRect/>
          <a:stretch/>
        </p:blipFill>
        <p:spPr>
          <a:xfrm>
            <a:off x="3461327" y="2946149"/>
            <a:ext cx="588381" cy="597300"/>
          </a:xfrm>
          <a:prstGeom prst="rect">
            <a:avLst/>
          </a:prstGeom>
          <a:noFill/>
          <a:ln>
            <a:noFill/>
          </a:ln>
        </p:spPr>
      </p:pic>
      <p:pic>
        <p:nvPicPr>
          <p:cNvPr id="4070" name="Google Shape;4070;p133" title="BE-MVP-Icon-Spark_Redux_V3_RIGHT_yellow.png"/>
          <p:cNvPicPr preferRelativeResize="0"/>
          <p:nvPr/>
        </p:nvPicPr>
        <p:blipFill rotWithShape="1">
          <a:blip r:embed="rId4">
            <a:alphaModFix/>
          </a:blip>
          <a:srcRect l="3866" r="3875"/>
          <a:stretch/>
        </p:blipFill>
        <p:spPr>
          <a:xfrm rot="-23">
            <a:off x="3034519" y="2797750"/>
            <a:ext cx="339582" cy="392849"/>
          </a:xfrm>
          <a:prstGeom prst="rect">
            <a:avLst/>
          </a:prstGeom>
          <a:noFill/>
          <a:ln>
            <a:noFill/>
          </a:ln>
        </p:spPr>
      </p:pic>
      <p:pic>
        <p:nvPicPr>
          <p:cNvPr id="4071" name="Google Shape;4071;p133" descr="Blue_single_sparkle.png"/>
          <p:cNvPicPr preferRelativeResize="0"/>
          <p:nvPr/>
        </p:nvPicPr>
        <p:blipFill rotWithShape="1">
          <a:blip r:embed="rId5">
            <a:alphaModFix/>
          </a:blip>
          <a:srcRect/>
          <a:stretch/>
        </p:blipFill>
        <p:spPr>
          <a:xfrm>
            <a:off x="2060343" y="6548591"/>
            <a:ext cx="295517" cy="300001"/>
          </a:xfrm>
          <a:prstGeom prst="rect">
            <a:avLst/>
          </a:prstGeom>
          <a:noFill/>
          <a:ln>
            <a:noFill/>
          </a:ln>
        </p:spPr>
      </p:pic>
      <p:sp>
        <p:nvSpPr>
          <p:cNvPr id="4072" name="Google Shape;4072;p133"/>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a:solidFill>
                <a:srgbClr val="032D60"/>
              </a:solidFill>
            </a:endParaRPr>
          </a:p>
        </p:txBody>
      </p:sp>
      <p:pic>
        <p:nvPicPr>
          <p:cNvPr id="4073" name="Google Shape;4073;p133"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4074" name="Google Shape;4074;p133"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35 Segue 2">
  <p:cSld name="TITLE_1_1_1_1_1_1_1_1_1_1_1_1_1_1_1_1_1_1_1_1_1_1_1_1_1_1_1_1_1_1_1_1_1_1_2">
    <p:bg>
      <p:bgPr>
        <a:solidFill>
          <a:schemeClr val="lt1"/>
        </a:solidFill>
        <a:effectLst/>
      </p:bgPr>
    </p:bg>
    <p:spTree>
      <p:nvGrpSpPr>
        <p:cNvPr id="1" name="Shape 4075"/>
        <p:cNvGrpSpPr/>
        <p:nvPr/>
      </p:nvGrpSpPr>
      <p:grpSpPr>
        <a:xfrm>
          <a:off x="0" y="0"/>
          <a:ext cx="0" cy="0"/>
          <a:chOff x="0" y="0"/>
          <a:chExt cx="0" cy="0"/>
        </a:xfrm>
      </p:grpSpPr>
      <p:pic>
        <p:nvPicPr>
          <p:cNvPr id="4076" name="Google Shape;4076;p134"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
        <p:nvSpPr>
          <p:cNvPr id="4077" name="Google Shape;4077;p134"/>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078" name="Google Shape;4078;p134"/>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079" name="Google Shape;4079;p134"/>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80" name="Google Shape;4080;p134"/>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4081" name="Google Shape;4081;p134"/>
          <p:cNvSpPr/>
          <p:nvPr/>
        </p:nvSpPr>
        <p:spPr>
          <a:xfrm>
            <a:off x="1722794" y="4293920"/>
            <a:ext cx="2704800" cy="2704800"/>
          </a:xfrm>
          <a:prstGeom prst="roundRect">
            <a:avLst>
              <a:gd name="adj" fmla="val 988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82" name="Google Shape;4082;p134"/>
          <p:cNvSpPr/>
          <p:nvPr/>
        </p:nvSpPr>
        <p:spPr>
          <a:xfrm>
            <a:off x="4686089" y="5750894"/>
            <a:ext cx="1247700" cy="1247700"/>
          </a:xfrm>
          <a:prstGeom prst="roundRect">
            <a:avLst>
              <a:gd name="adj" fmla="val 2326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4083" name="Google Shape;4083;p134"/>
          <p:cNvSpPr/>
          <p:nvPr/>
        </p:nvSpPr>
        <p:spPr>
          <a:xfrm>
            <a:off x="1722794" y="7255047"/>
            <a:ext cx="2704800" cy="435300"/>
          </a:xfrm>
          <a:prstGeom prst="roundRect">
            <a:avLst>
              <a:gd name="adj" fmla="val 50000"/>
            </a:avLst>
          </a:prstGeom>
          <a:solidFill>
            <a:srgbClr val="5A1BA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4084" name="Google Shape;4084;p134"/>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085" name="Google Shape;4085;p134"/>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086" name="Google Shape;4086;p134"/>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87" name="Google Shape;4087;p134"/>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88" name="Google Shape;4088;p134"/>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89" name="Google Shape;4089;p134"/>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090" name="Google Shape;4090;p134"/>
          <p:cNvSpPr/>
          <p:nvPr/>
        </p:nvSpPr>
        <p:spPr>
          <a:xfrm>
            <a:off x="1798820" y="7322727"/>
            <a:ext cx="1335900" cy="300000"/>
          </a:xfrm>
          <a:prstGeom prst="roundRect">
            <a:avLst>
              <a:gd name="adj" fmla="val 50000"/>
            </a:avLst>
          </a:prstGeom>
          <a:solidFill>
            <a:srgbClr val="9050E9"/>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4091" name="Google Shape;4091;p134"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4092" name="Google Shape;4092;p134" title="BE-MVP-Icon-Spark_Redux_V3_RIGHT_yellow.png"/>
          <p:cNvPicPr preferRelativeResize="0"/>
          <p:nvPr/>
        </p:nvPicPr>
        <p:blipFill rotWithShape="1">
          <a:blip r:embed="rId5">
            <a:alphaModFix/>
          </a:blip>
          <a:srcRect l="3866" r="3875"/>
          <a:stretch/>
        </p:blipFill>
        <p:spPr>
          <a:xfrm rot="-23">
            <a:off x="3034519" y="2797750"/>
            <a:ext cx="339582" cy="392849"/>
          </a:xfrm>
          <a:prstGeom prst="rect">
            <a:avLst/>
          </a:prstGeom>
          <a:noFill/>
          <a:ln>
            <a:noFill/>
          </a:ln>
        </p:spPr>
      </p:pic>
      <p:pic>
        <p:nvPicPr>
          <p:cNvPr id="4093" name="Google Shape;4093;p134"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4094" name="Google Shape;4094;p134"/>
          <p:cNvSpPr/>
          <p:nvPr/>
        </p:nvSpPr>
        <p:spPr>
          <a:xfrm>
            <a:off x="1626825" y="3921950"/>
            <a:ext cx="1510500" cy="1510500"/>
          </a:xfrm>
          <a:prstGeom prst="ellipse">
            <a:avLst/>
          </a:prstGeom>
          <a:solidFill>
            <a:srgbClr val="FFFEFE"/>
          </a:solidFill>
          <a:ln>
            <a:noFill/>
          </a:ln>
          <a:effectLst>
            <a:outerShdw blurRad="457200" dist="523875" dir="3900000" rotWithShape="0">
              <a:srgbClr val="300B60">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4095" name="Google Shape;4095;p134"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4096" name="Google Shape;4096;p134"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097" name="Google Shape;4097;p134" title="BE-MVP-Icon-Spark_Redux_V3_RIGHT_yellow.png"/>
          <p:cNvPicPr preferRelativeResize="0"/>
          <p:nvPr/>
        </p:nvPicPr>
        <p:blipFill rotWithShape="1">
          <a:blip r:embed="rId5">
            <a:alphaModFix/>
          </a:blip>
          <a:srcRect l="17671" t="12399" r="9187" b="8324"/>
          <a:stretch/>
        </p:blipFill>
        <p:spPr>
          <a:xfrm rot="-9">
            <a:off x="1" y="6380114"/>
            <a:ext cx="1675026" cy="19378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35 Segue 3">
  <p:cSld name="TITLE_1_1_1_1_1_1_1_1_1_1_1_1_1_1_1_1_1_1_1_1_1_1_1_1_1_1_1_1_1_1_1_1_1_1_2_1">
    <p:bg>
      <p:bgPr>
        <a:solidFill>
          <a:schemeClr val="lt1"/>
        </a:solidFill>
        <a:effectLst/>
      </p:bgPr>
    </p:bg>
    <p:spTree>
      <p:nvGrpSpPr>
        <p:cNvPr id="1" name="Shape 4098"/>
        <p:cNvGrpSpPr/>
        <p:nvPr/>
      </p:nvGrpSpPr>
      <p:grpSpPr>
        <a:xfrm>
          <a:off x="0" y="0"/>
          <a:ext cx="0" cy="0"/>
          <a:chOff x="0" y="0"/>
          <a:chExt cx="0" cy="0"/>
        </a:xfrm>
      </p:grpSpPr>
      <p:pic>
        <p:nvPicPr>
          <p:cNvPr id="4099" name="Google Shape;4099;p135"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00" name="Google Shape;4100;p135"/>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101" name="Google Shape;4101;p135"/>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102" name="Google Shape;4102;p13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03" name="Google Shape;4103;p135"/>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4104" name="Google Shape;4104;p135"/>
          <p:cNvSpPr/>
          <p:nvPr/>
        </p:nvSpPr>
        <p:spPr>
          <a:xfrm>
            <a:off x="1722794" y="4293920"/>
            <a:ext cx="2704800" cy="2704800"/>
          </a:xfrm>
          <a:prstGeom prst="roundRect">
            <a:avLst>
              <a:gd name="adj" fmla="val 988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05" name="Google Shape;4105;p135"/>
          <p:cNvSpPr/>
          <p:nvPr/>
        </p:nvSpPr>
        <p:spPr>
          <a:xfrm>
            <a:off x="4686089" y="5750894"/>
            <a:ext cx="1247700" cy="1247700"/>
          </a:xfrm>
          <a:prstGeom prst="roundRect">
            <a:avLst>
              <a:gd name="adj" fmla="val 2326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4106" name="Google Shape;4106;p135"/>
          <p:cNvSpPr/>
          <p:nvPr/>
        </p:nvSpPr>
        <p:spPr>
          <a:xfrm>
            <a:off x="1722794" y="7255047"/>
            <a:ext cx="2704800" cy="435300"/>
          </a:xfrm>
          <a:prstGeom prst="roundRect">
            <a:avLst>
              <a:gd name="adj" fmla="val 50000"/>
            </a:avLst>
          </a:prstGeom>
          <a:solidFill>
            <a:srgbClr val="056764"/>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a:solidFill>
                <a:srgbClr val="032D60"/>
              </a:solidFill>
            </a:endParaRPr>
          </a:p>
        </p:txBody>
      </p:sp>
      <p:sp>
        <p:nvSpPr>
          <p:cNvPr id="4107" name="Google Shape;4107;p135"/>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08" name="Google Shape;4108;p135"/>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09" name="Google Shape;4109;p135"/>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10" name="Google Shape;4110;p135"/>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11" name="Google Shape;4111;p135"/>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12" name="Google Shape;4112;p135"/>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13" name="Google Shape;4113;p135"/>
          <p:cNvSpPr/>
          <p:nvPr/>
        </p:nvSpPr>
        <p:spPr>
          <a:xfrm>
            <a:off x="1798820" y="7322727"/>
            <a:ext cx="1335900" cy="300000"/>
          </a:xfrm>
          <a:prstGeom prst="roundRect">
            <a:avLst>
              <a:gd name="adj" fmla="val 50000"/>
            </a:avLst>
          </a:prstGeom>
          <a:solidFill>
            <a:srgbClr val="06A59A"/>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4114" name="Google Shape;4114;p135"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4115" name="Google Shape;4115;p135" title="BE-MVP-Icon-Spark_Redux_V3_RIGHT_yellow.png"/>
          <p:cNvPicPr preferRelativeResize="0"/>
          <p:nvPr/>
        </p:nvPicPr>
        <p:blipFill rotWithShape="1">
          <a:blip r:embed="rId5">
            <a:alphaModFix/>
          </a:blip>
          <a:srcRect l="3866" r="3875"/>
          <a:stretch/>
        </p:blipFill>
        <p:spPr>
          <a:xfrm rot="-23">
            <a:off x="3034519" y="2797750"/>
            <a:ext cx="339582" cy="392849"/>
          </a:xfrm>
          <a:prstGeom prst="rect">
            <a:avLst/>
          </a:prstGeom>
          <a:noFill/>
          <a:ln>
            <a:noFill/>
          </a:ln>
        </p:spPr>
      </p:pic>
      <p:pic>
        <p:nvPicPr>
          <p:cNvPr id="4116" name="Google Shape;4116;p135"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4117" name="Google Shape;4117;p135"/>
          <p:cNvSpPr/>
          <p:nvPr/>
        </p:nvSpPr>
        <p:spPr>
          <a:xfrm>
            <a:off x="1626825" y="3921950"/>
            <a:ext cx="1510500" cy="1510500"/>
          </a:xfrm>
          <a:prstGeom prst="ellipse">
            <a:avLst/>
          </a:prstGeom>
          <a:solidFill>
            <a:srgbClr val="FFFEFE"/>
          </a:solidFill>
          <a:ln>
            <a:noFill/>
          </a:ln>
          <a:effectLst>
            <a:outerShdw blurRad="457200" dist="523875" dir="3900000" rotWithShape="0">
              <a:srgbClr val="07282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4118" name="Google Shape;4118;p135" title="Astro_sunglasses.png"/>
          <p:cNvPicPr preferRelativeResize="0"/>
          <p:nvPr/>
        </p:nvPicPr>
        <p:blipFill>
          <a:blip r:embed="rId6">
            <a:alphaModFix/>
          </a:blip>
          <a:stretch>
            <a:fillRect/>
          </a:stretch>
        </p:blipFill>
        <p:spPr>
          <a:xfrm rot="-536085" flipH="1">
            <a:off x="982563" y="3052767"/>
            <a:ext cx="2405274" cy="2610666"/>
          </a:xfrm>
          <a:prstGeom prst="rect">
            <a:avLst/>
          </a:prstGeom>
          <a:noFill/>
          <a:ln>
            <a:noFill/>
          </a:ln>
        </p:spPr>
      </p:pic>
      <p:pic>
        <p:nvPicPr>
          <p:cNvPr id="4119" name="Google Shape;4119;p135"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120" name="Google Shape;4120;p135" title="BE-MVP-Icon-Spark_Redux_V3_RIGHT_yellow.png"/>
          <p:cNvPicPr preferRelativeResize="0"/>
          <p:nvPr/>
        </p:nvPicPr>
        <p:blipFill rotWithShape="1">
          <a:blip r:embed="rId5">
            <a:alphaModFix/>
          </a:blip>
          <a:srcRect l="17671" t="12399" r="9187" b="8324"/>
          <a:stretch/>
        </p:blipFill>
        <p:spPr>
          <a:xfrm rot="-9">
            <a:off x="1" y="6380114"/>
            <a:ext cx="1675026" cy="1937844"/>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35 Segue 4">
  <p:cSld name="TITLE_1_1_1_1_1_1_1_1_1_1_1_1_1_1_1_1_1_1_1_1_1_1_1_1_1_1_1_1_1_1_1_1_1_1_2_1_1">
    <p:bg>
      <p:bgPr>
        <a:gradFill>
          <a:gsLst>
            <a:gs pos="0">
              <a:srgbClr val="90D0FE"/>
            </a:gs>
            <a:gs pos="100000">
              <a:srgbClr val="EAF5FE"/>
            </a:gs>
          </a:gsLst>
          <a:lin ang="16198662" scaled="0"/>
        </a:gradFill>
        <a:effectLst/>
      </p:bgPr>
    </p:bg>
    <p:spTree>
      <p:nvGrpSpPr>
        <p:cNvPr id="1" name="Shape 4121"/>
        <p:cNvGrpSpPr/>
        <p:nvPr/>
      </p:nvGrpSpPr>
      <p:grpSpPr>
        <a:xfrm>
          <a:off x="0" y="0"/>
          <a:ext cx="0" cy="0"/>
          <a:chOff x="0" y="0"/>
          <a:chExt cx="0" cy="0"/>
        </a:xfrm>
      </p:grpSpPr>
      <p:pic>
        <p:nvPicPr>
          <p:cNvPr id="4122" name="Google Shape;4122;p13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23" name="Google Shape;4123;p136"/>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4124" name="Google Shape;4124;p136"/>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4125" name="Google Shape;4125;p13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26" name="Google Shape;4126;p136"/>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4127" name="Google Shape;4127;p136"/>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28" name="Google Shape;4128;p136"/>
          <p:cNvSpPr/>
          <p:nvPr/>
        </p:nvSpPr>
        <p:spPr>
          <a:xfrm>
            <a:off x="4686089" y="5750894"/>
            <a:ext cx="1247700" cy="1247700"/>
          </a:xfrm>
          <a:prstGeom prst="roundRect">
            <a:avLst>
              <a:gd name="adj" fmla="val 2326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29" name="Google Shape;4129;p136"/>
          <p:cNvSpPr/>
          <p:nvPr/>
        </p:nvSpPr>
        <p:spPr>
          <a:xfrm>
            <a:off x="1722794" y="7255047"/>
            <a:ext cx="2704800" cy="435300"/>
          </a:xfrm>
          <a:prstGeom prst="roundRect">
            <a:avLst>
              <a:gd name="adj" fmla="val 5000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30" name="Google Shape;4130;p136"/>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31" name="Google Shape;4131;p136"/>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32" name="Google Shape;4132;p136"/>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33" name="Google Shape;4133;p136"/>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34" name="Google Shape;4134;p136"/>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35" name="Google Shape;4135;p136"/>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36" name="Google Shape;4136;p136"/>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4137" name="Google Shape;4137;p136" descr="Blue_single_sparkle.png"/>
          <p:cNvPicPr preferRelativeResize="0"/>
          <p:nvPr/>
        </p:nvPicPr>
        <p:blipFill rotWithShape="1">
          <a:blip r:embed="rId4">
            <a:alphaModFix/>
          </a:blip>
          <a:srcRect/>
          <a:stretch/>
        </p:blipFill>
        <p:spPr>
          <a:xfrm>
            <a:off x="3461327" y="2946149"/>
            <a:ext cx="588381" cy="597300"/>
          </a:xfrm>
          <a:prstGeom prst="rect">
            <a:avLst/>
          </a:prstGeom>
          <a:noFill/>
          <a:ln>
            <a:noFill/>
          </a:ln>
        </p:spPr>
      </p:pic>
      <p:pic>
        <p:nvPicPr>
          <p:cNvPr id="4138" name="Google Shape;4138;p136" descr="Blue_single_sparkle.png"/>
          <p:cNvPicPr preferRelativeResize="0"/>
          <p:nvPr/>
        </p:nvPicPr>
        <p:blipFill rotWithShape="1">
          <a:blip r:embed="rId4">
            <a:alphaModFix/>
          </a:blip>
          <a:srcRect/>
          <a:stretch/>
        </p:blipFill>
        <p:spPr>
          <a:xfrm>
            <a:off x="2060343" y="6548591"/>
            <a:ext cx="295517" cy="300001"/>
          </a:xfrm>
          <a:prstGeom prst="rect">
            <a:avLst/>
          </a:prstGeom>
          <a:noFill/>
          <a:ln>
            <a:noFill/>
          </a:ln>
        </p:spPr>
      </p:pic>
      <p:sp>
        <p:nvSpPr>
          <p:cNvPr id="4139" name="Google Shape;4139;p136"/>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4140" name="Google Shape;4140;p136" title="Astro_sunglasses.png"/>
          <p:cNvPicPr preferRelativeResize="0"/>
          <p:nvPr/>
        </p:nvPicPr>
        <p:blipFill>
          <a:blip r:embed="rId5">
            <a:alphaModFix/>
          </a:blip>
          <a:stretch>
            <a:fillRect/>
          </a:stretch>
        </p:blipFill>
        <p:spPr>
          <a:xfrm rot="-536085" flipH="1">
            <a:off x="982563" y="3052767"/>
            <a:ext cx="2405274" cy="2610666"/>
          </a:xfrm>
          <a:prstGeom prst="rect">
            <a:avLst/>
          </a:prstGeom>
          <a:noFill/>
          <a:ln>
            <a:noFill/>
          </a:ln>
        </p:spPr>
      </p:pic>
      <p:pic>
        <p:nvPicPr>
          <p:cNvPr id="4141" name="Google Shape;4141;p136"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4142" name="Google Shape;4142;p136" title="BE-MVP-Icon-Spark_Redux_V3_RIGHT_yellow.png"/>
          <p:cNvPicPr preferRelativeResize="0"/>
          <p:nvPr/>
        </p:nvPicPr>
        <p:blipFill rotWithShape="1">
          <a:blip r:embed="rId7">
            <a:alphaModFix/>
          </a:blip>
          <a:srcRect l="17671" t="12399" r="9187" b="8324"/>
          <a:stretch/>
        </p:blipFill>
        <p:spPr>
          <a:xfrm rot="-9">
            <a:off x="1" y="6380114"/>
            <a:ext cx="1675026" cy="1937844"/>
          </a:xfrm>
          <a:prstGeom prst="rect">
            <a:avLst/>
          </a:prstGeom>
          <a:noFill/>
          <a:ln>
            <a:noFill/>
          </a:ln>
        </p:spPr>
      </p:pic>
      <p:pic>
        <p:nvPicPr>
          <p:cNvPr id="4143" name="Google Shape;4143;p136" title="BE-MVP-Icon-Spark_Redux_V3_RIGHT_yellow.png"/>
          <p:cNvPicPr preferRelativeResize="0"/>
          <p:nvPr/>
        </p:nvPicPr>
        <p:blipFill rotWithShape="1">
          <a:blip r:embed="rId7">
            <a:alphaModFix/>
          </a:blip>
          <a:srcRect l="3866" r="3875"/>
          <a:stretch/>
        </p:blipFill>
        <p:spPr>
          <a:xfrm rot="-23">
            <a:off x="3034519" y="2797750"/>
            <a:ext cx="339582" cy="392849"/>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35 Segue 5">
  <p:cSld name="TITLE_1_1_1_1_1_1_1_1_1_1_1_1_1_1_1_1_1_1_1_1_1_1_1_1_1_1_1_1_1_1_1_1_1_1_2_1_1_1">
    <p:bg>
      <p:bgPr>
        <a:gradFill>
          <a:gsLst>
            <a:gs pos="0">
              <a:srgbClr val="02A0FF"/>
            </a:gs>
            <a:gs pos="100000">
              <a:srgbClr val="066AFE"/>
            </a:gs>
          </a:gsLst>
          <a:lin ang="5400012" scaled="0"/>
        </a:gradFill>
        <a:effectLst/>
      </p:bgPr>
    </p:bg>
    <p:spTree>
      <p:nvGrpSpPr>
        <p:cNvPr id="1" name="Shape 4144"/>
        <p:cNvGrpSpPr/>
        <p:nvPr/>
      </p:nvGrpSpPr>
      <p:grpSpPr>
        <a:xfrm>
          <a:off x="0" y="0"/>
          <a:ext cx="0" cy="0"/>
          <a:chOff x="0" y="0"/>
          <a:chExt cx="0" cy="0"/>
        </a:xfrm>
      </p:grpSpPr>
      <p:sp>
        <p:nvSpPr>
          <p:cNvPr id="4145" name="Google Shape;4145;p137"/>
          <p:cNvSpPr txBox="1">
            <a:spLocks noGrp="1"/>
          </p:cNvSpPr>
          <p:nvPr>
            <p:ph type="title"/>
          </p:nvPr>
        </p:nvSpPr>
        <p:spPr>
          <a:xfrm>
            <a:off x="8001000" y="2002155"/>
            <a:ext cx="9429900" cy="50760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a:endParaRPr/>
          </a:p>
        </p:txBody>
      </p:sp>
      <p:sp>
        <p:nvSpPr>
          <p:cNvPr id="4146" name="Google Shape;4146;p137"/>
          <p:cNvSpPr txBox="1">
            <a:spLocks noGrp="1"/>
          </p:cNvSpPr>
          <p:nvPr>
            <p:ph type="subTitle" idx="1"/>
          </p:nvPr>
        </p:nvSpPr>
        <p:spPr>
          <a:xfrm>
            <a:off x="8001000" y="7368540"/>
            <a:ext cx="9429900" cy="18096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a:endParaRPr/>
          </a:p>
        </p:txBody>
      </p:sp>
      <p:pic>
        <p:nvPicPr>
          <p:cNvPr id="4147" name="Google Shape;4147;p137" title="Salesforce Cloud - Primary.png"/>
          <p:cNvPicPr preferRelativeResize="0"/>
          <p:nvPr/>
        </p:nvPicPr>
        <p:blipFill rotWithShape="1">
          <a:blip r:embed="rId2">
            <a:alphaModFix/>
          </a:blip>
          <a:srcRect t="130" b="120"/>
          <a:stretch/>
        </p:blipFill>
        <p:spPr>
          <a:xfrm>
            <a:off x="16550000" y="848191"/>
            <a:ext cx="953599" cy="667523"/>
          </a:xfrm>
          <a:prstGeom prst="rect">
            <a:avLst/>
          </a:prstGeom>
          <a:noFill/>
          <a:ln>
            <a:noFill/>
          </a:ln>
        </p:spPr>
      </p:pic>
      <p:sp>
        <p:nvSpPr>
          <p:cNvPr id="4148" name="Google Shape;4148;p137"/>
          <p:cNvSpPr/>
          <p:nvPr/>
        </p:nvSpPr>
        <p:spPr>
          <a:xfrm>
            <a:off x="868664" y="897539"/>
            <a:ext cx="6538428" cy="8477244"/>
          </a:xfrm>
          <a:custGeom>
            <a:avLst/>
            <a:gdLst/>
            <a:ahLst/>
            <a:cxnLst/>
            <a:rect l="l" t="t" r="r" b="b"/>
            <a:pathLst>
              <a:path w="21600" h="21600" extrusionOk="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a:solidFill>
                <a:srgbClr val="032D60"/>
              </a:solidFill>
            </a:endParaRPr>
          </a:p>
        </p:txBody>
      </p:sp>
      <p:sp>
        <p:nvSpPr>
          <p:cNvPr id="4149" name="Google Shape;4149;p137"/>
          <p:cNvSpPr/>
          <p:nvPr/>
        </p:nvSpPr>
        <p:spPr>
          <a:xfrm>
            <a:off x="1722794" y="4293920"/>
            <a:ext cx="2704800" cy="2704800"/>
          </a:xfrm>
          <a:prstGeom prst="roundRect">
            <a:avLst>
              <a:gd name="adj" fmla="val 988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0" name="Google Shape;4150;p137"/>
          <p:cNvSpPr/>
          <p:nvPr/>
        </p:nvSpPr>
        <p:spPr>
          <a:xfrm>
            <a:off x="4686089" y="5750894"/>
            <a:ext cx="1247700" cy="1247700"/>
          </a:xfrm>
          <a:prstGeom prst="roundRect">
            <a:avLst>
              <a:gd name="adj" fmla="val 2326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1" name="Google Shape;4151;p137"/>
          <p:cNvSpPr/>
          <p:nvPr/>
        </p:nvSpPr>
        <p:spPr>
          <a:xfrm>
            <a:off x="1722794" y="7255047"/>
            <a:ext cx="2704800" cy="435300"/>
          </a:xfrm>
          <a:prstGeom prst="roundRect">
            <a:avLst>
              <a:gd name="adj" fmla="val 50000"/>
            </a:avLst>
          </a:prstGeom>
          <a:solidFill>
            <a:srgbClr val="0250D9"/>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2" name="Google Shape;4152;p137"/>
          <p:cNvSpPr/>
          <p:nvPr/>
        </p:nvSpPr>
        <p:spPr>
          <a:xfrm>
            <a:off x="3080735" y="6093422"/>
            <a:ext cx="2451000" cy="597300"/>
          </a:xfrm>
          <a:prstGeom prst="roundRect">
            <a:avLst>
              <a:gd name="adj" fmla="val 34783"/>
            </a:avLst>
          </a:prstGeom>
          <a:gradFill>
            <a:gsLst>
              <a:gs pos="0">
                <a:srgbClr val="EAF5FE"/>
              </a:gs>
              <a:gs pos="30">
                <a:srgbClr val="EAF5FE">
                  <a:alpha val="45098"/>
                </a:srgbClr>
              </a:gs>
              <a:gs pos="100000">
                <a:srgbClr val="FFFEFE">
                  <a:alpha val="0"/>
                </a:srgbClr>
              </a:gs>
            </a:gsLst>
            <a:path path="circle">
              <a:fillToRect t="100000" r="100000"/>
            </a:path>
            <a:tileRect l="-100000" b="-100000"/>
          </a:gradFill>
          <a:ln w="9525" cap="flat" cmpd="sng">
            <a:solidFill>
              <a:srgbClr val="FFFEFE">
                <a:alpha val="6431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53" name="Google Shape;4153;p137"/>
          <p:cNvSpPr/>
          <p:nvPr/>
        </p:nvSpPr>
        <p:spPr>
          <a:xfrm>
            <a:off x="3080735" y="6094497"/>
            <a:ext cx="2451000" cy="597300"/>
          </a:xfrm>
          <a:prstGeom prst="roundRect">
            <a:avLst>
              <a:gd name="adj" fmla="val 36714"/>
            </a:avLst>
          </a:prstGeom>
          <a:solidFill>
            <a:srgbClr val="FFFEFE">
              <a:alpha val="4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32D60"/>
              </a:solidFill>
              <a:latin typeface="Arial"/>
              <a:ea typeface="Arial"/>
              <a:cs typeface="Arial"/>
              <a:sym typeface="Arial"/>
            </a:endParaRPr>
          </a:p>
        </p:txBody>
      </p:sp>
      <p:sp>
        <p:nvSpPr>
          <p:cNvPr id="4154" name="Google Shape;4154;p137"/>
          <p:cNvSpPr/>
          <p:nvPr/>
        </p:nvSpPr>
        <p:spPr>
          <a:xfrm>
            <a:off x="3216859" y="6195564"/>
            <a:ext cx="393000" cy="393000"/>
          </a:xfrm>
          <a:prstGeom prst="ellipse">
            <a:avLst/>
          </a:prstGeom>
          <a:solidFill>
            <a:srgbClr val="FFFEFE"/>
          </a:solidFill>
          <a:ln>
            <a:noFill/>
          </a:ln>
          <a:effectLst>
            <a:outerShdw blurRad="1295400" dist="981076" dir="7315135" rotWithShape="0">
              <a:srgbClr val="002775">
                <a:alpha val="3373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5" name="Google Shape;4155;p137"/>
          <p:cNvSpPr/>
          <p:nvPr/>
        </p:nvSpPr>
        <p:spPr>
          <a:xfrm rot="-5400000">
            <a:off x="3315082" y="6293784"/>
            <a:ext cx="196452" cy="196452"/>
          </a:xfrm>
          <a:custGeom>
            <a:avLst/>
            <a:gdLst/>
            <a:ahLst/>
            <a:cxnLst/>
            <a:rect l="l" t="t" r="r" b="b"/>
            <a:pathLst>
              <a:path w="21600" h="21600" extrusionOk="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3366"/>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6" name="Google Shape;4156;p137"/>
          <p:cNvSpPr/>
          <p:nvPr/>
        </p:nvSpPr>
        <p:spPr>
          <a:xfrm>
            <a:off x="3714957" y="6195564"/>
            <a:ext cx="1716900" cy="393000"/>
          </a:xfrm>
          <a:prstGeom prst="roundRect">
            <a:avLst>
              <a:gd name="adj" fmla="val 31267"/>
            </a:avLst>
          </a:prstGeom>
          <a:solidFill>
            <a:srgbClr val="FFFEFE"/>
          </a:solidFill>
          <a:ln>
            <a:noFill/>
          </a:ln>
          <a:effectLst>
            <a:outerShdw blurRad="457200" dist="342900" dir="3900000" rotWithShape="0">
              <a:srgbClr val="002775">
                <a:alpha val="40000"/>
              </a:srgbClr>
            </a:outerShdw>
          </a:effectLst>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7" name="Google Shape;4157;p137"/>
          <p:cNvSpPr/>
          <p:nvPr/>
        </p:nvSpPr>
        <p:spPr>
          <a:xfrm rot="-2700000">
            <a:off x="3416631" y="4470004"/>
            <a:ext cx="843156" cy="838210"/>
          </a:xfrm>
          <a:custGeom>
            <a:avLst/>
            <a:gdLst/>
            <a:ahLst/>
            <a:cxnLst/>
            <a:rect l="l" t="t" r="r" b="b"/>
            <a:pathLst>
              <a:path w="21272" h="21600" extrusionOk="0">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sp>
        <p:nvSpPr>
          <p:cNvPr id="4158" name="Google Shape;4158;p137"/>
          <p:cNvSpPr/>
          <p:nvPr/>
        </p:nvSpPr>
        <p:spPr>
          <a:xfrm>
            <a:off x="1798820" y="7322727"/>
            <a:ext cx="1335900" cy="300000"/>
          </a:xfrm>
          <a:prstGeom prst="roundRect">
            <a:avLst>
              <a:gd name="adj" fmla="val 50000"/>
            </a:avLst>
          </a:prstGeom>
          <a:solidFill>
            <a:srgbClr val="066AFE"/>
          </a:solidFill>
          <a:ln>
            <a:noFill/>
          </a:ln>
        </p:spPr>
        <p:txBody>
          <a:bodyPr spcFirstLastPara="1" wrap="square" lIns="16250" tIns="16250" rIns="16250" bIns="16250" anchor="ctr" anchorCtr="0">
            <a:noAutofit/>
          </a:bodyPr>
          <a:lstStyle/>
          <a:p>
            <a:pPr marL="0" marR="0" lvl="0" indent="0" algn="l" rtl="0">
              <a:lnSpc>
                <a:spcPct val="90000"/>
              </a:lnSpc>
              <a:spcBef>
                <a:spcPts val="0"/>
              </a:spcBef>
              <a:spcAft>
                <a:spcPts val="0"/>
              </a:spcAft>
              <a:buClr>
                <a:srgbClr val="002775"/>
              </a:buClr>
              <a:buSzPts val="2800"/>
              <a:buFont typeface="Questrial"/>
              <a:buNone/>
            </a:pPr>
            <a:endParaRPr sz="2800" b="0" i="0" u="none" strike="noStrike" cap="none">
              <a:solidFill>
                <a:srgbClr val="032D60"/>
              </a:solidFill>
              <a:latin typeface="Arial"/>
              <a:ea typeface="Arial"/>
              <a:cs typeface="Arial"/>
              <a:sym typeface="Arial"/>
            </a:endParaRPr>
          </a:p>
        </p:txBody>
      </p:sp>
      <p:pic>
        <p:nvPicPr>
          <p:cNvPr id="4159" name="Google Shape;4159;p137" descr="Blue_single_sparkle.png"/>
          <p:cNvPicPr preferRelativeResize="0"/>
          <p:nvPr/>
        </p:nvPicPr>
        <p:blipFill rotWithShape="1">
          <a:blip r:embed="rId3">
            <a:alphaModFix/>
          </a:blip>
          <a:srcRect/>
          <a:stretch/>
        </p:blipFill>
        <p:spPr>
          <a:xfrm>
            <a:off x="3461327" y="2946149"/>
            <a:ext cx="588381" cy="597300"/>
          </a:xfrm>
          <a:prstGeom prst="rect">
            <a:avLst/>
          </a:prstGeom>
          <a:noFill/>
          <a:ln>
            <a:noFill/>
          </a:ln>
        </p:spPr>
      </p:pic>
      <p:pic>
        <p:nvPicPr>
          <p:cNvPr id="4160" name="Google Shape;4160;p137" descr="Blue_single_sparkle.png"/>
          <p:cNvPicPr preferRelativeResize="0"/>
          <p:nvPr/>
        </p:nvPicPr>
        <p:blipFill rotWithShape="1">
          <a:blip r:embed="rId3">
            <a:alphaModFix/>
          </a:blip>
          <a:srcRect/>
          <a:stretch/>
        </p:blipFill>
        <p:spPr>
          <a:xfrm>
            <a:off x="2060343" y="6548591"/>
            <a:ext cx="295517" cy="300001"/>
          </a:xfrm>
          <a:prstGeom prst="rect">
            <a:avLst/>
          </a:prstGeom>
          <a:noFill/>
          <a:ln>
            <a:noFill/>
          </a:ln>
        </p:spPr>
      </p:pic>
      <p:sp>
        <p:nvSpPr>
          <p:cNvPr id="4161" name="Google Shape;4161;p137"/>
          <p:cNvSpPr/>
          <p:nvPr/>
        </p:nvSpPr>
        <p:spPr>
          <a:xfrm>
            <a:off x="1626825" y="3921950"/>
            <a:ext cx="1510500" cy="1510500"/>
          </a:xfrm>
          <a:prstGeom prst="ellipse">
            <a:avLst/>
          </a:prstGeom>
          <a:solidFill>
            <a:srgbClr val="FFFEFE"/>
          </a:solidFill>
          <a:ln>
            <a:noFill/>
          </a:ln>
          <a:effectLst>
            <a:outerShdw blurRad="457200" dist="523875" dir="3900000" rotWithShape="0">
              <a:srgbClr val="002775">
                <a:alpha val="75000"/>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None/>
            </a:pPr>
            <a:endParaRPr sz="2800">
              <a:solidFill>
                <a:srgbClr val="032D60"/>
              </a:solidFill>
            </a:endParaRPr>
          </a:p>
        </p:txBody>
      </p:sp>
      <p:pic>
        <p:nvPicPr>
          <p:cNvPr id="4162" name="Google Shape;4162;p137" title="Astro_sunglasses.png"/>
          <p:cNvPicPr preferRelativeResize="0"/>
          <p:nvPr/>
        </p:nvPicPr>
        <p:blipFill>
          <a:blip r:embed="rId4">
            <a:alphaModFix/>
          </a:blip>
          <a:stretch>
            <a:fillRect/>
          </a:stretch>
        </p:blipFill>
        <p:spPr>
          <a:xfrm rot="-536085" flipH="1">
            <a:off x="982563" y="3052767"/>
            <a:ext cx="2405274" cy="2610666"/>
          </a:xfrm>
          <a:prstGeom prst="rect">
            <a:avLst/>
          </a:prstGeom>
          <a:noFill/>
          <a:ln>
            <a:noFill/>
          </a:ln>
        </p:spPr>
      </p:pic>
      <p:pic>
        <p:nvPicPr>
          <p:cNvPr id="4163" name="Google Shape;4163;p137"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4164" name="Google Shape;4164;p137" title="BE-MVP-Icon-Spark_Redux_V3_RIGHT_yellow.png"/>
          <p:cNvPicPr preferRelativeResize="0"/>
          <p:nvPr/>
        </p:nvPicPr>
        <p:blipFill rotWithShape="1">
          <a:blip r:embed="rId6">
            <a:alphaModFix/>
          </a:blip>
          <a:srcRect l="17671" t="12399" r="9187" b="8324"/>
          <a:stretch/>
        </p:blipFill>
        <p:spPr>
          <a:xfrm rot="-9">
            <a:off x="1" y="6380114"/>
            <a:ext cx="1675026" cy="1937844"/>
          </a:xfrm>
          <a:prstGeom prst="rect">
            <a:avLst/>
          </a:prstGeom>
          <a:noFill/>
          <a:ln>
            <a:noFill/>
          </a:ln>
        </p:spPr>
      </p:pic>
      <p:pic>
        <p:nvPicPr>
          <p:cNvPr id="4165" name="Google Shape;4165;p137" title="BE-MVP-Icon-Spark_Redux_V3_RIGHT_yellow.png"/>
          <p:cNvPicPr preferRelativeResize="0"/>
          <p:nvPr/>
        </p:nvPicPr>
        <p:blipFill rotWithShape="1">
          <a:blip r:embed="rId6">
            <a:alphaModFix/>
          </a:blip>
          <a:srcRect l="3866" r="3875"/>
          <a:stretch/>
        </p:blipFill>
        <p:spPr>
          <a:xfrm rot="-23">
            <a:off x="3034519" y="2797750"/>
            <a:ext cx="339582" cy="39284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39 Product feature 3">
  <p:cSld name="TITLE_1_1_1_1_1_1_1_1_1_1_1_1_1_1_1_1_1_1_1_1_1_1_1_1_1_1_1_1_1_1_1_1_1_1_1_1_1_1">
    <p:bg>
      <p:bgPr>
        <a:solidFill>
          <a:schemeClr val="accent6"/>
        </a:solidFill>
        <a:effectLst/>
      </p:bgPr>
    </p:bg>
    <p:spTree>
      <p:nvGrpSpPr>
        <p:cNvPr id="1" name="Shape 4166"/>
        <p:cNvGrpSpPr/>
        <p:nvPr/>
      </p:nvGrpSpPr>
      <p:grpSpPr>
        <a:xfrm>
          <a:off x="0" y="0"/>
          <a:ext cx="0" cy="0"/>
          <a:chOff x="0" y="0"/>
          <a:chExt cx="0" cy="0"/>
        </a:xfrm>
      </p:grpSpPr>
      <p:sp>
        <p:nvSpPr>
          <p:cNvPr id="4167" name="Google Shape;4167;p138"/>
          <p:cNvSpPr txBox="1">
            <a:spLocks noGrp="1"/>
          </p:cNvSpPr>
          <p:nvPr>
            <p:ph type="title"/>
          </p:nvPr>
        </p:nvSpPr>
        <p:spPr>
          <a:xfrm>
            <a:off x="857250" y="838200"/>
            <a:ext cx="7715100" cy="16308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168" name="Google Shape;4168;p138"/>
          <p:cNvSpPr txBox="1">
            <a:spLocks noGrp="1"/>
          </p:cNvSpPr>
          <p:nvPr>
            <p:ph type="subTitle" idx="1"/>
          </p:nvPr>
        </p:nvSpPr>
        <p:spPr>
          <a:xfrm>
            <a:off x="857250" y="2468880"/>
            <a:ext cx="77151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4169" name="Google Shape;4169;p13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40 Photo - Three up">
  <p:cSld name="TITLE_1_1_1_1_1_1_1_1_1_1_1_1_1_1_1_1_1_1_1_1_1_1_1_1_1_1_1_1_1_1_1_1_1_1_1_1_1_1_1">
    <p:bg>
      <p:bgPr>
        <a:solidFill>
          <a:schemeClr val="accent6"/>
        </a:solidFill>
        <a:effectLst/>
      </p:bgPr>
    </p:bg>
    <p:spTree>
      <p:nvGrpSpPr>
        <p:cNvPr id="1" name="Shape 4170"/>
        <p:cNvGrpSpPr/>
        <p:nvPr/>
      </p:nvGrpSpPr>
      <p:grpSpPr>
        <a:xfrm>
          <a:off x="0" y="0"/>
          <a:ext cx="0" cy="0"/>
          <a:chOff x="0" y="0"/>
          <a:chExt cx="0" cy="0"/>
        </a:xfrm>
      </p:grpSpPr>
      <p:sp>
        <p:nvSpPr>
          <p:cNvPr id="4171" name="Google Shape;4171;p139"/>
          <p:cNvSpPr/>
          <p:nvPr/>
        </p:nvSpPr>
        <p:spPr>
          <a:xfrm>
            <a:off x="1133756"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72" name="Google Shape;4172;p139"/>
          <p:cNvSpPr/>
          <p:nvPr/>
        </p:nvSpPr>
        <p:spPr>
          <a:xfrm>
            <a:off x="12713575"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73" name="Google Shape;4173;p139"/>
          <p:cNvSpPr/>
          <p:nvPr/>
        </p:nvSpPr>
        <p:spPr>
          <a:xfrm>
            <a:off x="6923729" y="2891100"/>
            <a:ext cx="4442100" cy="4442100"/>
          </a:xfrm>
          <a:prstGeom prst="ellipse">
            <a:avLst/>
          </a:prstGeom>
          <a:solidFill>
            <a:srgbClr val="45C65A"/>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74" name="Google Shape;4174;p139"/>
          <p:cNvSpPr>
            <a:spLocks noGrp="1"/>
          </p:cNvSpPr>
          <p:nvPr>
            <p:ph type="pic" idx="2"/>
          </p:nvPr>
        </p:nvSpPr>
        <p:spPr>
          <a:xfrm>
            <a:off x="1132522" y="2890962"/>
            <a:ext cx="4442400" cy="4442400"/>
          </a:xfrm>
          <a:prstGeom prst="ellipse">
            <a:avLst/>
          </a:prstGeom>
          <a:noFill/>
          <a:ln>
            <a:noFill/>
          </a:ln>
        </p:spPr>
      </p:sp>
      <p:sp>
        <p:nvSpPr>
          <p:cNvPr id="4175" name="Google Shape;4175;p139"/>
          <p:cNvSpPr>
            <a:spLocks noGrp="1"/>
          </p:cNvSpPr>
          <p:nvPr>
            <p:ph type="pic" idx="3"/>
          </p:nvPr>
        </p:nvSpPr>
        <p:spPr>
          <a:xfrm>
            <a:off x="6922770" y="2890962"/>
            <a:ext cx="4442400" cy="4442400"/>
          </a:xfrm>
          <a:prstGeom prst="ellipse">
            <a:avLst/>
          </a:prstGeom>
          <a:noFill/>
          <a:ln>
            <a:noFill/>
          </a:ln>
        </p:spPr>
      </p:sp>
      <p:sp>
        <p:nvSpPr>
          <p:cNvPr id="4176" name="Google Shape;4176;p139"/>
          <p:cNvSpPr>
            <a:spLocks noGrp="1"/>
          </p:cNvSpPr>
          <p:nvPr>
            <p:ph type="pic" idx="4"/>
          </p:nvPr>
        </p:nvSpPr>
        <p:spPr>
          <a:xfrm>
            <a:off x="12713017" y="2890962"/>
            <a:ext cx="4442400" cy="4442400"/>
          </a:xfrm>
          <a:prstGeom prst="ellipse">
            <a:avLst/>
          </a:prstGeom>
          <a:noFill/>
          <a:ln>
            <a:noFill/>
          </a:ln>
        </p:spPr>
      </p:sp>
      <p:sp>
        <p:nvSpPr>
          <p:cNvPr id="4177" name="Google Shape;4177;p139"/>
          <p:cNvSpPr txBox="1">
            <a:spLocks noGrp="1"/>
          </p:cNvSpPr>
          <p:nvPr>
            <p:ph type="body" idx="1"/>
          </p:nvPr>
        </p:nvSpPr>
        <p:spPr>
          <a:xfrm>
            <a:off x="6526530"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178" name="Google Shape;4178;p139"/>
          <p:cNvSpPr txBox="1">
            <a:spLocks noGrp="1"/>
          </p:cNvSpPr>
          <p:nvPr>
            <p:ph type="body" idx="5"/>
          </p:nvPr>
        </p:nvSpPr>
        <p:spPr>
          <a:xfrm>
            <a:off x="736282"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179" name="Google Shape;4179;p139"/>
          <p:cNvSpPr txBox="1">
            <a:spLocks noGrp="1"/>
          </p:cNvSpPr>
          <p:nvPr>
            <p:ph type="body" idx="6"/>
          </p:nvPr>
        </p:nvSpPr>
        <p:spPr>
          <a:xfrm>
            <a:off x="12316778" y="7849677"/>
            <a:ext cx="5235000" cy="8058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4180" name="Google Shape;4180;p13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181" name="Google Shape;4181;p139"/>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182" name="Google Shape;4182;p139"/>
          <p:cNvSpPr txBox="1">
            <a:spLocks noGrp="1"/>
          </p:cNvSpPr>
          <p:nvPr>
            <p:ph type="subTitle" idx="7"/>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4183" name="Google Shape;4183;p139"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4184" name="Google Shape;4184;p139"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4185" name="Google Shape;4185;p139"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4186" name="Google Shape;4186;p139"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4187" name="Google Shape;4187;p139"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4188" name="Google Shape;4188;p139"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41 Photo - Four up">
  <p:cSld name="TITLE_1_1_1_1_1_1_1_1_1_1_1_1_1_1_1_1_1_1_1_1_1_1_1_1_1_1_1_1_1_1_1_1_1_1_1_1_1_1_1_1">
    <p:bg>
      <p:bgPr>
        <a:solidFill>
          <a:schemeClr val="accent6"/>
        </a:solidFill>
        <a:effectLst/>
      </p:bgPr>
    </p:bg>
    <p:spTree>
      <p:nvGrpSpPr>
        <p:cNvPr id="1" name="Shape 4189"/>
        <p:cNvGrpSpPr/>
        <p:nvPr/>
      </p:nvGrpSpPr>
      <p:grpSpPr>
        <a:xfrm>
          <a:off x="0" y="0"/>
          <a:ext cx="0" cy="0"/>
          <a:chOff x="0" y="0"/>
          <a:chExt cx="0" cy="0"/>
        </a:xfrm>
      </p:grpSpPr>
      <p:sp>
        <p:nvSpPr>
          <p:cNvPr id="4190" name="Google Shape;4190;p140"/>
          <p:cNvSpPr/>
          <p:nvPr/>
        </p:nvSpPr>
        <p:spPr>
          <a:xfrm>
            <a:off x="9438323"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91" name="Google Shape;4191;p140"/>
          <p:cNvSpPr/>
          <p:nvPr/>
        </p:nvSpPr>
        <p:spPr>
          <a:xfrm>
            <a:off x="5135880"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92" name="Google Shape;4192;p140"/>
          <p:cNvSpPr/>
          <p:nvPr/>
        </p:nvSpPr>
        <p:spPr>
          <a:xfrm>
            <a:off x="13726478" y="3332187"/>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93" name="Google Shape;4193;p140"/>
          <p:cNvSpPr/>
          <p:nvPr/>
        </p:nvSpPr>
        <p:spPr>
          <a:xfrm>
            <a:off x="860310" y="3332529"/>
            <a:ext cx="3712800" cy="3712800"/>
          </a:xfrm>
          <a:prstGeom prst="ellipse">
            <a:avLst/>
          </a:prstGeom>
          <a:solidFill>
            <a:srgbClr val="1AB9FF"/>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194" name="Google Shape;4194;p140"/>
          <p:cNvSpPr>
            <a:spLocks noGrp="1"/>
          </p:cNvSpPr>
          <p:nvPr>
            <p:ph type="pic" idx="2"/>
          </p:nvPr>
        </p:nvSpPr>
        <p:spPr>
          <a:xfrm>
            <a:off x="860108" y="3332187"/>
            <a:ext cx="3712800" cy="3712800"/>
          </a:xfrm>
          <a:prstGeom prst="ellipse">
            <a:avLst/>
          </a:prstGeom>
          <a:noFill/>
          <a:ln>
            <a:noFill/>
          </a:ln>
        </p:spPr>
      </p:sp>
      <p:sp>
        <p:nvSpPr>
          <p:cNvPr id="4195" name="Google Shape;4195;p140"/>
          <p:cNvSpPr>
            <a:spLocks noGrp="1"/>
          </p:cNvSpPr>
          <p:nvPr>
            <p:ph type="pic" idx="3"/>
          </p:nvPr>
        </p:nvSpPr>
        <p:spPr>
          <a:xfrm>
            <a:off x="5136833" y="3332187"/>
            <a:ext cx="3712800" cy="3712800"/>
          </a:xfrm>
          <a:prstGeom prst="ellipse">
            <a:avLst/>
          </a:prstGeom>
          <a:noFill/>
          <a:ln>
            <a:noFill/>
          </a:ln>
        </p:spPr>
      </p:sp>
      <p:sp>
        <p:nvSpPr>
          <p:cNvPr id="4196" name="Google Shape;4196;p140"/>
          <p:cNvSpPr>
            <a:spLocks noGrp="1"/>
          </p:cNvSpPr>
          <p:nvPr>
            <p:ph type="pic" idx="4"/>
          </p:nvPr>
        </p:nvSpPr>
        <p:spPr>
          <a:xfrm>
            <a:off x="9438323" y="3332187"/>
            <a:ext cx="3712800" cy="3712800"/>
          </a:xfrm>
          <a:prstGeom prst="ellipse">
            <a:avLst/>
          </a:prstGeom>
          <a:noFill/>
          <a:ln>
            <a:noFill/>
          </a:ln>
        </p:spPr>
      </p:sp>
      <p:sp>
        <p:nvSpPr>
          <p:cNvPr id="4197" name="Google Shape;4197;p140"/>
          <p:cNvSpPr>
            <a:spLocks noGrp="1"/>
          </p:cNvSpPr>
          <p:nvPr>
            <p:ph type="pic" idx="5"/>
          </p:nvPr>
        </p:nvSpPr>
        <p:spPr>
          <a:xfrm>
            <a:off x="13726478" y="3332187"/>
            <a:ext cx="3712800" cy="3712800"/>
          </a:xfrm>
          <a:prstGeom prst="ellipse">
            <a:avLst/>
          </a:prstGeom>
          <a:noFill/>
          <a:ln>
            <a:noFill/>
          </a:ln>
        </p:spPr>
      </p:sp>
      <p:sp>
        <p:nvSpPr>
          <p:cNvPr id="4198" name="Google Shape;4198;p140"/>
          <p:cNvSpPr txBox="1">
            <a:spLocks noGrp="1"/>
          </p:cNvSpPr>
          <p:nvPr>
            <p:ph type="body" idx="1"/>
          </p:nvPr>
        </p:nvSpPr>
        <p:spPr>
          <a:xfrm>
            <a:off x="860100" y="7578168"/>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199" name="Google Shape;4199;p140"/>
          <p:cNvSpPr txBox="1">
            <a:spLocks noGrp="1"/>
          </p:cNvSpPr>
          <p:nvPr>
            <p:ph type="body" idx="6"/>
          </p:nvPr>
        </p:nvSpPr>
        <p:spPr>
          <a:xfrm>
            <a:off x="5135880"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00" name="Google Shape;4200;p140"/>
          <p:cNvSpPr txBox="1">
            <a:spLocks noGrp="1"/>
          </p:cNvSpPr>
          <p:nvPr>
            <p:ph type="body" idx="7"/>
          </p:nvPr>
        </p:nvSpPr>
        <p:spPr>
          <a:xfrm>
            <a:off x="9437370"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01" name="Google Shape;4201;p140"/>
          <p:cNvSpPr txBox="1">
            <a:spLocks noGrp="1"/>
          </p:cNvSpPr>
          <p:nvPr>
            <p:ph type="body" idx="8"/>
          </p:nvPr>
        </p:nvSpPr>
        <p:spPr>
          <a:xfrm>
            <a:off x="13725525" y="7578182"/>
            <a:ext cx="3711900" cy="762000"/>
          </a:xfrm>
          <a:prstGeom prst="rect">
            <a:avLst/>
          </a:prstGeom>
        </p:spPr>
        <p:txBody>
          <a:bodyPr spcFirstLastPara="1" wrap="square" lIns="0" tIns="0" rIns="0" bIns="0" anchor="t" anchorCtr="0">
            <a:noAutofit/>
          </a:bodyPr>
          <a:lstStyle>
            <a:lvl1pPr marL="457200" lvl="0" indent="-4191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4202" name="Google Shape;4202;p14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03" name="Google Shape;4203;p140" descr="Blue_single_sparkle.png"/>
          <p:cNvPicPr preferRelativeResize="0"/>
          <p:nvPr/>
        </p:nvPicPr>
        <p:blipFill rotWithShape="1">
          <a:blip r:embed="rId3">
            <a:alphaModFix/>
          </a:blip>
          <a:srcRect/>
          <a:stretch/>
        </p:blipFill>
        <p:spPr>
          <a:xfrm rot="-3849352">
            <a:off x="3063532" y="2801694"/>
            <a:ext cx="506675" cy="514351"/>
          </a:xfrm>
          <a:prstGeom prst="rect">
            <a:avLst/>
          </a:prstGeom>
          <a:noFill/>
          <a:ln>
            <a:noFill/>
          </a:ln>
        </p:spPr>
      </p:pic>
      <p:pic>
        <p:nvPicPr>
          <p:cNvPr id="4204" name="Google Shape;4204;p140" descr="Blue_single_sparkle.png"/>
          <p:cNvPicPr preferRelativeResize="0"/>
          <p:nvPr/>
        </p:nvPicPr>
        <p:blipFill rotWithShape="1">
          <a:blip r:embed="rId3">
            <a:alphaModFix/>
          </a:blip>
          <a:srcRect/>
          <a:stretch/>
        </p:blipFill>
        <p:spPr>
          <a:xfrm>
            <a:off x="4011106" y="3446653"/>
            <a:ext cx="291386" cy="295801"/>
          </a:xfrm>
          <a:prstGeom prst="rect">
            <a:avLst/>
          </a:prstGeom>
          <a:noFill/>
          <a:ln>
            <a:noFill/>
          </a:ln>
        </p:spPr>
      </p:pic>
      <p:pic>
        <p:nvPicPr>
          <p:cNvPr id="4205" name="Google Shape;4205;p140" descr="Blue_single_sparkle.png"/>
          <p:cNvPicPr preferRelativeResize="0"/>
          <p:nvPr/>
        </p:nvPicPr>
        <p:blipFill rotWithShape="1">
          <a:blip r:embed="rId3">
            <a:alphaModFix/>
          </a:blip>
          <a:srcRect/>
          <a:stretch/>
        </p:blipFill>
        <p:spPr>
          <a:xfrm>
            <a:off x="12066344" y="3082713"/>
            <a:ext cx="291386" cy="295801"/>
          </a:xfrm>
          <a:prstGeom prst="rect">
            <a:avLst/>
          </a:prstGeom>
          <a:noFill/>
          <a:ln>
            <a:noFill/>
          </a:ln>
        </p:spPr>
      </p:pic>
      <p:pic>
        <p:nvPicPr>
          <p:cNvPr id="4206" name="Google Shape;4206;p140" descr="Blue_single_sparkle.png"/>
          <p:cNvPicPr preferRelativeResize="0"/>
          <p:nvPr/>
        </p:nvPicPr>
        <p:blipFill rotWithShape="1">
          <a:blip r:embed="rId3">
            <a:alphaModFix/>
          </a:blip>
          <a:srcRect/>
          <a:stretch/>
        </p:blipFill>
        <p:spPr>
          <a:xfrm>
            <a:off x="13850154" y="2963842"/>
            <a:ext cx="656940" cy="666893"/>
          </a:xfrm>
          <a:prstGeom prst="rect">
            <a:avLst/>
          </a:prstGeom>
          <a:noFill/>
          <a:ln>
            <a:noFill/>
          </a:ln>
        </p:spPr>
      </p:pic>
      <p:pic>
        <p:nvPicPr>
          <p:cNvPr id="4207" name="Google Shape;4207;p140" descr="Blue_single_sparkle.png"/>
          <p:cNvPicPr preferRelativeResize="0"/>
          <p:nvPr/>
        </p:nvPicPr>
        <p:blipFill rotWithShape="1">
          <a:blip r:embed="rId3">
            <a:alphaModFix/>
          </a:blip>
          <a:srcRect/>
          <a:stretch/>
        </p:blipFill>
        <p:spPr>
          <a:xfrm>
            <a:off x="6828458" y="2894305"/>
            <a:ext cx="291386" cy="295801"/>
          </a:xfrm>
          <a:prstGeom prst="rect">
            <a:avLst/>
          </a:prstGeom>
          <a:noFill/>
          <a:ln>
            <a:noFill/>
          </a:ln>
        </p:spPr>
      </p:pic>
      <p:pic>
        <p:nvPicPr>
          <p:cNvPr id="4208" name="Google Shape;4208;p140" descr="Blue_single_sparkle.png"/>
          <p:cNvPicPr preferRelativeResize="0"/>
          <p:nvPr/>
        </p:nvPicPr>
        <p:blipFill rotWithShape="1">
          <a:blip r:embed="rId3">
            <a:alphaModFix/>
          </a:blip>
          <a:srcRect/>
          <a:stretch/>
        </p:blipFill>
        <p:spPr>
          <a:xfrm>
            <a:off x="16762169" y="6870146"/>
            <a:ext cx="291386" cy="295801"/>
          </a:xfrm>
          <a:prstGeom prst="rect">
            <a:avLst/>
          </a:prstGeom>
          <a:noFill/>
          <a:ln>
            <a:noFill/>
          </a:ln>
        </p:spPr>
      </p:pic>
      <p:pic>
        <p:nvPicPr>
          <p:cNvPr id="4209" name="Google Shape;4209;p140" descr="Blue_single_sparkle.png"/>
          <p:cNvPicPr preferRelativeResize="0"/>
          <p:nvPr/>
        </p:nvPicPr>
        <p:blipFill rotWithShape="1">
          <a:blip r:embed="rId3">
            <a:alphaModFix/>
          </a:blip>
          <a:srcRect/>
          <a:stretch/>
        </p:blipFill>
        <p:spPr>
          <a:xfrm>
            <a:off x="1112594" y="6599530"/>
            <a:ext cx="291386" cy="295801"/>
          </a:xfrm>
          <a:prstGeom prst="rect">
            <a:avLst/>
          </a:prstGeom>
          <a:noFill/>
          <a:ln>
            <a:noFill/>
          </a:ln>
        </p:spPr>
      </p:pic>
      <p:pic>
        <p:nvPicPr>
          <p:cNvPr id="4210" name="Google Shape;4210;p140" descr="Blue_single_sparkle.png"/>
          <p:cNvPicPr preferRelativeResize="0"/>
          <p:nvPr/>
        </p:nvPicPr>
        <p:blipFill rotWithShape="1">
          <a:blip r:embed="rId3">
            <a:alphaModFix/>
          </a:blip>
          <a:srcRect/>
          <a:stretch/>
        </p:blipFill>
        <p:spPr>
          <a:xfrm>
            <a:off x="12798875" y="6259922"/>
            <a:ext cx="527289" cy="535279"/>
          </a:xfrm>
          <a:prstGeom prst="rect">
            <a:avLst/>
          </a:prstGeom>
          <a:noFill/>
          <a:ln>
            <a:noFill/>
          </a:ln>
        </p:spPr>
      </p:pic>
      <p:pic>
        <p:nvPicPr>
          <p:cNvPr id="4211" name="Google Shape;4211;p140" descr="Blue_single_sparkle.png"/>
          <p:cNvPicPr preferRelativeResize="0"/>
          <p:nvPr/>
        </p:nvPicPr>
        <p:blipFill rotWithShape="1">
          <a:blip r:embed="rId3">
            <a:alphaModFix/>
          </a:blip>
          <a:srcRect/>
          <a:stretch/>
        </p:blipFill>
        <p:spPr>
          <a:xfrm>
            <a:off x="4489508" y="6163488"/>
            <a:ext cx="291386" cy="295801"/>
          </a:xfrm>
          <a:prstGeom prst="rect">
            <a:avLst/>
          </a:prstGeom>
          <a:noFill/>
          <a:ln>
            <a:noFill/>
          </a:ln>
        </p:spPr>
      </p:pic>
      <p:sp>
        <p:nvSpPr>
          <p:cNvPr id="4212" name="Google Shape;4212;p140"/>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213" name="Google Shape;4213;p140"/>
          <p:cNvSpPr txBox="1">
            <a:spLocks noGrp="1"/>
          </p:cNvSpPr>
          <p:nvPr>
            <p:ph type="subTitle" idx="9"/>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42 Photo - Five up">
  <p:cSld name="TITLE_1_1_1_1_1_1_1_1_1_1_1_1_1_1_1_1_1_1_1_1_1_1_1_1_1_1_1_1_1_1_1_1_1_1_1_1_1_1_1_1_1">
    <p:bg>
      <p:bgPr>
        <a:solidFill>
          <a:schemeClr val="accent6"/>
        </a:solidFill>
        <a:effectLst/>
      </p:bgPr>
    </p:bg>
    <p:spTree>
      <p:nvGrpSpPr>
        <p:cNvPr id="1" name="Shape 4214"/>
        <p:cNvGrpSpPr/>
        <p:nvPr/>
      </p:nvGrpSpPr>
      <p:grpSpPr>
        <a:xfrm>
          <a:off x="0" y="0"/>
          <a:ext cx="0" cy="0"/>
          <a:chOff x="0" y="0"/>
          <a:chExt cx="0" cy="0"/>
        </a:xfrm>
      </p:grpSpPr>
      <p:sp>
        <p:nvSpPr>
          <p:cNvPr id="4215" name="Google Shape;4215;p141"/>
          <p:cNvSpPr/>
          <p:nvPr/>
        </p:nvSpPr>
        <p:spPr>
          <a:xfrm>
            <a:off x="860310"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16" name="Google Shape;4216;p141"/>
          <p:cNvSpPr/>
          <p:nvPr/>
        </p:nvSpPr>
        <p:spPr>
          <a:xfrm>
            <a:off x="7732061"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17" name="Google Shape;4217;p141"/>
          <p:cNvSpPr/>
          <p:nvPr/>
        </p:nvSpPr>
        <p:spPr>
          <a:xfrm>
            <a:off x="4296185"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18" name="Google Shape;4218;p141"/>
          <p:cNvSpPr/>
          <p:nvPr/>
        </p:nvSpPr>
        <p:spPr>
          <a:xfrm>
            <a:off x="11167937"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19" name="Google Shape;4219;p141"/>
          <p:cNvSpPr/>
          <p:nvPr/>
        </p:nvSpPr>
        <p:spPr>
          <a:xfrm>
            <a:off x="14603813" y="4125999"/>
            <a:ext cx="2857500" cy="2857500"/>
          </a:xfrm>
          <a:prstGeom prst="ellipse">
            <a:avLst/>
          </a:prstGeom>
          <a:solidFill>
            <a:srgbClr val="7F8CED"/>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20" name="Google Shape;4220;p141"/>
          <p:cNvSpPr>
            <a:spLocks noGrp="1"/>
          </p:cNvSpPr>
          <p:nvPr>
            <p:ph type="pic" idx="2"/>
          </p:nvPr>
        </p:nvSpPr>
        <p:spPr>
          <a:xfrm>
            <a:off x="859508" y="4125844"/>
            <a:ext cx="2857500" cy="2857500"/>
          </a:xfrm>
          <a:prstGeom prst="ellipse">
            <a:avLst/>
          </a:prstGeom>
          <a:noFill/>
          <a:ln>
            <a:noFill/>
          </a:ln>
        </p:spPr>
      </p:sp>
      <p:sp>
        <p:nvSpPr>
          <p:cNvPr id="4221" name="Google Shape;4221;p141"/>
          <p:cNvSpPr>
            <a:spLocks noGrp="1"/>
          </p:cNvSpPr>
          <p:nvPr>
            <p:ph type="pic" idx="3"/>
          </p:nvPr>
        </p:nvSpPr>
        <p:spPr>
          <a:xfrm>
            <a:off x="4295775" y="4125844"/>
            <a:ext cx="2857500" cy="2857500"/>
          </a:xfrm>
          <a:prstGeom prst="ellipse">
            <a:avLst/>
          </a:prstGeom>
          <a:noFill/>
          <a:ln>
            <a:noFill/>
          </a:ln>
        </p:spPr>
      </p:sp>
      <p:sp>
        <p:nvSpPr>
          <p:cNvPr id="4222" name="Google Shape;4222;p141"/>
          <p:cNvSpPr>
            <a:spLocks noGrp="1"/>
          </p:cNvSpPr>
          <p:nvPr>
            <p:ph type="pic" idx="4"/>
          </p:nvPr>
        </p:nvSpPr>
        <p:spPr>
          <a:xfrm>
            <a:off x="7732395" y="4125844"/>
            <a:ext cx="2857500" cy="2857500"/>
          </a:xfrm>
          <a:prstGeom prst="ellipse">
            <a:avLst/>
          </a:prstGeom>
          <a:noFill/>
          <a:ln>
            <a:noFill/>
          </a:ln>
        </p:spPr>
      </p:sp>
      <p:sp>
        <p:nvSpPr>
          <p:cNvPr id="4223" name="Google Shape;4223;p141"/>
          <p:cNvSpPr>
            <a:spLocks noGrp="1"/>
          </p:cNvSpPr>
          <p:nvPr>
            <p:ph type="pic" idx="5"/>
          </p:nvPr>
        </p:nvSpPr>
        <p:spPr>
          <a:xfrm>
            <a:off x="11168063" y="4125844"/>
            <a:ext cx="2857500" cy="2857500"/>
          </a:xfrm>
          <a:prstGeom prst="ellipse">
            <a:avLst/>
          </a:prstGeom>
          <a:noFill/>
          <a:ln>
            <a:noFill/>
          </a:ln>
        </p:spPr>
      </p:sp>
      <p:sp>
        <p:nvSpPr>
          <p:cNvPr id="4224" name="Google Shape;4224;p141"/>
          <p:cNvSpPr>
            <a:spLocks noGrp="1"/>
          </p:cNvSpPr>
          <p:nvPr>
            <p:ph type="pic" idx="6"/>
          </p:nvPr>
        </p:nvSpPr>
        <p:spPr>
          <a:xfrm>
            <a:off x="14603730" y="4125844"/>
            <a:ext cx="2857500" cy="2857500"/>
          </a:xfrm>
          <a:prstGeom prst="ellipse">
            <a:avLst/>
          </a:prstGeom>
          <a:noFill/>
          <a:ln>
            <a:noFill/>
          </a:ln>
        </p:spPr>
      </p:sp>
      <p:sp>
        <p:nvSpPr>
          <p:cNvPr id="4225" name="Google Shape;4225;p141"/>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226" name="Google Shape;4226;p141"/>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4227" name="Google Shape;4227;p141"/>
          <p:cNvSpPr txBox="1">
            <a:spLocks noGrp="1"/>
          </p:cNvSpPr>
          <p:nvPr>
            <p:ph type="body" idx="7"/>
          </p:nvPr>
        </p:nvSpPr>
        <p:spPr>
          <a:xfrm>
            <a:off x="940117"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28" name="Google Shape;4228;p141"/>
          <p:cNvSpPr txBox="1">
            <a:spLocks noGrp="1"/>
          </p:cNvSpPr>
          <p:nvPr>
            <p:ph type="body" idx="8"/>
          </p:nvPr>
        </p:nvSpPr>
        <p:spPr>
          <a:xfrm>
            <a:off x="4375785"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29" name="Google Shape;4229;p141"/>
          <p:cNvSpPr txBox="1">
            <a:spLocks noGrp="1"/>
          </p:cNvSpPr>
          <p:nvPr>
            <p:ph type="body" idx="9"/>
          </p:nvPr>
        </p:nvSpPr>
        <p:spPr>
          <a:xfrm>
            <a:off x="7795260"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30" name="Google Shape;4230;p141"/>
          <p:cNvSpPr txBox="1">
            <a:spLocks noGrp="1"/>
          </p:cNvSpPr>
          <p:nvPr>
            <p:ph type="body" idx="13"/>
          </p:nvPr>
        </p:nvSpPr>
        <p:spPr>
          <a:xfrm>
            <a:off x="11248073"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sp>
        <p:nvSpPr>
          <p:cNvPr id="4231" name="Google Shape;4231;p141"/>
          <p:cNvSpPr txBox="1">
            <a:spLocks noGrp="1"/>
          </p:cNvSpPr>
          <p:nvPr>
            <p:ph type="body" idx="14"/>
          </p:nvPr>
        </p:nvSpPr>
        <p:spPr>
          <a:xfrm>
            <a:off x="14700885" y="7482029"/>
            <a:ext cx="2697600" cy="666900"/>
          </a:xfrm>
          <a:prstGeom prst="rect">
            <a:avLst/>
          </a:prstGeom>
        </p:spPr>
        <p:txBody>
          <a:bodyPr spcFirstLastPara="1" wrap="square" lIns="0" tIns="0" rIns="0" bIns="0" anchor="t" anchorCtr="0">
            <a:noAutofit/>
          </a:bodyPr>
          <a:lstStyle>
            <a:lvl1pPr marL="457200" lvl="0" indent="-3937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marL="914400" lvl="1" indent="-3937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marL="1371600" lvl="2" indent="-3810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marL="1828800" lvl="3" indent="-3683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marL="2286000" lvl="4" indent="-3556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marL="2743200" lvl="5"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marL="3200400" lvl="6"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marL="3657600" lvl="7" indent="-3429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marL="4114800" lvl="8" indent="-3429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a:endParaRPr/>
          </a:p>
        </p:txBody>
      </p:sp>
      <p:pic>
        <p:nvPicPr>
          <p:cNvPr id="4232" name="Google Shape;4232;p14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33" name="Google Shape;4233;p141" descr="Blue_single_sparkle.png"/>
          <p:cNvPicPr preferRelativeResize="0"/>
          <p:nvPr/>
        </p:nvPicPr>
        <p:blipFill rotWithShape="1">
          <a:blip r:embed="rId3">
            <a:alphaModFix/>
          </a:blip>
          <a:srcRect/>
          <a:stretch/>
        </p:blipFill>
        <p:spPr>
          <a:xfrm>
            <a:off x="7540703" y="6482252"/>
            <a:ext cx="527290" cy="535279"/>
          </a:xfrm>
          <a:prstGeom prst="rect">
            <a:avLst/>
          </a:prstGeom>
          <a:noFill/>
          <a:ln>
            <a:noFill/>
          </a:ln>
        </p:spPr>
      </p:pic>
      <p:pic>
        <p:nvPicPr>
          <p:cNvPr id="4234" name="Google Shape;4234;p141" descr="Blue_single_sparkle.png"/>
          <p:cNvPicPr preferRelativeResize="0"/>
          <p:nvPr/>
        </p:nvPicPr>
        <p:blipFill rotWithShape="1">
          <a:blip r:embed="rId3">
            <a:alphaModFix/>
          </a:blip>
          <a:srcRect/>
          <a:stretch/>
        </p:blipFill>
        <p:spPr>
          <a:xfrm rot="-3849399">
            <a:off x="2813764" y="3588851"/>
            <a:ext cx="436697" cy="443304"/>
          </a:xfrm>
          <a:prstGeom prst="rect">
            <a:avLst/>
          </a:prstGeom>
          <a:noFill/>
          <a:ln>
            <a:noFill/>
          </a:ln>
        </p:spPr>
      </p:pic>
      <p:pic>
        <p:nvPicPr>
          <p:cNvPr id="4235" name="Google Shape;4235;p141" descr="Blue_single_sparkle.png"/>
          <p:cNvPicPr preferRelativeResize="0"/>
          <p:nvPr/>
        </p:nvPicPr>
        <p:blipFill rotWithShape="1">
          <a:blip r:embed="rId3">
            <a:alphaModFix/>
          </a:blip>
          <a:srcRect/>
          <a:stretch/>
        </p:blipFill>
        <p:spPr>
          <a:xfrm>
            <a:off x="3386925" y="4033309"/>
            <a:ext cx="250800" cy="254608"/>
          </a:xfrm>
          <a:prstGeom prst="rect">
            <a:avLst/>
          </a:prstGeom>
          <a:noFill/>
          <a:ln>
            <a:noFill/>
          </a:ln>
        </p:spPr>
      </p:pic>
      <p:pic>
        <p:nvPicPr>
          <p:cNvPr id="4236" name="Google Shape;4236;p141" descr="Blue_single_sparkle.png"/>
          <p:cNvPicPr preferRelativeResize="0"/>
          <p:nvPr/>
        </p:nvPicPr>
        <p:blipFill rotWithShape="1">
          <a:blip r:embed="rId3">
            <a:alphaModFix/>
          </a:blip>
          <a:srcRect/>
          <a:stretch/>
        </p:blipFill>
        <p:spPr>
          <a:xfrm>
            <a:off x="11475794" y="3841703"/>
            <a:ext cx="291386" cy="295801"/>
          </a:xfrm>
          <a:prstGeom prst="rect">
            <a:avLst/>
          </a:prstGeom>
          <a:noFill/>
          <a:ln>
            <a:noFill/>
          </a:ln>
        </p:spPr>
      </p:pic>
      <p:pic>
        <p:nvPicPr>
          <p:cNvPr id="4237" name="Google Shape;4237;p141" descr="Blue_single_sparkle.png"/>
          <p:cNvPicPr preferRelativeResize="0"/>
          <p:nvPr/>
        </p:nvPicPr>
        <p:blipFill rotWithShape="1">
          <a:blip r:embed="rId3">
            <a:alphaModFix/>
          </a:blip>
          <a:srcRect/>
          <a:stretch/>
        </p:blipFill>
        <p:spPr>
          <a:xfrm>
            <a:off x="8183724" y="3841703"/>
            <a:ext cx="291386" cy="295801"/>
          </a:xfrm>
          <a:prstGeom prst="rect">
            <a:avLst/>
          </a:prstGeom>
          <a:noFill/>
          <a:ln>
            <a:noFill/>
          </a:ln>
        </p:spPr>
      </p:pic>
      <p:pic>
        <p:nvPicPr>
          <p:cNvPr id="4238" name="Google Shape;4238;p141" descr="Blue_single_sparkle.png"/>
          <p:cNvPicPr preferRelativeResize="0"/>
          <p:nvPr/>
        </p:nvPicPr>
        <p:blipFill rotWithShape="1">
          <a:blip r:embed="rId3">
            <a:alphaModFix/>
          </a:blip>
          <a:srcRect/>
          <a:stretch/>
        </p:blipFill>
        <p:spPr>
          <a:xfrm>
            <a:off x="713584" y="6674265"/>
            <a:ext cx="291386" cy="295801"/>
          </a:xfrm>
          <a:prstGeom prst="rect">
            <a:avLst/>
          </a:prstGeom>
          <a:noFill/>
          <a:ln>
            <a:noFill/>
          </a:ln>
        </p:spPr>
      </p:pic>
      <p:pic>
        <p:nvPicPr>
          <p:cNvPr id="4239" name="Google Shape;4239;p141" descr="Blue_single_sparkle.png"/>
          <p:cNvPicPr preferRelativeResize="0"/>
          <p:nvPr/>
        </p:nvPicPr>
        <p:blipFill rotWithShape="1">
          <a:blip r:embed="rId3">
            <a:alphaModFix/>
          </a:blip>
          <a:srcRect/>
          <a:stretch/>
        </p:blipFill>
        <p:spPr>
          <a:xfrm>
            <a:off x="13836451" y="6483819"/>
            <a:ext cx="419625" cy="425992"/>
          </a:xfrm>
          <a:prstGeom prst="rect">
            <a:avLst/>
          </a:prstGeom>
          <a:noFill/>
          <a:ln>
            <a:noFill/>
          </a:ln>
        </p:spPr>
      </p:pic>
      <p:pic>
        <p:nvPicPr>
          <p:cNvPr id="4240" name="Google Shape;4240;p141" descr="Blue_single_sparkle.png"/>
          <p:cNvPicPr preferRelativeResize="0"/>
          <p:nvPr/>
        </p:nvPicPr>
        <p:blipFill rotWithShape="1">
          <a:blip r:embed="rId3">
            <a:alphaModFix/>
          </a:blip>
          <a:srcRect/>
          <a:stretch/>
        </p:blipFill>
        <p:spPr>
          <a:xfrm>
            <a:off x="4296185" y="6548916"/>
            <a:ext cx="291386" cy="295801"/>
          </a:xfrm>
          <a:prstGeom prst="rect">
            <a:avLst/>
          </a:prstGeom>
          <a:noFill/>
          <a:ln>
            <a:noFill/>
          </a:ln>
        </p:spPr>
      </p:pic>
      <p:pic>
        <p:nvPicPr>
          <p:cNvPr id="4241" name="Google Shape;4241;p141" descr="Blue_single_sparkle.png"/>
          <p:cNvPicPr preferRelativeResize="0"/>
          <p:nvPr/>
        </p:nvPicPr>
        <p:blipFill rotWithShape="1">
          <a:blip r:embed="rId3">
            <a:alphaModFix/>
          </a:blip>
          <a:srcRect/>
          <a:stretch/>
        </p:blipFill>
        <p:spPr>
          <a:xfrm>
            <a:off x="14573248" y="3952970"/>
            <a:ext cx="419625" cy="425981"/>
          </a:xfrm>
          <a:prstGeom prst="rect">
            <a:avLst/>
          </a:prstGeom>
          <a:noFill/>
          <a:ln>
            <a:noFill/>
          </a:ln>
        </p:spPr>
      </p:pic>
      <p:pic>
        <p:nvPicPr>
          <p:cNvPr id="4242" name="Google Shape;4242;p141" descr="Blue_single_sparkle.png"/>
          <p:cNvPicPr preferRelativeResize="0"/>
          <p:nvPr/>
        </p:nvPicPr>
        <p:blipFill rotWithShape="1">
          <a:blip r:embed="rId3">
            <a:alphaModFix/>
          </a:blip>
          <a:srcRect/>
          <a:stretch/>
        </p:blipFill>
        <p:spPr>
          <a:xfrm>
            <a:off x="17095544" y="6482241"/>
            <a:ext cx="291386" cy="295801"/>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43 Speaker 1">
  <p:cSld name="TITLE_1_1_1_1_1_1_1_1_1_1_1_1_1_1_1_1_1_1_1_1_1_1_1_1_1_1_1_1_1_1_1_1_1_1_1_1_1_1_1_1_1_1">
    <p:bg>
      <p:bgPr>
        <a:solidFill>
          <a:schemeClr val="accent6"/>
        </a:solidFill>
        <a:effectLst/>
      </p:bgPr>
    </p:bg>
    <p:spTree>
      <p:nvGrpSpPr>
        <p:cNvPr id="1" name="Shape 4243"/>
        <p:cNvGrpSpPr/>
        <p:nvPr/>
      </p:nvGrpSpPr>
      <p:grpSpPr>
        <a:xfrm>
          <a:off x="0" y="0"/>
          <a:ext cx="0" cy="0"/>
          <a:chOff x="0" y="0"/>
          <a:chExt cx="0" cy="0"/>
        </a:xfrm>
      </p:grpSpPr>
      <p:sp>
        <p:nvSpPr>
          <p:cNvPr id="4244" name="Google Shape;4244;p142"/>
          <p:cNvSpPr/>
          <p:nvPr/>
        </p:nvSpPr>
        <p:spPr>
          <a:xfrm>
            <a:off x="6597668" y="1405013"/>
            <a:ext cx="5092800" cy="5092800"/>
          </a:xfrm>
          <a:prstGeom prst="ellipse">
            <a:avLst/>
          </a:prstGeom>
          <a:solidFill>
            <a:srgbClr val="F6BC06"/>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45" name="Google Shape;4245;p142"/>
          <p:cNvSpPr txBox="1">
            <a:spLocks noGrp="1"/>
          </p:cNvSpPr>
          <p:nvPr>
            <p:ph type="title"/>
          </p:nvPr>
        </p:nvSpPr>
        <p:spPr>
          <a:xfrm>
            <a:off x="1572577" y="7182802"/>
            <a:ext cx="15142800" cy="8058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246" name="Google Shape;4246;p142"/>
          <p:cNvSpPr txBox="1">
            <a:spLocks noGrp="1"/>
          </p:cNvSpPr>
          <p:nvPr>
            <p:ph type="subTitle" idx="1"/>
          </p:nvPr>
        </p:nvSpPr>
        <p:spPr>
          <a:xfrm>
            <a:off x="5431155" y="8030528"/>
            <a:ext cx="7425600" cy="8961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a:endParaRPr/>
          </a:p>
        </p:txBody>
      </p:sp>
      <p:sp>
        <p:nvSpPr>
          <p:cNvPr id="4247" name="Google Shape;4247;p142"/>
          <p:cNvSpPr>
            <a:spLocks noGrp="1"/>
          </p:cNvSpPr>
          <p:nvPr>
            <p:ph type="pic" idx="2"/>
          </p:nvPr>
        </p:nvSpPr>
        <p:spPr>
          <a:xfrm>
            <a:off x="6597968" y="1404938"/>
            <a:ext cx="5093100" cy="5093100"/>
          </a:xfrm>
          <a:prstGeom prst="ellipse">
            <a:avLst/>
          </a:prstGeom>
          <a:noFill/>
          <a:ln>
            <a:noFill/>
          </a:ln>
        </p:spPr>
      </p:sp>
      <p:pic>
        <p:nvPicPr>
          <p:cNvPr id="4248" name="Google Shape;4248;p14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49" name="Google Shape;4249;p142"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4250" name="Google Shape;4250;p142"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4251" name="Google Shape;4251;p142"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4252" name="Google Shape;4252;p142"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4253" name="Google Shape;4253;p142"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44 Speaker 2">
  <p:cSld name="TITLE_1_1_1_1_1_1_1_1_1_1_1_1_1_1_1_1_1_1_1_1_1_1_1_1_1_1_1_1_1_1_1_1_1_1_1_1_1_1_1_1_1_1_1">
    <p:bg>
      <p:bgPr>
        <a:solidFill>
          <a:schemeClr val="accent6"/>
        </a:solidFill>
        <a:effectLst/>
      </p:bgPr>
    </p:bg>
    <p:spTree>
      <p:nvGrpSpPr>
        <p:cNvPr id="1" name="Shape 4254"/>
        <p:cNvGrpSpPr/>
        <p:nvPr/>
      </p:nvGrpSpPr>
      <p:grpSpPr>
        <a:xfrm>
          <a:off x="0" y="0"/>
          <a:ext cx="0" cy="0"/>
          <a:chOff x="0" y="0"/>
          <a:chExt cx="0" cy="0"/>
        </a:xfrm>
      </p:grpSpPr>
      <p:sp>
        <p:nvSpPr>
          <p:cNvPr id="4255" name="Google Shape;4255;p143"/>
          <p:cNvSpPr/>
          <p:nvPr/>
        </p:nvSpPr>
        <p:spPr>
          <a:xfrm>
            <a:off x="2308285" y="1405013"/>
            <a:ext cx="5092800" cy="5092800"/>
          </a:xfrm>
          <a:prstGeom prst="ellipse">
            <a:avLst/>
          </a:prstGeom>
          <a:solidFill>
            <a:srgbClr val="D892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56" name="Google Shape;4256;p143"/>
          <p:cNvSpPr/>
          <p:nvPr/>
        </p:nvSpPr>
        <p:spPr>
          <a:xfrm>
            <a:off x="10883122" y="1404988"/>
            <a:ext cx="5092800" cy="5092800"/>
          </a:xfrm>
          <a:prstGeom prst="ellipse">
            <a:avLst/>
          </a:prstGeom>
          <a:solidFill>
            <a:srgbClr val="D892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sp>
        <p:nvSpPr>
          <p:cNvPr id="4257" name="Google Shape;4257;p143"/>
          <p:cNvSpPr>
            <a:spLocks noGrp="1"/>
          </p:cNvSpPr>
          <p:nvPr>
            <p:ph type="pic" idx="2"/>
          </p:nvPr>
        </p:nvSpPr>
        <p:spPr>
          <a:xfrm>
            <a:off x="2307907" y="1404938"/>
            <a:ext cx="5093100" cy="5093100"/>
          </a:xfrm>
          <a:prstGeom prst="ellipse">
            <a:avLst/>
          </a:prstGeom>
          <a:noFill/>
          <a:ln>
            <a:noFill/>
          </a:ln>
        </p:spPr>
      </p:sp>
      <p:sp>
        <p:nvSpPr>
          <p:cNvPr id="4258" name="Google Shape;4258;p143"/>
          <p:cNvSpPr>
            <a:spLocks noGrp="1"/>
          </p:cNvSpPr>
          <p:nvPr>
            <p:ph type="pic" idx="3"/>
          </p:nvPr>
        </p:nvSpPr>
        <p:spPr>
          <a:xfrm>
            <a:off x="10883265" y="1404938"/>
            <a:ext cx="5093100" cy="5093100"/>
          </a:xfrm>
          <a:prstGeom prst="ellipse">
            <a:avLst/>
          </a:prstGeom>
          <a:noFill/>
          <a:ln>
            <a:noFill/>
          </a:ln>
        </p:spPr>
      </p:sp>
      <p:sp>
        <p:nvSpPr>
          <p:cNvPr id="4259" name="Google Shape;4259;p143"/>
          <p:cNvSpPr txBox="1">
            <a:spLocks noGrp="1"/>
          </p:cNvSpPr>
          <p:nvPr>
            <p:ph type="title"/>
          </p:nvPr>
        </p:nvSpPr>
        <p:spPr>
          <a:xfrm>
            <a:off x="671513" y="6835140"/>
            <a:ext cx="8365800" cy="14163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260" name="Google Shape;4260;p143"/>
          <p:cNvSpPr txBox="1">
            <a:spLocks noGrp="1"/>
          </p:cNvSpPr>
          <p:nvPr>
            <p:ph type="subTitle" idx="1"/>
          </p:nvPr>
        </p:nvSpPr>
        <p:spPr>
          <a:xfrm>
            <a:off x="1687830" y="8301990"/>
            <a:ext cx="6333300" cy="8961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4261" name="Google Shape;4261;p143"/>
          <p:cNvSpPr txBox="1">
            <a:spLocks noGrp="1"/>
          </p:cNvSpPr>
          <p:nvPr>
            <p:ph type="title" idx="4"/>
          </p:nvPr>
        </p:nvSpPr>
        <p:spPr>
          <a:xfrm>
            <a:off x="9246870" y="6835140"/>
            <a:ext cx="8365800" cy="1416300"/>
          </a:xfrm>
          <a:prstGeom prst="rect">
            <a:avLst/>
          </a:prstGeom>
        </p:spPr>
        <p:txBody>
          <a:bodyPr spcFirstLastPara="1" wrap="square" lIns="0" tIns="0" rIns="0" bIns="0" anchor="b" anchorCtr="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262" name="Google Shape;4262;p143"/>
          <p:cNvSpPr txBox="1">
            <a:spLocks noGrp="1"/>
          </p:cNvSpPr>
          <p:nvPr>
            <p:ph type="subTitle" idx="5"/>
          </p:nvPr>
        </p:nvSpPr>
        <p:spPr>
          <a:xfrm>
            <a:off x="10263188" y="8301990"/>
            <a:ext cx="6333300" cy="8964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pic>
        <p:nvPicPr>
          <p:cNvPr id="4263" name="Google Shape;4263;p14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64" name="Google Shape;4264;p143"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4265" name="Google Shape;4265;p143"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4266" name="Google Shape;4266;p143"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4267" name="Google Shape;4267;p143"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4268" name="Google Shape;4268;p143"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46 Agenda">
  <p:cSld name="TITLE_1_1_1_1_1_1_1_1_1_1_1_1_1_1_1_1_1_1_1_1_1_1_1_1_1_1_1_1_1_1_1_1_1_1_1_1_1_1_1_1_1_1_1_1">
    <p:bg>
      <p:bgPr>
        <a:solidFill>
          <a:schemeClr val="accent6"/>
        </a:solidFill>
        <a:effectLst/>
      </p:bgPr>
    </p:bg>
    <p:spTree>
      <p:nvGrpSpPr>
        <p:cNvPr id="1" name="Shape 4269"/>
        <p:cNvGrpSpPr/>
        <p:nvPr/>
      </p:nvGrpSpPr>
      <p:grpSpPr>
        <a:xfrm>
          <a:off x="0" y="0"/>
          <a:ext cx="0" cy="0"/>
          <a:chOff x="0" y="0"/>
          <a:chExt cx="0" cy="0"/>
        </a:xfrm>
      </p:grpSpPr>
      <p:sp>
        <p:nvSpPr>
          <p:cNvPr id="4270" name="Google Shape;4270;p144"/>
          <p:cNvSpPr/>
          <p:nvPr/>
        </p:nvSpPr>
        <p:spPr>
          <a:xfrm>
            <a:off x="576133" y="576418"/>
            <a:ext cx="6445008" cy="9134154"/>
          </a:xfrm>
          <a:custGeom>
            <a:avLst/>
            <a:gdLst/>
            <a:ahLst/>
            <a:cxnLst/>
            <a:rect l="l" t="t" r="r" b="b"/>
            <a:pathLst>
              <a:path w="21600" h="21600" extrusionOk="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4271" name="Google Shape;4271;p144"/>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4272" name="Google Shape;4272;p144" title="BE-MVP-Icon-Spark_Redux_V3_STRAIGHT_yellow.png"/>
          <p:cNvPicPr preferRelativeResize="0"/>
          <p:nvPr/>
        </p:nvPicPr>
        <p:blipFill rotWithShape="1">
          <a:blip r:embed="rId3">
            <a:alphaModFix/>
          </a:blip>
          <a:srcRect t="2553" b="2553"/>
          <a:stretch/>
        </p:blipFill>
        <p:spPr>
          <a:xfrm rot="498579">
            <a:off x="6165062" y="339421"/>
            <a:ext cx="598900" cy="606563"/>
          </a:xfrm>
          <a:prstGeom prst="rect">
            <a:avLst/>
          </a:prstGeom>
          <a:noFill/>
          <a:ln>
            <a:noFill/>
          </a:ln>
        </p:spPr>
      </p:pic>
      <p:pic>
        <p:nvPicPr>
          <p:cNvPr id="4273" name="Google Shape;4273;p144" title="BE-MVP-Icon-Spark_Redux_V3_LEFT_yellow.png"/>
          <p:cNvPicPr preferRelativeResize="0"/>
          <p:nvPr/>
        </p:nvPicPr>
        <p:blipFill rotWithShape="1">
          <a:blip r:embed="rId4">
            <a:alphaModFix/>
          </a:blip>
          <a:srcRect t="2606" b="2616"/>
          <a:stretch/>
        </p:blipFill>
        <p:spPr>
          <a:xfrm>
            <a:off x="6466012" y="1085550"/>
            <a:ext cx="252400" cy="255327"/>
          </a:xfrm>
          <a:prstGeom prst="rect">
            <a:avLst/>
          </a:prstGeom>
          <a:noFill/>
          <a:ln>
            <a:noFill/>
          </a:ln>
        </p:spPr>
      </p:pic>
      <p:sp>
        <p:nvSpPr>
          <p:cNvPr id="4274" name="Google Shape;4274;p144"/>
          <p:cNvSpPr txBox="1">
            <a:spLocks noGrp="1"/>
          </p:cNvSpPr>
          <p:nvPr>
            <p:ph type="title"/>
          </p:nvPr>
        </p:nvSpPr>
        <p:spPr>
          <a:xfrm>
            <a:off x="868680" y="3581400"/>
            <a:ext cx="4692900" cy="3123300"/>
          </a:xfrm>
          <a:prstGeom prst="rect">
            <a:avLst/>
          </a:prstGeom>
        </p:spPr>
        <p:txBody>
          <a:bodyPr spcFirstLastPara="1" wrap="square" lIns="0" tIns="0" rIns="0" bIns="0" anchor="ctr" anchorCtr="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pic>
        <p:nvPicPr>
          <p:cNvPr id="4275" name="Google Shape;4275;p144" title="BE-MVP-Icon-Spark_Redux_V3_RIGHT_yellow.png"/>
          <p:cNvPicPr preferRelativeResize="0"/>
          <p:nvPr/>
        </p:nvPicPr>
        <p:blipFill rotWithShape="1">
          <a:blip r:embed="rId5">
            <a:alphaModFix/>
          </a:blip>
          <a:srcRect l="17671" t="12399" r="9187" b="8324"/>
          <a:stretch/>
        </p:blipFill>
        <p:spPr>
          <a:xfrm rot="-6">
            <a:off x="0" y="7905755"/>
            <a:ext cx="1251175" cy="144747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48 Thank you 2">
  <p:cSld name="TITLE_1_1_1_1_1_1_1_1_1_1_1_1_1_1_1_1_1_1_1_1_1_1_1_1_1_1_1_1_1_1_1_1_1_1_1_1_1_1_1_1_1_1_1_1_1">
    <p:bg>
      <p:bgPr>
        <a:solidFill>
          <a:schemeClr val="accent5"/>
        </a:solidFill>
        <a:effectLst/>
      </p:bgPr>
    </p:bg>
    <p:spTree>
      <p:nvGrpSpPr>
        <p:cNvPr id="1" name="Shape 4276"/>
        <p:cNvGrpSpPr/>
        <p:nvPr/>
      </p:nvGrpSpPr>
      <p:grpSpPr>
        <a:xfrm>
          <a:off x="0" y="0"/>
          <a:ext cx="0" cy="0"/>
          <a:chOff x="0" y="0"/>
          <a:chExt cx="0" cy="0"/>
        </a:xfrm>
      </p:grpSpPr>
      <p:pic>
        <p:nvPicPr>
          <p:cNvPr id="4277" name="Google Shape;4277;p14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278" name="Google Shape;4278;p145"/>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4279" name="Google Shape;4279;p145" title="BE-MVP-Icon-Spark_Redux_V3_STRAIGHT_yellow.png"/>
          <p:cNvPicPr preferRelativeResize="0"/>
          <p:nvPr/>
        </p:nvPicPr>
        <p:blipFill rotWithShape="1">
          <a:blip r:embed="rId3">
            <a:alphaModFix/>
          </a:blip>
          <a:srcRect t="2562" b="2562"/>
          <a:stretch/>
        </p:blipFill>
        <p:spPr>
          <a:xfrm>
            <a:off x="4827208" y="4659274"/>
            <a:ext cx="800070" cy="810305"/>
          </a:xfrm>
          <a:prstGeom prst="rect">
            <a:avLst/>
          </a:prstGeom>
          <a:noFill/>
          <a:ln>
            <a:noFill/>
          </a:ln>
        </p:spPr>
      </p:pic>
      <p:pic>
        <p:nvPicPr>
          <p:cNvPr id="4280" name="Google Shape;4280;p145" title="BE-MVP-Icon-Spark_Redux_V3_STRAIGHT_yellow.png"/>
          <p:cNvPicPr preferRelativeResize="0"/>
          <p:nvPr/>
        </p:nvPicPr>
        <p:blipFill rotWithShape="1">
          <a:blip r:embed="rId3">
            <a:alphaModFix/>
          </a:blip>
          <a:srcRect t="2562" b="2562"/>
          <a:stretch/>
        </p:blipFill>
        <p:spPr>
          <a:xfrm>
            <a:off x="4576047" y="5455670"/>
            <a:ext cx="448162" cy="453899"/>
          </a:xfrm>
          <a:prstGeom prst="rect">
            <a:avLst/>
          </a:prstGeom>
          <a:noFill/>
          <a:ln>
            <a:noFill/>
          </a:ln>
        </p:spPr>
      </p:pic>
      <p:pic>
        <p:nvPicPr>
          <p:cNvPr id="4281" name="Google Shape;4281;p145" descr="HDD_ATH_SALESFORCE_ICON_AGENTFORCE_V3_R2 3.png"/>
          <p:cNvPicPr preferRelativeResize="0"/>
          <p:nvPr/>
        </p:nvPicPr>
        <p:blipFill rotWithShape="1">
          <a:blip r:embed="rId4">
            <a:alphaModFix/>
          </a:blip>
          <a:srcRect/>
          <a:stretch/>
        </p:blipFill>
        <p:spPr>
          <a:xfrm rot="-2704027" flipH="1">
            <a:off x="5136872" y="5108231"/>
            <a:ext cx="1776925" cy="1763070"/>
          </a:xfrm>
          <a:prstGeom prst="rect">
            <a:avLst/>
          </a:prstGeom>
          <a:noFill/>
          <a:ln>
            <a:noFill/>
          </a:ln>
        </p:spPr>
      </p:pic>
      <p:pic>
        <p:nvPicPr>
          <p:cNvPr id="4282" name="Google Shape;4282;p145"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4283" name="Google Shape;4283;p145"/>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284" name="Google Shape;4284;p145"/>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285" name="Google Shape;4285;p145"/>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4286" name="Google Shape;4286;p145"/>
          <p:cNvGrpSpPr/>
          <p:nvPr/>
        </p:nvGrpSpPr>
        <p:grpSpPr>
          <a:xfrm>
            <a:off x="12042648" y="4220617"/>
            <a:ext cx="2453368" cy="3995925"/>
            <a:chOff x="13642848" y="3675888"/>
            <a:chExt cx="3164003" cy="5146072"/>
          </a:xfrm>
        </p:grpSpPr>
        <p:pic>
          <p:nvPicPr>
            <p:cNvPr id="4287" name="Google Shape;4287;p145"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id="4288" name="Google Shape;4288;p145" descr="Group"/>
            <p:cNvPicPr preferRelativeResize="0"/>
            <p:nvPr/>
          </p:nvPicPr>
          <p:blipFill rotWithShape="1">
            <a:blip r:embed="rId7">
              <a:alphaModFix/>
            </a:blip>
            <a:srcRect/>
            <a:stretch/>
          </p:blipFill>
          <p:spPr>
            <a:xfrm>
              <a:off x="13740739" y="6261646"/>
              <a:ext cx="2630294" cy="1841599"/>
            </a:xfrm>
            <a:prstGeom prst="rect">
              <a:avLst/>
            </a:prstGeom>
            <a:noFill/>
            <a:ln>
              <a:noFill/>
            </a:ln>
          </p:spPr>
        </p:pic>
        <p:pic>
          <p:nvPicPr>
            <p:cNvPr id="4289" name="Google Shape;4289;p145" title="Astro_trailblazer_hand.png"/>
            <p:cNvPicPr preferRelativeResize="0"/>
            <p:nvPr/>
          </p:nvPicPr>
          <p:blipFill rotWithShape="1">
            <a:blip r:embed="rId8">
              <a:alphaModFix/>
            </a:blip>
            <a:srcRect t="32108" b="32105"/>
            <a:stretch/>
          </p:blipFill>
          <p:spPr>
            <a:xfrm>
              <a:off x="13642850" y="5328124"/>
              <a:ext cx="3164001" cy="1841600"/>
            </a:xfrm>
            <a:prstGeom prst="rect">
              <a:avLst/>
            </a:prstGeom>
            <a:noFill/>
            <a:ln>
              <a:noFill/>
            </a:ln>
          </p:spPr>
        </p:pic>
      </p:grpSp>
      <p:pic>
        <p:nvPicPr>
          <p:cNvPr id="4290" name="Google Shape;4290;p145"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4291" name="Google Shape;4291;p145"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47 Thank you 1">
  <p:cSld name="TITLE_1_1_1_1_1_1_1_1_1_1_1_1_1_1_1_1_1_1_1_1_1_1_1_1_1_1_1_1_1_1_1_1_1_1_1_1_1_1_1_1_1_1_1_1_1_1">
    <p:bg>
      <p:bgPr>
        <a:solidFill>
          <a:schemeClr val="accent5"/>
        </a:solidFill>
        <a:effectLst/>
      </p:bgPr>
    </p:bg>
    <p:spTree>
      <p:nvGrpSpPr>
        <p:cNvPr id="1" name="Shape 4292"/>
        <p:cNvGrpSpPr/>
        <p:nvPr/>
      </p:nvGrpSpPr>
      <p:grpSpPr>
        <a:xfrm>
          <a:off x="0" y="0"/>
          <a:ext cx="0" cy="0"/>
          <a:chOff x="0" y="0"/>
          <a:chExt cx="0" cy="0"/>
        </a:xfrm>
      </p:grpSpPr>
      <p:pic>
        <p:nvPicPr>
          <p:cNvPr id="4293" name="Google Shape;4293;p1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294" name="Google Shape;4294;p146"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4295" name="Google Shape;4295;p146" title="BE-MVP-Icon-Spark_Redux_V3_STRAIGHT_yellow.png"/>
          <p:cNvPicPr preferRelativeResize="0"/>
          <p:nvPr/>
        </p:nvPicPr>
        <p:blipFill rotWithShape="1">
          <a:blip r:embed="rId3">
            <a:alphaModFix/>
          </a:blip>
          <a:srcRect t="2562" b="2562"/>
          <a:stretch/>
        </p:blipFill>
        <p:spPr>
          <a:xfrm>
            <a:off x="12701663" y="2881030"/>
            <a:ext cx="265072" cy="268468"/>
          </a:xfrm>
          <a:prstGeom prst="rect">
            <a:avLst/>
          </a:prstGeom>
          <a:noFill/>
          <a:ln>
            <a:noFill/>
          </a:ln>
        </p:spPr>
      </p:pic>
      <p:pic>
        <p:nvPicPr>
          <p:cNvPr id="4296" name="Google Shape;4296;p146" title="BE-MVP-Icon-Spark_Redux_V3_STRAIGHT_yellow.png"/>
          <p:cNvPicPr preferRelativeResize="0"/>
          <p:nvPr/>
        </p:nvPicPr>
        <p:blipFill rotWithShape="1">
          <a:blip r:embed="rId3">
            <a:alphaModFix/>
          </a:blip>
          <a:srcRect t="2562" b="2562"/>
          <a:stretch/>
        </p:blipFill>
        <p:spPr>
          <a:xfrm>
            <a:off x="5392021" y="5427419"/>
            <a:ext cx="800070" cy="810305"/>
          </a:xfrm>
          <a:prstGeom prst="rect">
            <a:avLst/>
          </a:prstGeom>
          <a:noFill/>
          <a:ln>
            <a:noFill/>
          </a:ln>
        </p:spPr>
      </p:pic>
      <p:pic>
        <p:nvPicPr>
          <p:cNvPr id="4297" name="Google Shape;4297;p146" title="BE-MVP-Icon-Spark_Redux_V3_STRAIGHT_yellow.png"/>
          <p:cNvPicPr preferRelativeResize="0"/>
          <p:nvPr/>
        </p:nvPicPr>
        <p:blipFill rotWithShape="1">
          <a:blip r:embed="rId3">
            <a:alphaModFix/>
          </a:blip>
          <a:srcRect t="2562" b="2562"/>
          <a:stretch/>
        </p:blipFill>
        <p:spPr>
          <a:xfrm>
            <a:off x="4395307" y="5026412"/>
            <a:ext cx="448164" cy="453897"/>
          </a:xfrm>
          <a:prstGeom prst="rect">
            <a:avLst/>
          </a:prstGeom>
          <a:noFill/>
          <a:ln>
            <a:noFill/>
          </a:ln>
        </p:spPr>
      </p:pic>
      <p:pic>
        <p:nvPicPr>
          <p:cNvPr id="4298" name="Google Shape;4298;p146"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4299" name="Google Shape;4299;p146"/>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00" name="Google Shape;4300;p146"/>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01" name="Google Shape;4301;p146"/>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02" name="Google Shape;4302;p146"/>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47 Thank you - Photos 6">
  <p:cSld name="TITLE_1_1_1_1_1_1_1_1_1_1_1_1_1_1_1_1_1_1_1_1_1_1_1_1_1_1_1_1_1_1_1_1_1_1_1_1_1_1_1_1_1_1_1_1_1_1_1">
    <p:bg>
      <p:bgPr>
        <a:solidFill>
          <a:schemeClr val="accent5"/>
        </a:solidFill>
        <a:effectLst/>
      </p:bgPr>
    </p:bg>
    <p:spTree>
      <p:nvGrpSpPr>
        <p:cNvPr id="1" name="Shape 4303"/>
        <p:cNvGrpSpPr/>
        <p:nvPr/>
      </p:nvGrpSpPr>
      <p:grpSpPr>
        <a:xfrm>
          <a:off x="0" y="0"/>
          <a:ext cx="0" cy="0"/>
          <a:chOff x="0" y="0"/>
          <a:chExt cx="0" cy="0"/>
        </a:xfrm>
      </p:grpSpPr>
      <p:pic>
        <p:nvPicPr>
          <p:cNvPr id="4304" name="Google Shape;4304;p14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05" name="Google Shape;4305;p147"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4306" name="Google Shape;4306;p147"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pic>
        <p:nvPicPr>
          <p:cNvPr id="4307" name="Google Shape;4307;p147" title="BE-MVP-Icon-Spark_Redux_V3_STRAIGHT_yellow.png"/>
          <p:cNvPicPr preferRelativeResize="0"/>
          <p:nvPr/>
        </p:nvPicPr>
        <p:blipFill rotWithShape="1">
          <a:blip r:embed="rId3">
            <a:alphaModFix/>
          </a:blip>
          <a:srcRect t="2562" b="2562"/>
          <a:stretch/>
        </p:blipFill>
        <p:spPr>
          <a:xfrm>
            <a:off x="4654833" y="4738344"/>
            <a:ext cx="800070" cy="810305"/>
          </a:xfrm>
          <a:prstGeom prst="rect">
            <a:avLst/>
          </a:prstGeom>
          <a:noFill/>
          <a:ln>
            <a:noFill/>
          </a:ln>
        </p:spPr>
      </p:pic>
      <p:pic>
        <p:nvPicPr>
          <p:cNvPr id="4308" name="Google Shape;4308;p147" title="BE-MVP-Icon-Spark_Redux_V3_STRAIGHT_yellow.png"/>
          <p:cNvPicPr preferRelativeResize="0"/>
          <p:nvPr/>
        </p:nvPicPr>
        <p:blipFill rotWithShape="1">
          <a:blip r:embed="rId3">
            <a:alphaModFix/>
          </a:blip>
          <a:srcRect t="2562" b="2562"/>
          <a:stretch/>
        </p:blipFill>
        <p:spPr>
          <a:xfrm>
            <a:off x="4123832" y="4093512"/>
            <a:ext cx="448164" cy="453897"/>
          </a:xfrm>
          <a:prstGeom prst="rect">
            <a:avLst/>
          </a:prstGeom>
          <a:noFill/>
          <a:ln>
            <a:noFill/>
          </a:ln>
        </p:spPr>
      </p:pic>
      <p:pic>
        <p:nvPicPr>
          <p:cNvPr id="4309" name="Google Shape;4309;p147"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4310" name="Google Shape;4310;p147"/>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11" name="Google Shape;4311;p147"/>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12" name="Google Shape;4312;p147"/>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13" name="Google Shape;4313;p147"/>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14" name="Google Shape;4314;p147"/>
          <p:cNvSpPr>
            <a:spLocks noGrp="1"/>
          </p:cNvSpPr>
          <p:nvPr>
            <p:ph type="pic" idx="2"/>
          </p:nvPr>
        </p:nvSpPr>
        <p:spPr>
          <a:xfrm>
            <a:off x="2222075" y="1016000"/>
            <a:ext cx="2718000" cy="2718000"/>
          </a:xfrm>
          <a:prstGeom prst="ellipse">
            <a:avLst/>
          </a:prstGeom>
          <a:noFill/>
          <a:ln>
            <a:noFill/>
          </a:ln>
        </p:spPr>
      </p:sp>
      <p:sp>
        <p:nvSpPr>
          <p:cNvPr id="4315" name="Google Shape;4315;p147"/>
          <p:cNvSpPr>
            <a:spLocks noGrp="1"/>
          </p:cNvSpPr>
          <p:nvPr>
            <p:ph type="pic" idx="3"/>
          </p:nvPr>
        </p:nvSpPr>
        <p:spPr>
          <a:xfrm>
            <a:off x="857250" y="4628350"/>
            <a:ext cx="3400500" cy="3400500"/>
          </a:xfrm>
          <a:prstGeom prst="ellipse">
            <a:avLst/>
          </a:prstGeom>
          <a:noFill/>
          <a:ln>
            <a:noFill/>
          </a:ln>
        </p:spPr>
      </p:sp>
      <p:sp>
        <p:nvSpPr>
          <p:cNvPr id="4316" name="Google Shape;4316;p147"/>
          <p:cNvSpPr>
            <a:spLocks noGrp="1"/>
          </p:cNvSpPr>
          <p:nvPr>
            <p:ph type="pic" idx="4"/>
          </p:nvPr>
        </p:nvSpPr>
        <p:spPr>
          <a:xfrm>
            <a:off x="12073150" y="5902675"/>
            <a:ext cx="3575100" cy="3575100"/>
          </a:xfrm>
          <a:prstGeom prst="ellipse">
            <a:avLst/>
          </a:prstGeom>
          <a:noFill/>
          <a:ln>
            <a:noFill/>
          </a:ln>
        </p:spPr>
      </p:sp>
      <p:sp>
        <p:nvSpPr>
          <p:cNvPr id="4317" name="Google Shape;4317;p147"/>
          <p:cNvSpPr>
            <a:spLocks noGrp="1"/>
          </p:cNvSpPr>
          <p:nvPr>
            <p:ph type="pic" idx="5"/>
          </p:nvPr>
        </p:nvSpPr>
        <p:spPr>
          <a:xfrm>
            <a:off x="14272550" y="2881025"/>
            <a:ext cx="2718000" cy="2718000"/>
          </a:xfrm>
          <a:prstGeom prst="ellipse">
            <a:avLst/>
          </a:prstGeom>
          <a:noFill/>
          <a:ln>
            <a:noFill/>
          </a:ln>
        </p:spPr>
      </p:sp>
      <p:sp>
        <p:nvSpPr>
          <p:cNvPr id="4318" name="Google Shape;4318;p147"/>
          <p:cNvSpPr>
            <a:spLocks noGrp="1"/>
          </p:cNvSpPr>
          <p:nvPr>
            <p:ph type="pic" idx="6"/>
          </p:nvPr>
        </p:nvSpPr>
        <p:spPr>
          <a:xfrm>
            <a:off x="13662425" y="1015988"/>
            <a:ext cx="1360500" cy="1360500"/>
          </a:xfrm>
          <a:prstGeom prst="ellipse">
            <a:avLst/>
          </a:prstGeom>
          <a:noFill/>
          <a:ln>
            <a:noFill/>
          </a:ln>
        </p:spPr>
      </p:sp>
      <p:sp>
        <p:nvSpPr>
          <p:cNvPr id="4319" name="Google Shape;4319;p147"/>
          <p:cNvSpPr>
            <a:spLocks noGrp="1"/>
          </p:cNvSpPr>
          <p:nvPr>
            <p:ph type="pic" idx="7"/>
          </p:nvPr>
        </p:nvSpPr>
        <p:spPr>
          <a:xfrm>
            <a:off x="4395300" y="7499875"/>
            <a:ext cx="1977900" cy="1977900"/>
          </a:xfrm>
          <a:prstGeom prst="ellipse">
            <a:avLst/>
          </a:prstGeom>
          <a:noFill/>
          <a:ln>
            <a:noFill/>
          </a:ln>
        </p:spPr>
      </p:sp>
      <p:pic>
        <p:nvPicPr>
          <p:cNvPr id="4320" name="Google Shape;4320;p147" title="BE-MVP-Icon-Spark_Redux_V3_STRAIGHT_yellow.png"/>
          <p:cNvPicPr preferRelativeResize="0"/>
          <p:nvPr/>
        </p:nvPicPr>
        <p:blipFill rotWithShape="1">
          <a:blip r:embed="rId3">
            <a:alphaModFix/>
          </a:blip>
          <a:srcRect t="2562" b="2562"/>
          <a:stretch/>
        </p:blipFill>
        <p:spPr>
          <a:xfrm>
            <a:off x="1490419" y="1221962"/>
            <a:ext cx="448164" cy="453897"/>
          </a:xfrm>
          <a:prstGeom prst="rect">
            <a:avLst/>
          </a:prstGeom>
          <a:noFill/>
          <a:ln>
            <a:noFill/>
          </a:ln>
        </p:spPr>
      </p:pic>
      <p:pic>
        <p:nvPicPr>
          <p:cNvPr id="4321" name="Google Shape;4321;p147" title="BE-MVP-Icon-Spark_Redux_V3_STRAIGHT_yellow.png"/>
          <p:cNvPicPr preferRelativeResize="0"/>
          <p:nvPr/>
        </p:nvPicPr>
        <p:blipFill rotWithShape="1">
          <a:blip r:embed="rId3">
            <a:alphaModFix/>
          </a:blip>
          <a:srcRect t="2562" b="2562"/>
          <a:stretch/>
        </p:blipFill>
        <p:spPr>
          <a:xfrm>
            <a:off x="16043796" y="8358332"/>
            <a:ext cx="800070" cy="810305"/>
          </a:xfrm>
          <a:prstGeom prst="rect">
            <a:avLst/>
          </a:prstGeom>
          <a:noFill/>
          <a:ln>
            <a:noFill/>
          </a:ln>
        </p:spPr>
      </p:pic>
      <p:pic>
        <p:nvPicPr>
          <p:cNvPr id="4322" name="Google Shape;4322;p147" title="BE-MVP-Icon-Spark_Redux_V3_STRAIGHT_yellow.png"/>
          <p:cNvPicPr preferRelativeResize="0"/>
          <p:nvPr/>
        </p:nvPicPr>
        <p:blipFill rotWithShape="1">
          <a:blip r:embed="rId3">
            <a:alphaModFix/>
          </a:blip>
          <a:srcRect t="2562" b="2562"/>
          <a:stretch/>
        </p:blipFill>
        <p:spPr>
          <a:xfrm>
            <a:off x="3356994" y="8500362"/>
            <a:ext cx="448164" cy="453897"/>
          </a:xfrm>
          <a:prstGeom prst="rect">
            <a:avLst/>
          </a:prstGeom>
          <a:noFill/>
          <a:ln>
            <a:noFill/>
          </a:ln>
        </p:spPr>
      </p:pic>
      <p:pic>
        <p:nvPicPr>
          <p:cNvPr id="4323" name="Google Shape;4323;p147" title="BE-MVP-Icon-Spark_Redux_V3_STRAIGHT_yellow.png"/>
          <p:cNvPicPr preferRelativeResize="0"/>
          <p:nvPr/>
        </p:nvPicPr>
        <p:blipFill rotWithShape="1">
          <a:blip r:embed="rId3">
            <a:alphaModFix/>
          </a:blip>
          <a:srcRect t="2562" b="2562"/>
          <a:stretch/>
        </p:blipFill>
        <p:spPr>
          <a:xfrm>
            <a:off x="15553832" y="562112"/>
            <a:ext cx="448164" cy="453897"/>
          </a:xfrm>
          <a:prstGeom prst="rect">
            <a:avLst/>
          </a:prstGeom>
          <a:noFill/>
          <a:ln>
            <a:noFill/>
          </a:ln>
        </p:spPr>
      </p:pic>
      <p:pic>
        <p:nvPicPr>
          <p:cNvPr id="4324" name="Google Shape;4324;p147" title="BE-MVP-Icon-Spark_Redux_V3_STRAIGHT_yellow.png"/>
          <p:cNvPicPr preferRelativeResize="0"/>
          <p:nvPr/>
        </p:nvPicPr>
        <p:blipFill rotWithShape="1">
          <a:blip r:embed="rId3">
            <a:alphaModFix/>
          </a:blip>
          <a:srcRect t="2562" b="2562"/>
          <a:stretch/>
        </p:blipFill>
        <p:spPr>
          <a:xfrm>
            <a:off x="15648244" y="9191725"/>
            <a:ext cx="448164" cy="45389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47 Thank you - Photos 10">
  <p:cSld name="TITLE_1_1_1_1_1_1_1_1_1_1_1_1_1_1_1_1_1_1_1_1_1_1_1_1_1_1_1_1_1_1_1_1_1_1_1_1_1_1_1_1_1_1_1_1_1_1_2">
    <p:bg>
      <p:bgPr>
        <a:solidFill>
          <a:schemeClr val="accent5"/>
        </a:solidFill>
        <a:effectLst/>
      </p:bgPr>
    </p:bg>
    <p:spTree>
      <p:nvGrpSpPr>
        <p:cNvPr id="1" name="Shape 4325"/>
        <p:cNvGrpSpPr/>
        <p:nvPr/>
      </p:nvGrpSpPr>
      <p:grpSpPr>
        <a:xfrm>
          <a:off x="0" y="0"/>
          <a:ext cx="0" cy="0"/>
          <a:chOff x="0" y="0"/>
          <a:chExt cx="0" cy="0"/>
        </a:xfrm>
      </p:grpSpPr>
      <p:pic>
        <p:nvPicPr>
          <p:cNvPr id="4326" name="Google Shape;4326;p14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27" name="Google Shape;4327;p148" title="BE-MVP-Icon-Spark_Redux_V3_STRAIGHT_yellow.png"/>
          <p:cNvPicPr preferRelativeResize="0"/>
          <p:nvPr/>
        </p:nvPicPr>
        <p:blipFill rotWithShape="1">
          <a:blip r:embed="rId3">
            <a:alphaModFix/>
          </a:blip>
          <a:srcRect t="2562" b="2562"/>
          <a:stretch/>
        </p:blipFill>
        <p:spPr>
          <a:xfrm>
            <a:off x="13026193" y="2928100"/>
            <a:ext cx="599862" cy="607533"/>
          </a:xfrm>
          <a:prstGeom prst="rect">
            <a:avLst/>
          </a:prstGeom>
          <a:noFill/>
          <a:ln>
            <a:noFill/>
          </a:ln>
        </p:spPr>
      </p:pic>
      <p:pic>
        <p:nvPicPr>
          <p:cNvPr id="4328" name="Google Shape;4328;p148" title="BE-MVP-Icon-Spark_Redux_V3_STRAIGHT_yellow.png"/>
          <p:cNvPicPr preferRelativeResize="0"/>
          <p:nvPr/>
        </p:nvPicPr>
        <p:blipFill rotWithShape="1">
          <a:blip r:embed="rId3">
            <a:alphaModFix/>
          </a:blip>
          <a:srcRect t="2562" b="2562"/>
          <a:stretch/>
        </p:blipFill>
        <p:spPr>
          <a:xfrm>
            <a:off x="12701663" y="2881030"/>
            <a:ext cx="265074" cy="268466"/>
          </a:xfrm>
          <a:prstGeom prst="rect">
            <a:avLst/>
          </a:prstGeom>
          <a:noFill/>
          <a:ln>
            <a:noFill/>
          </a:ln>
        </p:spPr>
      </p:pic>
      <p:pic>
        <p:nvPicPr>
          <p:cNvPr id="4329" name="Google Shape;4329;p148" title="BE-MVP-Icon-Spark_Redux_V3_STRAIGHT_yellow.png"/>
          <p:cNvPicPr preferRelativeResize="0"/>
          <p:nvPr/>
        </p:nvPicPr>
        <p:blipFill rotWithShape="1">
          <a:blip r:embed="rId3">
            <a:alphaModFix/>
          </a:blip>
          <a:srcRect t="2562" b="2562"/>
          <a:stretch/>
        </p:blipFill>
        <p:spPr>
          <a:xfrm>
            <a:off x="5004483" y="5478044"/>
            <a:ext cx="800070" cy="810305"/>
          </a:xfrm>
          <a:prstGeom prst="rect">
            <a:avLst/>
          </a:prstGeom>
          <a:noFill/>
          <a:ln>
            <a:noFill/>
          </a:ln>
        </p:spPr>
      </p:pic>
      <p:pic>
        <p:nvPicPr>
          <p:cNvPr id="4330" name="Google Shape;4330;p148" title="BE-MVP-Icon-Spark_Redux_V3_STRAIGHT_yellow.png"/>
          <p:cNvPicPr preferRelativeResize="0"/>
          <p:nvPr/>
        </p:nvPicPr>
        <p:blipFill rotWithShape="1">
          <a:blip r:embed="rId3">
            <a:alphaModFix/>
          </a:blip>
          <a:srcRect t="2562" b="2562"/>
          <a:stretch/>
        </p:blipFill>
        <p:spPr>
          <a:xfrm>
            <a:off x="4482457" y="5024162"/>
            <a:ext cx="448164" cy="453897"/>
          </a:xfrm>
          <a:prstGeom prst="rect">
            <a:avLst/>
          </a:prstGeom>
          <a:noFill/>
          <a:ln>
            <a:noFill/>
          </a:ln>
        </p:spPr>
      </p:pic>
      <p:pic>
        <p:nvPicPr>
          <p:cNvPr id="4331" name="Google Shape;4331;p148" descr="pasted-movie.png"/>
          <p:cNvPicPr preferRelativeResize="0"/>
          <p:nvPr/>
        </p:nvPicPr>
        <p:blipFill rotWithShape="1">
          <a:blip r:embed="rId4">
            <a:alphaModFix/>
          </a:blip>
          <a:srcRect/>
          <a:stretch/>
        </p:blipFill>
        <p:spPr>
          <a:xfrm>
            <a:off x="8397397" y="2061311"/>
            <a:ext cx="1360423" cy="952500"/>
          </a:xfrm>
          <a:prstGeom prst="rect">
            <a:avLst/>
          </a:prstGeom>
          <a:noFill/>
          <a:ln>
            <a:noFill/>
          </a:ln>
        </p:spPr>
      </p:pic>
      <p:sp>
        <p:nvSpPr>
          <p:cNvPr id="4332" name="Google Shape;4332;p148"/>
          <p:cNvSpPr txBox="1"/>
          <p:nvPr/>
        </p:nvSpPr>
        <p:spPr>
          <a:xfrm>
            <a:off x="5437598" y="2962948"/>
            <a:ext cx="765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33" name="Google Shape;4333;p148"/>
          <p:cNvSpPr txBox="1"/>
          <p:nvPr/>
        </p:nvSpPr>
        <p:spPr>
          <a:xfrm>
            <a:off x="11103752" y="2961454"/>
            <a:ext cx="17409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34" name="Google Shape;4334;p148"/>
          <p:cNvSpPr txBox="1"/>
          <p:nvPr/>
        </p:nvSpPr>
        <p:spPr>
          <a:xfrm>
            <a:off x="6062746" y="4628342"/>
            <a:ext cx="2970000" cy="2718000"/>
          </a:xfrm>
          <a:prstGeom prst="rect">
            <a:avLst/>
          </a:prstGeom>
          <a:noFill/>
          <a:ln>
            <a:noFill/>
          </a:ln>
        </p:spPr>
        <p:txBody>
          <a:bodyPr spcFirstLastPara="1" wrap="square" lIns="91400" tIns="91400" rIns="91400" bIns="91400" anchor="ctr" anchorCtr="0">
            <a:noAutofit/>
          </a:bodyPr>
          <a:lstStyle/>
          <a:p>
            <a:pPr marL="0" marR="0" lvl="0" indent="0" algn="ctr"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35" name="Google Shape;4335;p148"/>
          <p:cNvSpPr txBox="1"/>
          <p:nvPr/>
        </p:nvSpPr>
        <p:spPr>
          <a:xfrm>
            <a:off x="8076173" y="4628350"/>
            <a:ext cx="3575100" cy="2718000"/>
          </a:xfrm>
          <a:prstGeom prst="rect">
            <a:avLst/>
          </a:prstGeom>
          <a:noFill/>
          <a:ln>
            <a:noFill/>
          </a:ln>
        </p:spPr>
        <p:txBody>
          <a:bodyPr spcFirstLastPara="1" wrap="square" lIns="91400" tIns="91400" rIns="91400" bIns="91400" anchor="ctr" anchorCtr="0">
            <a:noAutofit/>
          </a:bodyPr>
          <a:lstStyle/>
          <a:p>
            <a:pPr marL="0" marR="0" lvl="0" indent="0" algn="l" rtl="0">
              <a:lnSpc>
                <a:spcPct val="77000"/>
              </a:lnSpc>
              <a:spcBef>
                <a:spcPts val="0"/>
              </a:spcBef>
              <a:spcAft>
                <a:spcPts val="0"/>
              </a:spcAft>
              <a:buClr>
                <a:srgbClr val="FFFEFE"/>
              </a:buClr>
              <a:buSzPts val="19900"/>
              <a:buFont typeface="Questrial"/>
              <a:buNone/>
            </a:pPr>
            <a:r>
              <a:rPr lang="en" sz="19900" i="0" u="none" strike="noStrike" cap="non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36" name="Google Shape;4336;p148"/>
          <p:cNvSpPr>
            <a:spLocks noGrp="1"/>
          </p:cNvSpPr>
          <p:nvPr>
            <p:ph type="pic" idx="2"/>
          </p:nvPr>
        </p:nvSpPr>
        <p:spPr>
          <a:xfrm>
            <a:off x="2355750" y="599100"/>
            <a:ext cx="2718000" cy="2718000"/>
          </a:xfrm>
          <a:prstGeom prst="ellipse">
            <a:avLst/>
          </a:prstGeom>
          <a:noFill/>
          <a:ln>
            <a:noFill/>
          </a:ln>
        </p:spPr>
      </p:sp>
      <p:sp>
        <p:nvSpPr>
          <p:cNvPr id="4337" name="Google Shape;4337;p148"/>
          <p:cNvSpPr>
            <a:spLocks noGrp="1"/>
          </p:cNvSpPr>
          <p:nvPr>
            <p:ph type="pic" idx="3"/>
          </p:nvPr>
        </p:nvSpPr>
        <p:spPr>
          <a:xfrm>
            <a:off x="725550" y="3541400"/>
            <a:ext cx="1977900" cy="1977900"/>
          </a:xfrm>
          <a:prstGeom prst="ellipse">
            <a:avLst/>
          </a:prstGeom>
          <a:noFill/>
          <a:ln>
            <a:noFill/>
          </a:ln>
        </p:spPr>
      </p:sp>
      <p:sp>
        <p:nvSpPr>
          <p:cNvPr id="4338" name="Google Shape;4338;p148"/>
          <p:cNvSpPr>
            <a:spLocks noGrp="1"/>
          </p:cNvSpPr>
          <p:nvPr>
            <p:ph type="pic" idx="4"/>
          </p:nvPr>
        </p:nvSpPr>
        <p:spPr>
          <a:xfrm>
            <a:off x="1714500" y="6205500"/>
            <a:ext cx="3400500" cy="3400500"/>
          </a:xfrm>
          <a:prstGeom prst="ellipse">
            <a:avLst/>
          </a:prstGeom>
          <a:noFill/>
          <a:ln>
            <a:noFill/>
          </a:ln>
        </p:spPr>
      </p:sp>
      <p:sp>
        <p:nvSpPr>
          <p:cNvPr id="4339" name="Google Shape;4339;p148"/>
          <p:cNvSpPr>
            <a:spLocks noGrp="1"/>
          </p:cNvSpPr>
          <p:nvPr>
            <p:ph type="pic" idx="5"/>
          </p:nvPr>
        </p:nvSpPr>
        <p:spPr>
          <a:xfrm>
            <a:off x="13633050" y="4628350"/>
            <a:ext cx="3797700" cy="3797700"/>
          </a:xfrm>
          <a:prstGeom prst="ellipse">
            <a:avLst/>
          </a:prstGeom>
          <a:noFill/>
          <a:ln>
            <a:noFill/>
          </a:ln>
        </p:spPr>
      </p:sp>
      <p:sp>
        <p:nvSpPr>
          <p:cNvPr id="4340" name="Google Shape;4340;p148"/>
          <p:cNvSpPr>
            <a:spLocks noGrp="1"/>
          </p:cNvSpPr>
          <p:nvPr>
            <p:ph type="pic" idx="6"/>
          </p:nvPr>
        </p:nvSpPr>
        <p:spPr>
          <a:xfrm>
            <a:off x="14433925" y="1016000"/>
            <a:ext cx="2718000" cy="2718000"/>
          </a:xfrm>
          <a:prstGeom prst="ellipse">
            <a:avLst/>
          </a:prstGeom>
          <a:noFill/>
          <a:ln>
            <a:noFill/>
          </a:ln>
        </p:spPr>
      </p:sp>
      <p:sp>
        <p:nvSpPr>
          <p:cNvPr id="4341" name="Google Shape;4341;p148"/>
          <p:cNvSpPr>
            <a:spLocks noGrp="1"/>
          </p:cNvSpPr>
          <p:nvPr>
            <p:ph type="pic" idx="7"/>
          </p:nvPr>
        </p:nvSpPr>
        <p:spPr>
          <a:xfrm>
            <a:off x="12073138" y="700788"/>
            <a:ext cx="1360500" cy="1360500"/>
          </a:xfrm>
          <a:prstGeom prst="ellipse">
            <a:avLst/>
          </a:prstGeom>
          <a:noFill/>
          <a:ln>
            <a:noFill/>
          </a:ln>
        </p:spPr>
      </p:sp>
      <p:sp>
        <p:nvSpPr>
          <p:cNvPr id="4342" name="Google Shape;4342;p148"/>
          <p:cNvSpPr>
            <a:spLocks noGrp="1"/>
          </p:cNvSpPr>
          <p:nvPr>
            <p:ph type="pic" idx="8"/>
          </p:nvPr>
        </p:nvSpPr>
        <p:spPr>
          <a:xfrm>
            <a:off x="12460250" y="7905750"/>
            <a:ext cx="1563900" cy="1563900"/>
          </a:xfrm>
          <a:prstGeom prst="ellipse">
            <a:avLst/>
          </a:prstGeom>
          <a:noFill/>
          <a:ln>
            <a:noFill/>
          </a:ln>
        </p:spPr>
      </p:sp>
      <p:sp>
        <p:nvSpPr>
          <p:cNvPr id="4343" name="Google Shape;4343;p148"/>
          <p:cNvSpPr>
            <a:spLocks noGrp="1"/>
          </p:cNvSpPr>
          <p:nvPr>
            <p:ph type="pic" idx="9"/>
          </p:nvPr>
        </p:nvSpPr>
        <p:spPr>
          <a:xfrm>
            <a:off x="5553688" y="8426038"/>
            <a:ext cx="1360500" cy="1360500"/>
          </a:xfrm>
          <a:prstGeom prst="ellipse">
            <a:avLst/>
          </a:prstGeom>
          <a:noFill/>
          <a:ln>
            <a:noFill/>
          </a:ln>
        </p:spPr>
      </p:sp>
      <p:sp>
        <p:nvSpPr>
          <p:cNvPr id="4344" name="Google Shape;4344;p148"/>
          <p:cNvSpPr>
            <a:spLocks noGrp="1"/>
          </p:cNvSpPr>
          <p:nvPr>
            <p:ph type="pic" idx="13"/>
          </p:nvPr>
        </p:nvSpPr>
        <p:spPr>
          <a:xfrm>
            <a:off x="6269750" y="599100"/>
            <a:ext cx="1563900" cy="1563900"/>
          </a:xfrm>
          <a:prstGeom prst="ellipse">
            <a:avLst/>
          </a:prstGeom>
          <a:noFill/>
          <a:ln>
            <a:noFill/>
          </a:ln>
        </p:spPr>
      </p:sp>
      <p:sp>
        <p:nvSpPr>
          <p:cNvPr id="4345" name="Google Shape;4345;p148"/>
          <p:cNvSpPr>
            <a:spLocks noGrp="1"/>
          </p:cNvSpPr>
          <p:nvPr>
            <p:ph type="pic" idx="14"/>
          </p:nvPr>
        </p:nvSpPr>
        <p:spPr>
          <a:xfrm>
            <a:off x="8623025" y="7346350"/>
            <a:ext cx="1977900" cy="1977900"/>
          </a:xfrm>
          <a:prstGeom prst="ellipse">
            <a:avLst/>
          </a:prstGeom>
          <a:noFill/>
          <a:ln>
            <a:noFill/>
          </a:ln>
        </p:spPr>
      </p:sp>
      <p:pic>
        <p:nvPicPr>
          <p:cNvPr id="4346" name="Google Shape;4346;p148" title="BE-MVP-Icon-Spark_Redux_V3_STRAIGHT_yellow.png"/>
          <p:cNvPicPr preferRelativeResize="0"/>
          <p:nvPr/>
        </p:nvPicPr>
        <p:blipFill rotWithShape="1">
          <a:blip r:embed="rId3">
            <a:alphaModFix/>
          </a:blip>
          <a:srcRect t="2562" b="2562"/>
          <a:stretch/>
        </p:blipFill>
        <p:spPr>
          <a:xfrm>
            <a:off x="499632" y="3149512"/>
            <a:ext cx="448164" cy="453897"/>
          </a:xfrm>
          <a:prstGeom prst="rect">
            <a:avLst/>
          </a:prstGeom>
          <a:noFill/>
          <a:ln>
            <a:noFill/>
          </a:ln>
        </p:spPr>
      </p:pic>
      <p:pic>
        <p:nvPicPr>
          <p:cNvPr id="4347" name="Google Shape;4347;p148" title="BE-MVP-Icon-Spark_Redux_V3_STRAIGHT_yellow.png"/>
          <p:cNvPicPr preferRelativeResize="0"/>
          <p:nvPr/>
        </p:nvPicPr>
        <p:blipFill rotWithShape="1">
          <a:blip r:embed="rId3">
            <a:alphaModFix/>
          </a:blip>
          <a:srcRect t="2562" b="2562"/>
          <a:stretch/>
        </p:blipFill>
        <p:spPr>
          <a:xfrm>
            <a:off x="12242121" y="6689569"/>
            <a:ext cx="800070" cy="810305"/>
          </a:xfrm>
          <a:prstGeom prst="rect">
            <a:avLst/>
          </a:prstGeom>
          <a:noFill/>
          <a:ln>
            <a:noFill/>
          </a:ln>
        </p:spPr>
      </p:pic>
      <p:pic>
        <p:nvPicPr>
          <p:cNvPr id="4348" name="Google Shape;4348;p148" title="BE-MVP-Icon-Spark_Redux_V3_STRAIGHT_yellow.png"/>
          <p:cNvPicPr preferRelativeResize="0"/>
          <p:nvPr/>
        </p:nvPicPr>
        <p:blipFill rotWithShape="1">
          <a:blip r:embed="rId3">
            <a:alphaModFix/>
          </a:blip>
          <a:srcRect t="2562" b="2562"/>
          <a:stretch/>
        </p:blipFill>
        <p:spPr>
          <a:xfrm>
            <a:off x="1837832" y="9469662"/>
            <a:ext cx="448164" cy="453897"/>
          </a:xfrm>
          <a:prstGeom prst="rect">
            <a:avLst/>
          </a:prstGeom>
          <a:noFill/>
          <a:ln>
            <a:noFill/>
          </a:ln>
        </p:spPr>
      </p:pic>
      <p:pic>
        <p:nvPicPr>
          <p:cNvPr id="4349" name="Google Shape;4349;p148" title="BE-MVP-Icon-Spark_Redux_V3_STRAIGHT_yellow.png"/>
          <p:cNvPicPr preferRelativeResize="0"/>
          <p:nvPr/>
        </p:nvPicPr>
        <p:blipFill rotWithShape="1">
          <a:blip r:embed="rId3">
            <a:alphaModFix/>
          </a:blip>
          <a:srcRect t="2562" b="2562"/>
          <a:stretch/>
        </p:blipFill>
        <p:spPr>
          <a:xfrm>
            <a:off x="10909707" y="857262"/>
            <a:ext cx="448164" cy="453897"/>
          </a:xfrm>
          <a:prstGeom prst="rect">
            <a:avLst/>
          </a:prstGeom>
          <a:noFill/>
          <a:ln>
            <a:noFill/>
          </a:ln>
        </p:spPr>
      </p:pic>
      <p:pic>
        <p:nvPicPr>
          <p:cNvPr id="4350" name="Google Shape;4350;p148" title="BE-MVP-Icon-Spark_Redux_V3_STRAIGHT_yellow.png"/>
          <p:cNvPicPr preferRelativeResize="0"/>
          <p:nvPr/>
        </p:nvPicPr>
        <p:blipFill rotWithShape="1">
          <a:blip r:embed="rId3">
            <a:alphaModFix/>
          </a:blip>
          <a:srcRect t="2562" b="2562"/>
          <a:stretch/>
        </p:blipFill>
        <p:spPr>
          <a:xfrm>
            <a:off x="16982582" y="8690112"/>
            <a:ext cx="448164" cy="453897"/>
          </a:xfrm>
          <a:prstGeom prst="rect">
            <a:avLst/>
          </a:prstGeom>
          <a:noFill/>
          <a:ln>
            <a:noFill/>
          </a:ln>
        </p:spPr>
      </p:pic>
      <p:pic>
        <p:nvPicPr>
          <p:cNvPr id="4351" name="Google Shape;4351;p148" title="BE-MVP-Icon-Spark_Redux_V3_STRAIGHT_yellow.png"/>
          <p:cNvPicPr preferRelativeResize="0"/>
          <p:nvPr/>
        </p:nvPicPr>
        <p:blipFill rotWithShape="1">
          <a:blip r:embed="rId3">
            <a:alphaModFix/>
          </a:blip>
          <a:srcRect t="2562" b="2562"/>
          <a:stretch/>
        </p:blipFill>
        <p:spPr>
          <a:xfrm>
            <a:off x="17327507" y="1016012"/>
            <a:ext cx="448164" cy="453897"/>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53 Cover 2">
  <p:cSld name="CUSTOM_2">
    <p:spTree>
      <p:nvGrpSpPr>
        <p:cNvPr id="1" name="Shape 4352"/>
        <p:cNvGrpSpPr/>
        <p:nvPr/>
      </p:nvGrpSpPr>
      <p:grpSpPr>
        <a:xfrm>
          <a:off x="0" y="0"/>
          <a:ext cx="0" cy="0"/>
          <a:chOff x="0" y="0"/>
          <a:chExt cx="0" cy="0"/>
        </a:xfrm>
      </p:grpSpPr>
      <p:pic>
        <p:nvPicPr>
          <p:cNvPr id="4353" name="Google Shape;4353;p1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4" name="Google Shape;4354;p149"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4355" name="Google Shape;4355;p149"/>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52 Cover 1">
  <p:cSld name="CUSTOM_3">
    <p:spTree>
      <p:nvGrpSpPr>
        <p:cNvPr id="1" name="Shape 4356"/>
        <p:cNvGrpSpPr/>
        <p:nvPr/>
      </p:nvGrpSpPr>
      <p:grpSpPr>
        <a:xfrm>
          <a:off x="0" y="0"/>
          <a:ext cx="0" cy="0"/>
          <a:chOff x="0" y="0"/>
          <a:chExt cx="0" cy="0"/>
        </a:xfrm>
      </p:grpSpPr>
      <p:pic>
        <p:nvPicPr>
          <p:cNvPr id="4357" name="Google Shape;4357;p150"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8" name="Google Shape;4358;p150"/>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4359" name="Google Shape;4359;p150"/>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50 FLS">
  <p:cSld name="TITLE_1_1_1_1_1_1_1_1_1_1_1_1_1_1_1_1_1_1_1_1_1_1_1_1_1_1_1_1_1_1_1_1_1_1_1_1_1_1_1_1_1_1_1_1_1_1_1_1_1">
    <p:bg>
      <p:bgPr>
        <a:solidFill>
          <a:schemeClr val="accent6"/>
        </a:solidFill>
        <a:effectLst/>
      </p:bgPr>
    </p:bg>
    <p:spTree>
      <p:nvGrpSpPr>
        <p:cNvPr id="1" name="Shape 4360"/>
        <p:cNvGrpSpPr/>
        <p:nvPr/>
      </p:nvGrpSpPr>
      <p:grpSpPr>
        <a:xfrm>
          <a:off x="0" y="0"/>
          <a:ext cx="0" cy="0"/>
          <a:chOff x="0" y="0"/>
          <a:chExt cx="0" cy="0"/>
        </a:xfrm>
      </p:grpSpPr>
      <p:sp>
        <p:nvSpPr>
          <p:cNvPr id="4361" name="Google Shape;4361;p151"/>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4362" name="Google Shape;4362;p151"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sp>
        <p:nvSpPr>
          <p:cNvPr id="4363" name="Google Shape;4363;p151"/>
          <p:cNvSpPr txBox="1"/>
          <p:nvPr/>
        </p:nvSpPr>
        <p:spPr>
          <a:xfrm>
            <a:off x="1319900" y="3143250"/>
            <a:ext cx="15230100" cy="53013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4364" name="Google Shape;4364;p1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51 FLS">
  <p:cSld name="TITLE_1_1_1_1_1_1_1_1_1_1_1_1_1_1_1_1_1_1_1_1_1_1_1_1_1_1_1_1_1_1_1_1_1_1_1_1_1_1_1_1_1_1_1_1_1_1_1_1_1_1">
    <p:bg>
      <p:bgPr>
        <a:solidFill>
          <a:srgbClr val="CFE9FE"/>
        </a:solidFill>
        <a:effectLst/>
      </p:bgPr>
    </p:bg>
    <p:spTree>
      <p:nvGrpSpPr>
        <p:cNvPr id="1" name="Shape 4365"/>
        <p:cNvGrpSpPr/>
        <p:nvPr/>
      </p:nvGrpSpPr>
      <p:grpSpPr>
        <a:xfrm>
          <a:off x="0" y="0"/>
          <a:ext cx="0" cy="0"/>
          <a:chOff x="0" y="0"/>
          <a:chExt cx="0" cy="0"/>
        </a:xfrm>
      </p:grpSpPr>
      <p:pic>
        <p:nvPicPr>
          <p:cNvPr id="4366" name="Google Shape;4366;p1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67" name="Google Shape;4367;p15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368" name="Google Shape;4368;p152"/>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4369" name="Google Shape;4369;p152"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sp>
        <p:nvSpPr>
          <p:cNvPr id="4370" name="Google Shape;4370;p152"/>
          <p:cNvSpPr txBox="1"/>
          <p:nvPr/>
        </p:nvSpPr>
        <p:spPr>
          <a:xfrm>
            <a:off x="1343400" y="3143250"/>
            <a:ext cx="15230100" cy="53013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12 Card - Five up - Calendar ">
  <p:cSld name="TITLE_1_1_1_1_1_1_1_1_1_1_1_1_1_1_1_1_1_1_1_1_1_2_4">
    <p:bg>
      <p:bgPr>
        <a:solidFill>
          <a:schemeClr val="accent6"/>
        </a:solidFill>
        <a:effectLst/>
      </p:bgPr>
    </p:bg>
    <p:spTree>
      <p:nvGrpSpPr>
        <p:cNvPr id="1" name="Shape 4371"/>
        <p:cNvGrpSpPr/>
        <p:nvPr/>
      </p:nvGrpSpPr>
      <p:grpSpPr>
        <a:xfrm>
          <a:off x="0" y="0"/>
          <a:ext cx="0" cy="0"/>
          <a:chOff x="0" y="0"/>
          <a:chExt cx="0" cy="0"/>
        </a:xfrm>
      </p:grpSpPr>
      <p:sp>
        <p:nvSpPr>
          <p:cNvPr id="4372" name="Google Shape;4372;p153"/>
          <p:cNvSpPr txBox="1">
            <a:spLocks noGrp="1"/>
          </p:cNvSpPr>
          <p:nvPr>
            <p:ph type="title"/>
          </p:nvPr>
        </p:nvSpPr>
        <p:spPr>
          <a:xfrm>
            <a:off x="857250" y="838200"/>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373" name="Google Shape;4373;p153"/>
          <p:cNvSpPr txBox="1">
            <a:spLocks noGrp="1"/>
          </p:cNvSpPr>
          <p:nvPr>
            <p:ph type="subTitle" idx="1"/>
          </p:nvPr>
        </p:nvSpPr>
        <p:spPr>
          <a:xfrm>
            <a:off x="857250" y="1704975"/>
            <a:ext cx="15144900" cy="8574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4374" name="Google Shape;4374;p153"/>
          <p:cNvSpPr txBox="1">
            <a:spLocks noGrp="1"/>
          </p:cNvSpPr>
          <p:nvPr>
            <p:ph type="body" idx="2"/>
          </p:nvPr>
        </p:nvSpPr>
        <p:spPr>
          <a:xfrm>
            <a:off x="857250" y="9610725"/>
            <a:ext cx="16573500" cy="428700"/>
          </a:xfrm>
          <a:prstGeom prst="rect">
            <a:avLst/>
          </a:prstGeom>
          <a:ln>
            <a:noFill/>
          </a:ln>
        </p:spPr>
        <p:txBody>
          <a:bodyPr spcFirstLastPara="1" wrap="square" lIns="0" tIns="0" rIns="0" bIns="0" anchor="b" anchorCtr="0">
            <a:noAutofit/>
          </a:bodyPr>
          <a:lstStyle>
            <a:lvl1pPr marL="457200" lvl="0" indent="-317500">
              <a:spcBef>
                <a:spcPts val="0"/>
              </a:spcBef>
              <a:spcAft>
                <a:spcPts val="0"/>
              </a:spcAft>
              <a:buSzPts val="1400"/>
              <a:buChar char="●"/>
              <a:defRPr sz="1400"/>
            </a:lvl1pPr>
            <a:lvl2pPr marL="914400" lvl="1" indent="-317500">
              <a:spcBef>
                <a:spcPts val="1800"/>
              </a:spcBef>
              <a:spcAft>
                <a:spcPts val="0"/>
              </a:spcAft>
              <a:buSzPts val="1400"/>
              <a:buChar char="○"/>
              <a:defRPr sz="1400"/>
            </a:lvl2pPr>
            <a:lvl3pPr marL="1371600" lvl="2" indent="-317500">
              <a:spcBef>
                <a:spcPts val="1800"/>
              </a:spcBef>
              <a:spcAft>
                <a:spcPts val="0"/>
              </a:spcAft>
              <a:buSzPts val="1400"/>
              <a:buChar char="■"/>
              <a:defRPr sz="1400"/>
            </a:lvl3pPr>
            <a:lvl4pPr marL="1828800" lvl="3" indent="-317500">
              <a:spcBef>
                <a:spcPts val="1800"/>
              </a:spcBef>
              <a:spcAft>
                <a:spcPts val="0"/>
              </a:spcAft>
              <a:buSzPts val="1400"/>
              <a:buChar char="●"/>
              <a:defRPr sz="1400"/>
            </a:lvl4pPr>
            <a:lvl5pPr marL="2286000" lvl="4" indent="-317500">
              <a:spcBef>
                <a:spcPts val="1800"/>
              </a:spcBef>
              <a:spcAft>
                <a:spcPts val="0"/>
              </a:spcAft>
              <a:buSzPts val="1400"/>
              <a:buChar char="○"/>
              <a:defRPr sz="1400"/>
            </a:lvl5pPr>
            <a:lvl6pPr marL="2743200" lvl="5" indent="-317500">
              <a:spcBef>
                <a:spcPts val="1800"/>
              </a:spcBef>
              <a:spcAft>
                <a:spcPts val="0"/>
              </a:spcAft>
              <a:buSzPts val="1400"/>
              <a:buChar char="■"/>
              <a:defRPr sz="1400"/>
            </a:lvl6pPr>
            <a:lvl7pPr marL="3200400" lvl="6" indent="-317500">
              <a:spcBef>
                <a:spcPts val="1800"/>
              </a:spcBef>
              <a:spcAft>
                <a:spcPts val="0"/>
              </a:spcAft>
              <a:buSzPts val="1400"/>
              <a:buChar char="●"/>
              <a:defRPr sz="1400"/>
            </a:lvl7pPr>
            <a:lvl8pPr marL="3657600" lvl="7" indent="-317500">
              <a:spcBef>
                <a:spcPts val="1800"/>
              </a:spcBef>
              <a:spcAft>
                <a:spcPts val="0"/>
              </a:spcAft>
              <a:buSzPts val="1400"/>
              <a:buChar char="○"/>
              <a:defRPr sz="1400"/>
            </a:lvl8pPr>
            <a:lvl9pPr marL="4114800" lvl="8" indent="-317500">
              <a:spcBef>
                <a:spcPts val="1800"/>
              </a:spcBef>
              <a:spcAft>
                <a:spcPts val="1800"/>
              </a:spcAft>
              <a:buSzPts val="1400"/>
              <a:buChar char="■"/>
              <a:defRPr sz="1400"/>
            </a:lvl9pPr>
          </a:lstStyle>
          <a:p>
            <a:endParaRPr/>
          </a:p>
        </p:txBody>
      </p:sp>
      <p:pic>
        <p:nvPicPr>
          <p:cNvPr id="4375" name="Google Shape;4375;p15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376" name="Google Shape;4376;p153"/>
          <p:cNvSpPr/>
          <p:nvPr/>
        </p:nvSpPr>
        <p:spPr>
          <a:xfrm>
            <a:off x="857250"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77" name="Google Shape;4377;p153"/>
          <p:cNvSpPr/>
          <p:nvPr/>
        </p:nvSpPr>
        <p:spPr>
          <a:xfrm>
            <a:off x="4249875"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78" name="Google Shape;4378;p153"/>
          <p:cNvSpPr/>
          <p:nvPr/>
        </p:nvSpPr>
        <p:spPr>
          <a:xfrm>
            <a:off x="7642500"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79" name="Google Shape;4379;p153"/>
          <p:cNvSpPr/>
          <p:nvPr/>
        </p:nvSpPr>
        <p:spPr>
          <a:xfrm>
            <a:off x="11035126"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0" name="Google Shape;4380;p153"/>
          <p:cNvSpPr/>
          <p:nvPr/>
        </p:nvSpPr>
        <p:spPr>
          <a:xfrm>
            <a:off x="14427751" y="2562375"/>
            <a:ext cx="3075900" cy="5886900"/>
          </a:xfrm>
          <a:prstGeom prst="roundRect">
            <a:avLst>
              <a:gd name="adj" fmla="val 8454"/>
            </a:avLst>
          </a:prstGeom>
          <a:solidFill>
            <a:srgbClr val="FFFEFE"/>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1" name="Google Shape;4381;p153"/>
          <p:cNvSpPr/>
          <p:nvPr/>
        </p:nvSpPr>
        <p:spPr>
          <a:xfrm>
            <a:off x="1014076"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2" name="Google Shape;4382;p153"/>
          <p:cNvSpPr txBox="1"/>
          <p:nvPr/>
        </p:nvSpPr>
        <p:spPr>
          <a:xfrm>
            <a:off x="1207467"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4383" name="Google Shape;4383;p153"/>
          <p:cNvSpPr/>
          <p:nvPr/>
        </p:nvSpPr>
        <p:spPr>
          <a:xfrm>
            <a:off x="4406794"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4" name="Google Shape;4384;p153"/>
          <p:cNvSpPr txBox="1"/>
          <p:nvPr/>
        </p:nvSpPr>
        <p:spPr>
          <a:xfrm>
            <a:off x="4600185"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4385" name="Google Shape;4385;p153"/>
          <p:cNvSpPr/>
          <p:nvPr/>
        </p:nvSpPr>
        <p:spPr>
          <a:xfrm>
            <a:off x="7799422"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6" name="Google Shape;4386;p153"/>
          <p:cNvSpPr txBox="1"/>
          <p:nvPr/>
        </p:nvSpPr>
        <p:spPr>
          <a:xfrm>
            <a:off x="7992813"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4387" name="Google Shape;4387;p153"/>
          <p:cNvSpPr/>
          <p:nvPr/>
        </p:nvSpPr>
        <p:spPr>
          <a:xfrm>
            <a:off x="11192050"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88" name="Google Shape;4388;p153"/>
          <p:cNvSpPr txBox="1"/>
          <p:nvPr/>
        </p:nvSpPr>
        <p:spPr>
          <a:xfrm>
            <a:off x="11385441"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4389" name="Google Shape;4389;p153"/>
          <p:cNvSpPr/>
          <p:nvPr/>
        </p:nvSpPr>
        <p:spPr>
          <a:xfrm>
            <a:off x="14584677" y="2717093"/>
            <a:ext cx="2762100" cy="983700"/>
          </a:xfrm>
          <a:prstGeom prst="roundRect">
            <a:avLst>
              <a:gd name="adj" fmla="val 16337"/>
            </a:avLst>
          </a:prstGeom>
          <a:solidFill>
            <a:schemeClr val="dk2"/>
          </a:solid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EAF5FE"/>
              </a:buClr>
              <a:buSzPts val="3000"/>
              <a:buFont typeface="Questrial"/>
              <a:buNone/>
            </a:pPr>
            <a:endParaRPr sz="3000" b="0" i="0" u="none" strike="noStrike" cap="none">
              <a:solidFill>
                <a:srgbClr val="032D60"/>
              </a:solidFill>
              <a:latin typeface="Arial"/>
              <a:ea typeface="Arial"/>
              <a:cs typeface="Arial"/>
              <a:sym typeface="Arial"/>
            </a:endParaRPr>
          </a:p>
        </p:txBody>
      </p:sp>
      <p:sp>
        <p:nvSpPr>
          <p:cNvPr id="4390" name="Google Shape;4390;p153"/>
          <p:cNvSpPr txBox="1"/>
          <p:nvPr/>
        </p:nvSpPr>
        <p:spPr>
          <a:xfrm>
            <a:off x="14778069" y="2831091"/>
            <a:ext cx="23751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4391" name="Google Shape;4391;p153"/>
          <p:cNvSpPr txBox="1">
            <a:spLocks noGrp="1"/>
          </p:cNvSpPr>
          <p:nvPr>
            <p:ph type="title" idx="3"/>
          </p:nvPr>
        </p:nvSpPr>
        <p:spPr>
          <a:xfrm>
            <a:off x="120765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4392" name="Google Shape;4392;p153"/>
          <p:cNvSpPr txBox="1">
            <a:spLocks noGrp="1"/>
          </p:cNvSpPr>
          <p:nvPr>
            <p:ph type="title" idx="4"/>
          </p:nvPr>
        </p:nvSpPr>
        <p:spPr>
          <a:xfrm>
            <a:off x="4600275"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4393" name="Google Shape;4393;p153"/>
          <p:cNvSpPr txBox="1">
            <a:spLocks noGrp="1"/>
          </p:cNvSpPr>
          <p:nvPr>
            <p:ph type="title" idx="5"/>
          </p:nvPr>
        </p:nvSpPr>
        <p:spPr>
          <a:xfrm>
            <a:off x="799290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4394" name="Google Shape;4394;p153"/>
          <p:cNvSpPr txBox="1">
            <a:spLocks noGrp="1"/>
          </p:cNvSpPr>
          <p:nvPr>
            <p:ph type="title" idx="6"/>
          </p:nvPr>
        </p:nvSpPr>
        <p:spPr>
          <a:xfrm>
            <a:off x="11385525"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sp>
        <p:nvSpPr>
          <p:cNvPr id="4395" name="Google Shape;4395;p153"/>
          <p:cNvSpPr txBox="1">
            <a:spLocks noGrp="1"/>
          </p:cNvSpPr>
          <p:nvPr>
            <p:ph type="title" idx="7"/>
          </p:nvPr>
        </p:nvSpPr>
        <p:spPr>
          <a:xfrm>
            <a:off x="14778150" y="3237324"/>
            <a:ext cx="2375100" cy="3255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a:endParaRPr/>
          </a:p>
        </p:txBody>
      </p:sp>
      <p:pic>
        <p:nvPicPr>
          <p:cNvPr id="4396" name="Google Shape;4396;p153" descr="Yellow_single_sparkle.png"/>
          <p:cNvPicPr preferRelativeResize="0"/>
          <p:nvPr/>
        </p:nvPicPr>
        <p:blipFill rotWithShape="1">
          <a:blip r:embed="rId3">
            <a:alphaModFix/>
          </a:blip>
          <a:srcRect/>
          <a:stretch/>
        </p:blipFill>
        <p:spPr>
          <a:xfrm rot="618519">
            <a:off x="17716618" y="8037292"/>
            <a:ext cx="336404" cy="340708"/>
          </a:xfrm>
          <a:prstGeom prst="rect">
            <a:avLst/>
          </a:prstGeom>
          <a:noFill/>
          <a:ln>
            <a:noFill/>
          </a:ln>
        </p:spPr>
      </p:pic>
      <p:pic>
        <p:nvPicPr>
          <p:cNvPr id="4397" name="Google Shape;4397;p153" descr="Yellow_single_sparkle.png"/>
          <p:cNvPicPr preferRelativeResize="0"/>
          <p:nvPr/>
        </p:nvPicPr>
        <p:blipFill rotWithShape="1">
          <a:blip r:embed="rId3">
            <a:alphaModFix/>
          </a:blip>
          <a:srcRect/>
          <a:stretch/>
        </p:blipFill>
        <p:spPr>
          <a:xfrm rot="-669029">
            <a:off x="16923044" y="8209249"/>
            <a:ext cx="768236" cy="778064"/>
          </a:xfrm>
          <a:prstGeom prst="rect">
            <a:avLst/>
          </a:prstGeom>
          <a:noFill/>
          <a:ln>
            <a:noFill/>
          </a:ln>
        </p:spPr>
      </p:pic>
      <p:pic>
        <p:nvPicPr>
          <p:cNvPr id="4398" name="Google Shape;4398;p153" descr="alt=&quot;&quot;"/>
          <p:cNvPicPr preferRelativeResize="0"/>
          <p:nvPr/>
        </p:nvPicPr>
        <p:blipFill rotWithShape="1">
          <a:blip r:embed="rId3">
            <a:alphaModFix/>
          </a:blip>
          <a:srcRect/>
          <a:stretch/>
        </p:blipFill>
        <p:spPr>
          <a:xfrm rot="-1107206">
            <a:off x="292166" y="2423508"/>
            <a:ext cx="485211" cy="491419"/>
          </a:xfrm>
          <a:prstGeom prst="rect">
            <a:avLst/>
          </a:prstGeom>
          <a:noFill/>
          <a:ln>
            <a:noFill/>
          </a:ln>
        </p:spPr>
      </p:pic>
      <p:pic>
        <p:nvPicPr>
          <p:cNvPr id="4399" name="Google Shape;4399;p153" descr="alt=&quot;&quot;"/>
          <p:cNvPicPr preferRelativeResize="0"/>
          <p:nvPr/>
        </p:nvPicPr>
        <p:blipFill rotWithShape="1">
          <a:blip r:embed="rId3">
            <a:alphaModFix/>
          </a:blip>
          <a:srcRect/>
          <a:stretch/>
        </p:blipFill>
        <p:spPr>
          <a:xfrm rot="450588">
            <a:off x="390984" y="3078575"/>
            <a:ext cx="189095" cy="19153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51 NoC">
  <p:cSld name="TITLE_1_1_1_1_1_1_1_1_1_1_1_1_1_1_1_1_1_1_1_1_1_1_1_1_1_1_1_1_1_1_1_1_1_1_1_1_1_1_1_1_1_1_1_1_1_1_1_1_1_2">
    <p:bg>
      <p:bgPr>
        <a:solidFill>
          <a:srgbClr val="CFE9FE"/>
        </a:solidFill>
        <a:effectLst/>
      </p:bgPr>
    </p:bg>
    <p:spTree>
      <p:nvGrpSpPr>
        <p:cNvPr id="1" name="Shape 4400"/>
        <p:cNvGrpSpPr/>
        <p:nvPr/>
      </p:nvGrpSpPr>
      <p:grpSpPr>
        <a:xfrm>
          <a:off x="0" y="0"/>
          <a:ext cx="0" cy="0"/>
          <a:chOff x="0" y="0"/>
          <a:chExt cx="0" cy="0"/>
        </a:xfrm>
      </p:grpSpPr>
      <p:sp>
        <p:nvSpPr>
          <p:cNvPr id="4401" name="Google Shape;4401;p154"/>
          <p:cNvSpPr txBox="1"/>
          <p:nvPr/>
        </p:nvSpPr>
        <p:spPr>
          <a:xfrm>
            <a:off x="864324" y="864108"/>
            <a:ext cx="15146400" cy="1256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4402" name="Google Shape;4402;p154" title="alt=&quot;&quot;"/>
          <p:cNvSpPr/>
          <p:nvPr/>
        </p:nvSpPr>
        <p:spPr>
          <a:xfrm>
            <a:off x="858159" y="2761300"/>
            <a:ext cx="16536000" cy="6256500"/>
          </a:xfrm>
          <a:prstGeom prst="roundRect">
            <a:avLst>
              <a:gd name="adj" fmla="val 3384"/>
            </a:avLst>
          </a:prstGeom>
          <a:solidFill>
            <a:srgbClr val="FFFFFF"/>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None/>
            </a:pPr>
            <a:endParaRPr sz="2100" b="0" i="0" u="none" strike="noStrike" cap="none">
              <a:solidFill>
                <a:srgbClr val="FFFFFF"/>
              </a:solidFill>
              <a:latin typeface="Salesforce Sans"/>
              <a:ea typeface="Salesforce Sans"/>
              <a:cs typeface="Salesforce Sans"/>
              <a:sym typeface="Salesforce Sans"/>
            </a:endParaRPr>
          </a:p>
        </p:txBody>
      </p:sp>
      <p:pic>
        <p:nvPicPr>
          <p:cNvPr id="4403" name="Google Shape;4403;p1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04" name="Google Shape;4404;p154"/>
          <p:cNvPicPr preferRelativeResize="0"/>
          <p:nvPr/>
        </p:nvPicPr>
        <p:blipFill rotWithShape="1">
          <a:blip r:embed="rId3">
            <a:alphaModFix/>
          </a:blip>
          <a:srcRect l="3941" t="17734" r="72741" b="20754"/>
          <a:stretch/>
        </p:blipFill>
        <p:spPr>
          <a:xfrm>
            <a:off x="1486825" y="3902925"/>
            <a:ext cx="3656673" cy="3786776"/>
          </a:xfrm>
          <a:prstGeom prst="rect">
            <a:avLst/>
          </a:prstGeom>
          <a:noFill/>
          <a:ln>
            <a:noFill/>
          </a:ln>
        </p:spPr>
      </p:pic>
      <p:sp>
        <p:nvSpPr>
          <p:cNvPr id="4405" name="Google Shape;4405;p154"/>
          <p:cNvSpPr txBox="1"/>
          <p:nvPr/>
        </p:nvSpPr>
        <p:spPr>
          <a:xfrm>
            <a:off x="6118768" y="4068438"/>
            <a:ext cx="9777000" cy="344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lang="en" sz="4263" b="1">
                <a:solidFill>
                  <a:srgbClr val="003366"/>
                </a:solidFill>
                <a:latin typeface="Salesforce Sans"/>
                <a:ea typeface="Salesforce Sans"/>
                <a:cs typeface="Salesforce Sans"/>
                <a:sym typeface="Salesforce Sans"/>
              </a:rPr>
              <a:t>The contents </a:t>
            </a:r>
            <a:br>
              <a:rPr lang="en" sz="4263" b="1">
                <a:solidFill>
                  <a:srgbClr val="003366"/>
                </a:solidFill>
                <a:latin typeface="Salesforce Sans"/>
                <a:ea typeface="Salesforce Sans"/>
                <a:cs typeface="Salesforce Sans"/>
                <a:sym typeface="Salesforce Sans"/>
              </a:rPr>
            </a:br>
            <a:r>
              <a:rPr lang="en" sz="4263" b="1">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1 Blank Gradient Reverse">
  <p:cSld name="CUSTOM_4">
    <p:bg>
      <p:bgPr>
        <a:gradFill>
          <a:gsLst>
            <a:gs pos="0">
              <a:srgbClr val="90D0FE"/>
            </a:gs>
            <a:gs pos="100000">
              <a:srgbClr val="EAF5FE"/>
            </a:gs>
          </a:gsLst>
          <a:lin ang="5400012" scaled="0"/>
        </a:gradFill>
        <a:effectLst/>
      </p:bgPr>
    </p:bg>
    <p:spTree>
      <p:nvGrpSpPr>
        <p:cNvPr id="1" name="Shape 440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matchingName="Blank">
  <p:cSld name="TITLE_1_4">
    <p:bg>
      <p:bgPr>
        <a:solidFill>
          <a:srgbClr val="CFE9FE"/>
        </a:solidFill>
        <a:effectLst/>
      </p:bgPr>
    </p:bg>
    <p:spTree>
      <p:nvGrpSpPr>
        <p:cNvPr id="1" name="Shape 4407"/>
        <p:cNvGrpSpPr/>
        <p:nvPr/>
      </p:nvGrpSpPr>
      <p:grpSpPr>
        <a:xfrm>
          <a:off x="0" y="0"/>
          <a:ext cx="0" cy="0"/>
          <a:chOff x="0" y="0"/>
          <a:chExt cx="0" cy="0"/>
        </a:xfrm>
      </p:grpSpPr>
      <p:sp>
        <p:nvSpPr>
          <p:cNvPr id="4408" name="Google Shape;4408;p156"/>
          <p:cNvSpPr txBox="1">
            <a:spLocks noGrp="1"/>
          </p:cNvSpPr>
          <p:nvPr>
            <p:ph type="sldNum" idx="12"/>
          </p:nvPr>
        </p:nvSpPr>
        <p:spPr>
          <a:xfrm>
            <a:off x="24383999" y="9204037"/>
            <a:ext cx="4267200" cy="660900"/>
          </a:xfrm>
          <a:prstGeom prst="rect">
            <a:avLst/>
          </a:prstGeom>
          <a:noFill/>
          <a:ln>
            <a:noFill/>
          </a:ln>
        </p:spPr>
        <p:txBody>
          <a:bodyPr spcFirstLastPara="1" wrap="square" lIns="182825" tIns="182825" rIns="182825" bIns="182825" anchor="ctr" anchorCtr="0">
            <a:normAutofit/>
          </a:bodyPr>
          <a:lstStyle>
            <a:lvl1pPr marL="0" lvl="0"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marL="0" lvl="1"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marL="0" lvl="2"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marL="0" lvl="3"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marL="0" lvl="4"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marL="0" lvl="5"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marL="0" lvl="6"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marL="0" lvl="7"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marL="0" lvl="8" indent="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b="0" i="0" u="none" strike="noStrike" cap="non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2 Logo with Light Stage">
  <p:cSld name="CUSTOM_1_1">
    <p:bg>
      <p:bgPr>
        <a:solidFill>
          <a:srgbClr val="CFE9FE"/>
        </a:solidFill>
        <a:effectLst/>
      </p:bgPr>
    </p:bg>
    <p:spTree>
      <p:nvGrpSpPr>
        <p:cNvPr id="1" name="Shape 4409"/>
        <p:cNvGrpSpPr/>
        <p:nvPr/>
      </p:nvGrpSpPr>
      <p:grpSpPr>
        <a:xfrm>
          <a:off x="0" y="0"/>
          <a:ext cx="0" cy="0"/>
          <a:chOff x="0" y="0"/>
          <a:chExt cx="0" cy="0"/>
        </a:xfrm>
      </p:grpSpPr>
      <p:pic>
        <p:nvPicPr>
          <p:cNvPr id="4410" name="Google Shape;4410;p157"/>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4411" name="Google Shape;4411;p157"/>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33 Aubergine product">
  <p:cSld name="TITLE_1_1_1_1_1_1_1_1_1_1_1_1_1_1_1_1_1_1_1_1_1_1_1_1_1_1_1_1_2_1_1_1_1_1_1_1_1_1">
    <p:bg>
      <p:bgPr>
        <a:solidFill>
          <a:srgbClr val="CFE9FE"/>
        </a:solidFill>
        <a:effectLst/>
      </p:bgPr>
    </p:bg>
    <p:spTree>
      <p:nvGrpSpPr>
        <p:cNvPr id="1" name="Shape 4412"/>
        <p:cNvGrpSpPr/>
        <p:nvPr/>
      </p:nvGrpSpPr>
      <p:grpSpPr>
        <a:xfrm>
          <a:off x="0" y="0"/>
          <a:ext cx="0" cy="0"/>
          <a:chOff x="0" y="0"/>
          <a:chExt cx="0" cy="0"/>
        </a:xfrm>
      </p:grpSpPr>
      <p:pic>
        <p:nvPicPr>
          <p:cNvPr id="4413" name="Google Shape;4413;p158" title="slack-bg.jp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33 Sales Cloud">
  <p:cSld name="TITLE_1_1_1_1_1_1_1_1_1_1_1_1_1_1_1_1_1_1_1_1_1_1_1_1_1_1_1_1_2_1_1">
    <p:bg>
      <p:bgPr>
        <a:solidFill>
          <a:srgbClr val="CFE9FE"/>
        </a:solidFill>
        <a:effectLst/>
      </p:bgPr>
    </p:bg>
    <p:spTree>
      <p:nvGrpSpPr>
        <p:cNvPr id="1" name="Shape 4414"/>
        <p:cNvGrpSpPr/>
        <p:nvPr/>
      </p:nvGrpSpPr>
      <p:grpSpPr>
        <a:xfrm>
          <a:off x="0" y="0"/>
          <a:ext cx="0" cy="0"/>
          <a:chOff x="0" y="0"/>
          <a:chExt cx="0" cy="0"/>
        </a:xfrm>
      </p:grpSpPr>
      <p:pic>
        <p:nvPicPr>
          <p:cNvPr id="4415" name="Google Shape;4415;p159"/>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6" name="Google Shape;4416;p159"/>
          <p:cNvPicPr preferRelativeResize="0"/>
          <p:nvPr/>
        </p:nvPicPr>
        <p:blipFill>
          <a:blip r:embed="rId3">
            <a:alphaModFix/>
          </a:blip>
          <a:stretch>
            <a:fillRect/>
          </a:stretch>
        </p:blipFill>
        <p:spPr>
          <a:xfrm>
            <a:off x="34" y="0"/>
            <a:ext cx="18287933" cy="10287000"/>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33 Service">
  <p:cSld name="TITLE_1_1_1_1_1_1_1_1_1_1_1_1_1_1_1_1_1_1_1_1_1_1_1_1_1_1_1_1_2_1_1_1">
    <p:bg>
      <p:bgPr>
        <a:solidFill>
          <a:srgbClr val="CFE9FE"/>
        </a:solidFill>
        <a:effectLst/>
      </p:bgPr>
    </p:bg>
    <p:spTree>
      <p:nvGrpSpPr>
        <p:cNvPr id="1" name="Shape 4417"/>
        <p:cNvGrpSpPr/>
        <p:nvPr/>
      </p:nvGrpSpPr>
      <p:grpSpPr>
        <a:xfrm>
          <a:off x="0" y="0"/>
          <a:ext cx="0" cy="0"/>
          <a:chOff x="0" y="0"/>
          <a:chExt cx="0" cy="0"/>
        </a:xfrm>
      </p:grpSpPr>
      <p:pic>
        <p:nvPicPr>
          <p:cNvPr id="4418" name="Google Shape;4418;p16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9" name="Google Shape;4419;p160" title="service-bg.jpg"/>
          <p:cNvPicPr preferRelativeResize="0"/>
          <p:nvPr/>
        </p:nvPicPr>
        <p:blipFill rotWithShape="1">
          <a:blip r:embed="rId3">
            <a:alphaModFix/>
          </a:blip>
          <a:srcRect/>
          <a:stretch/>
        </p:blipFill>
        <p:spPr>
          <a:xfrm>
            <a:off x="0" y="0"/>
            <a:ext cx="18288000" cy="1028700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33 Electric Blue product">
  <p:cSld name="TITLE_1_1_1_1_1_1_1_1_1_1_1_1_1_1_1_1_1_1_1_1_1_1_1_1_1_1_1_1_2_1_1_1_1_1_1_1_1_2">
    <p:bg>
      <p:bgPr>
        <a:solidFill>
          <a:srgbClr val="CFE9FE"/>
        </a:solidFill>
        <a:effectLst/>
      </p:bgPr>
    </p:bg>
    <p:spTree>
      <p:nvGrpSpPr>
        <p:cNvPr id="1" name="Shape 4420"/>
        <p:cNvGrpSpPr/>
        <p:nvPr/>
      </p:nvGrpSpPr>
      <p:grpSpPr>
        <a:xfrm>
          <a:off x="0" y="0"/>
          <a:ext cx="0" cy="0"/>
          <a:chOff x="0" y="0"/>
          <a:chExt cx="0" cy="0"/>
        </a:xfrm>
      </p:grpSpPr>
      <p:pic>
        <p:nvPicPr>
          <p:cNvPr id="4421" name="Google Shape;4421;p161" title="DF Slides for conversion_1920x1080.001.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33 Marketing">
  <p:cSld name="TITLE_1_1_1_1_1_1_1_1_1_1_1_1_1_1_1_1_1_1_1_1_1_1_1_1_1_1_1_1_2_1_1_1_1">
    <p:bg>
      <p:bgPr>
        <a:solidFill>
          <a:srgbClr val="CFE9FE"/>
        </a:solidFill>
        <a:effectLst/>
      </p:bgPr>
    </p:bg>
    <p:spTree>
      <p:nvGrpSpPr>
        <p:cNvPr id="1" name="Shape 4422"/>
        <p:cNvGrpSpPr/>
        <p:nvPr/>
      </p:nvGrpSpPr>
      <p:grpSpPr>
        <a:xfrm>
          <a:off x="0" y="0"/>
          <a:ext cx="0" cy="0"/>
          <a:chOff x="0" y="0"/>
          <a:chExt cx="0" cy="0"/>
        </a:xfrm>
      </p:grpSpPr>
      <p:pic>
        <p:nvPicPr>
          <p:cNvPr id="4423" name="Google Shape;4423;p162" title="mktg-bg.jpeg"/>
          <p:cNvPicPr preferRelativeResize="0"/>
          <p:nvPr/>
        </p:nvPicPr>
        <p:blipFill rotWithShape="1">
          <a:blip r:embed="rId2">
            <a:alphaModFix/>
          </a:blip>
          <a:srcRect l="338" r="338"/>
          <a:stretch/>
        </p:blipFill>
        <p:spPr>
          <a:xfrm>
            <a:off x="-53754" y="-68029"/>
            <a:ext cx="18470952" cy="10461074"/>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33 Commerce">
  <p:cSld name="TITLE_1_1_1_1_1_1_1_1_1_1_1_1_1_1_1_1_1_1_1_1_1_1_1_1_1_1_1_1_2_1_1_1_1_1">
    <p:bg>
      <p:bgPr>
        <a:solidFill>
          <a:srgbClr val="CFE9FE"/>
        </a:solidFill>
        <a:effectLst/>
      </p:bgPr>
    </p:bg>
    <p:spTree>
      <p:nvGrpSpPr>
        <p:cNvPr id="1" name="Shape 4424"/>
        <p:cNvGrpSpPr/>
        <p:nvPr/>
      </p:nvGrpSpPr>
      <p:grpSpPr>
        <a:xfrm>
          <a:off x="0" y="0"/>
          <a:ext cx="0" cy="0"/>
          <a:chOff x="0" y="0"/>
          <a:chExt cx="0" cy="0"/>
        </a:xfrm>
      </p:grpSpPr>
      <p:pic>
        <p:nvPicPr>
          <p:cNvPr id="4425" name="Google Shape;4425;p163" title="commerce-bg.jp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33 Tableau">
  <p:cSld name="TITLE_1_1_1_1_1_1_1_1_1_1_1_1_1_1_1_1_1_1_1_1_1_1_1_1_1_1_1_1_2_1_1_1_1_1_1">
    <p:bg>
      <p:bgPr>
        <a:solidFill>
          <a:srgbClr val="CFE9FE"/>
        </a:solidFill>
        <a:effectLst/>
      </p:bgPr>
    </p:bg>
    <p:spTree>
      <p:nvGrpSpPr>
        <p:cNvPr id="1" name="Shape 4426"/>
        <p:cNvGrpSpPr/>
        <p:nvPr/>
      </p:nvGrpSpPr>
      <p:grpSpPr>
        <a:xfrm>
          <a:off x="0" y="0"/>
          <a:ext cx="0" cy="0"/>
          <a:chOff x="0" y="0"/>
          <a:chExt cx="0" cy="0"/>
        </a:xfrm>
      </p:grpSpPr>
      <p:pic>
        <p:nvPicPr>
          <p:cNvPr id="4427" name="Google Shape;4427;p164" title="DF Slides for conversion_1920x1080 (6).005.jpeg"/>
          <p:cNvPicPr preferRelativeResize="0"/>
          <p:nvPr/>
        </p:nvPicPr>
        <p:blipFill rotWithShape="1">
          <a:blip r:embed="rId2">
            <a:alphaModFix/>
          </a:blip>
          <a:srcRect l="338" r="338"/>
          <a:stretch/>
        </p:blipFill>
        <p:spPr>
          <a:xfrm>
            <a:off x="-53754" y="-68029"/>
            <a:ext cx="18470947" cy="10461074"/>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33 Purple Data">
  <p:cSld name="TITLE_1_1_1_1_1_1_1_1_1_1_1_1_1_1_1_1_1_1_1_1_1_1_1_1_1_1_1_1_2_1_1_1_1_1_1_1_1_1_1">
    <p:bg>
      <p:bgPr>
        <a:solidFill>
          <a:srgbClr val="CFE9FE"/>
        </a:solidFill>
        <a:effectLst/>
      </p:bgPr>
    </p:bg>
    <p:spTree>
      <p:nvGrpSpPr>
        <p:cNvPr id="1" name="Shape 4428"/>
        <p:cNvGrpSpPr/>
        <p:nvPr/>
      </p:nvGrpSpPr>
      <p:grpSpPr>
        <a:xfrm>
          <a:off x="0" y="0"/>
          <a:ext cx="0" cy="0"/>
          <a:chOff x="0" y="0"/>
          <a:chExt cx="0" cy="0"/>
        </a:xfrm>
      </p:grpSpPr>
      <p:pic>
        <p:nvPicPr>
          <p:cNvPr id="4429" name="Google Shape;4429;p165" title="Purple.png"/>
          <p:cNvPicPr preferRelativeResize="0"/>
          <p:nvPr/>
        </p:nvPicPr>
        <p:blipFill rotWithShape="1">
          <a:blip r:embed="rId2">
            <a:alphaModFix/>
          </a:blip>
          <a:srcRect/>
          <a:stretch/>
        </p:blipFill>
        <p:spPr>
          <a:xfrm>
            <a:off x="0" y="0"/>
            <a:ext cx="18288000" cy="10287005"/>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matchingName="BLANK" type="tx">
  <p:cSld name="TITLE_AND_BODY">
    <p:spTree>
      <p:nvGrpSpPr>
        <p:cNvPr id="1" name="Shape 4430"/>
        <p:cNvGrpSpPr/>
        <p:nvPr/>
      </p:nvGrpSpPr>
      <p:grpSpPr>
        <a:xfrm>
          <a:off x="0" y="0"/>
          <a:ext cx="0" cy="0"/>
          <a:chOff x="0" y="0"/>
          <a:chExt cx="0" cy="0"/>
        </a:xfrm>
      </p:grpSpPr>
      <p:sp>
        <p:nvSpPr>
          <p:cNvPr id="4431" name="Google Shape;4431;p166"/>
          <p:cNvSpPr txBox="1">
            <a:spLocks noGrp="1"/>
          </p:cNvSpPr>
          <p:nvPr>
            <p:ph type="sldNum" idx="12"/>
          </p:nvPr>
        </p:nvSpPr>
        <p:spPr>
          <a:xfrm>
            <a:off x="8839199" y="9258299"/>
            <a:ext cx="4267200" cy="277200"/>
          </a:xfrm>
          <a:prstGeom prst="rect">
            <a:avLst/>
          </a:prstGeom>
          <a:noFill/>
          <a:ln>
            <a:noFill/>
          </a:ln>
        </p:spPr>
        <p:txBody>
          <a:bodyPr spcFirstLastPara="1" wrap="square" lIns="45725" tIns="45725" rIns="45725" bIns="45725" anchor="ctr" anchorCtr="0">
            <a:spAutoFit/>
          </a:bodyPr>
          <a:lstStyle>
            <a:lvl1pPr marL="0" lvl="0"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marL="0" lvl="1"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marL="0" lvl="2"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marL="0" lvl="3"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marL="0" lvl="4"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marL="0" lvl="5"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marL="0" lvl="6"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marL="0" lvl="7"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marL="0" lvl="8"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28 Statement 1 1">
  <p:cSld name="TITLE_1_1_1_1_1_1_1_1_1_1_1_1_1_1_1_1_1_1_1_1_1_1_1_1_1_1_1_2">
    <p:bg>
      <p:bgPr>
        <a:solidFill>
          <a:srgbClr val="CFE9FE"/>
        </a:solidFill>
        <a:effectLst/>
      </p:bgPr>
    </p:bg>
    <p:spTree>
      <p:nvGrpSpPr>
        <p:cNvPr id="1" name="Shape 4432"/>
        <p:cNvGrpSpPr/>
        <p:nvPr/>
      </p:nvGrpSpPr>
      <p:grpSpPr>
        <a:xfrm>
          <a:off x="0" y="0"/>
          <a:ext cx="0" cy="0"/>
          <a:chOff x="0" y="0"/>
          <a:chExt cx="0" cy="0"/>
        </a:xfrm>
      </p:grpSpPr>
      <p:pic>
        <p:nvPicPr>
          <p:cNvPr id="4433" name="Google Shape;4433;p16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34" name="Google Shape;4434;p167"/>
          <p:cNvSpPr txBox="1">
            <a:spLocks noGrp="1"/>
          </p:cNvSpPr>
          <p:nvPr>
            <p:ph type="title"/>
          </p:nvPr>
        </p:nvSpPr>
        <p:spPr>
          <a:xfrm>
            <a:off x="1133475" y="3705225"/>
            <a:ext cx="16020900" cy="30909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matchingName="Industry_Payer">
  <p:cSld name="TITLE_AND_BODY_5_1">
    <p:spTree>
      <p:nvGrpSpPr>
        <p:cNvPr id="1" name="Shape 4435"/>
        <p:cNvGrpSpPr/>
        <p:nvPr/>
      </p:nvGrpSpPr>
      <p:grpSpPr>
        <a:xfrm>
          <a:off x="0" y="0"/>
          <a:ext cx="0" cy="0"/>
          <a:chOff x="0" y="0"/>
          <a:chExt cx="0" cy="0"/>
        </a:xfrm>
      </p:grpSpPr>
      <p:sp>
        <p:nvSpPr>
          <p:cNvPr id="4436" name="Google Shape;4436;p168"/>
          <p:cNvSpPr txBox="1">
            <a:spLocks noGrp="1"/>
          </p:cNvSpPr>
          <p:nvPr>
            <p:ph type="sldNum" idx="12"/>
          </p:nvPr>
        </p:nvSpPr>
        <p:spPr>
          <a:xfrm>
            <a:off x="8839199" y="9258299"/>
            <a:ext cx="4267200" cy="277200"/>
          </a:xfrm>
          <a:prstGeom prst="rect">
            <a:avLst/>
          </a:prstGeom>
          <a:noFill/>
          <a:ln>
            <a:noFill/>
          </a:ln>
        </p:spPr>
        <p:txBody>
          <a:bodyPr spcFirstLastPara="1" wrap="square" lIns="45725" tIns="45725" rIns="45725" bIns="45725" anchor="ctr" anchorCtr="0">
            <a:spAutoFit/>
          </a:bodyPr>
          <a:lstStyle>
            <a:lvl1pPr marL="0" lvl="0"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marL="0" lvl="1"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marL="0" lvl="2"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marL="0" lvl="3"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marL="0" lvl="4"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marL="0" lvl="5"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marL="0" lvl="6"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marL="0" lvl="7"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marL="0" lvl="8" indent="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sz="1400"/>
          </a:p>
        </p:txBody>
      </p:sp>
      <p:sp>
        <p:nvSpPr>
          <p:cNvPr id="4437" name="Google Shape;4437;p168"/>
          <p:cNvSpPr/>
          <p:nvPr/>
        </p:nvSpPr>
        <p:spPr>
          <a:xfrm>
            <a:off x="755165"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38" name="Google Shape;4438;p168"/>
          <p:cNvSpPr txBox="1"/>
          <p:nvPr/>
        </p:nvSpPr>
        <p:spPr>
          <a:xfrm>
            <a:off x="869852"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439" name="Google Shape;4439;p168"/>
          <p:cNvSpPr txBox="1"/>
          <p:nvPr/>
        </p:nvSpPr>
        <p:spPr>
          <a:xfrm>
            <a:off x="2362728" y="1633538"/>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440" name="Google Shape;4440;p168"/>
          <p:cNvSpPr txBox="1"/>
          <p:nvPr/>
        </p:nvSpPr>
        <p:spPr>
          <a:xfrm>
            <a:off x="888815" y="2036196"/>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41" name="Google Shape;4441;p168"/>
          <p:cNvSpPr txBox="1"/>
          <p:nvPr/>
        </p:nvSpPr>
        <p:spPr>
          <a:xfrm>
            <a:off x="3726784"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442" name="Google Shape;4442;p168"/>
          <p:cNvSpPr/>
          <p:nvPr/>
        </p:nvSpPr>
        <p:spPr>
          <a:xfrm>
            <a:off x="755165" y="4315542"/>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43" name="Google Shape;4443;p168"/>
          <p:cNvSpPr txBox="1"/>
          <p:nvPr/>
        </p:nvSpPr>
        <p:spPr>
          <a:xfrm>
            <a:off x="888815" y="4415742"/>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4444" name="Google Shape;4444;p168"/>
          <p:cNvSpPr txBox="1"/>
          <p:nvPr/>
        </p:nvSpPr>
        <p:spPr>
          <a:xfrm>
            <a:off x="2362728" y="9549792"/>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Distribution Channel Management</a:t>
            </a:r>
            <a:endParaRPr sz="1600"/>
          </a:p>
        </p:txBody>
      </p:sp>
      <p:sp>
        <p:nvSpPr>
          <p:cNvPr id="4445" name="Google Shape;4445;p168"/>
          <p:cNvSpPr txBox="1"/>
          <p:nvPr/>
        </p:nvSpPr>
        <p:spPr>
          <a:xfrm>
            <a:off x="2362728" y="923293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Event Mgmt</a:t>
            </a:r>
            <a:endParaRPr sz="1600"/>
          </a:p>
        </p:txBody>
      </p:sp>
      <p:sp>
        <p:nvSpPr>
          <p:cNvPr id="4446" name="Google Shape;4446;p168"/>
          <p:cNvSpPr txBox="1"/>
          <p:nvPr/>
        </p:nvSpPr>
        <p:spPr>
          <a:xfrm>
            <a:off x="2362728" y="1936129"/>
            <a:ext cx="830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Brand Mgmt</a:t>
            </a:r>
            <a:endParaRPr sz="1600"/>
          </a:p>
        </p:txBody>
      </p:sp>
      <p:sp>
        <p:nvSpPr>
          <p:cNvPr id="4447" name="Google Shape;4447;p168"/>
          <p:cNvSpPr txBox="1"/>
          <p:nvPr/>
        </p:nvSpPr>
        <p:spPr>
          <a:xfrm>
            <a:off x="2362728" y="2102682"/>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Competitive</a:t>
            </a:r>
            <a:r>
              <a:rPr lang="en" sz="900" b="1" i="0" u="none" strike="noStrike" cap="none">
                <a:solidFill>
                  <a:srgbClr val="066AFE"/>
                </a:solidFill>
                <a:latin typeface="Arial"/>
                <a:ea typeface="Arial"/>
                <a:cs typeface="Arial"/>
                <a:sym typeface="Arial"/>
              </a:rPr>
              <a:t> </a:t>
            </a:r>
            <a:r>
              <a:rPr lang="en" sz="900" b="1" i="0" u="none" strike="noStrike" cap="none">
                <a:solidFill>
                  <a:srgbClr val="066AFE"/>
                </a:solidFill>
                <a:latin typeface="Salesforce Sans"/>
                <a:ea typeface="Salesforce Sans"/>
                <a:cs typeface="Salesforce Sans"/>
                <a:sym typeface="Salesforce Sans"/>
              </a:rPr>
              <a:t>Intelligence</a:t>
            </a:r>
            <a:endParaRPr sz="1600"/>
          </a:p>
        </p:txBody>
      </p:sp>
      <p:sp>
        <p:nvSpPr>
          <p:cNvPr id="4448" name="Google Shape;4448;p168"/>
          <p:cNvSpPr txBox="1"/>
          <p:nvPr/>
        </p:nvSpPr>
        <p:spPr>
          <a:xfrm>
            <a:off x="2362728" y="4308833"/>
            <a:ext cx="11301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Network Development (Adequacy/ Capacity Plan)</a:t>
            </a:r>
            <a:endParaRPr sz="1600"/>
          </a:p>
        </p:txBody>
      </p:sp>
      <p:sp>
        <p:nvSpPr>
          <p:cNvPr id="4449" name="Google Shape;4449;p168"/>
          <p:cNvSpPr txBox="1"/>
          <p:nvPr/>
        </p:nvSpPr>
        <p:spPr>
          <a:xfrm>
            <a:off x="2362728" y="522521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Application &amp; Credentialing</a:t>
            </a:r>
            <a:endParaRPr sz="1600"/>
          </a:p>
        </p:txBody>
      </p:sp>
      <p:sp>
        <p:nvSpPr>
          <p:cNvPr id="4450" name="Google Shape;4450;p168"/>
          <p:cNvSpPr txBox="1"/>
          <p:nvPr/>
        </p:nvSpPr>
        <p:spPr>
          <a:xfrm>
            <a:off x="2362728" y="659808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Relationship Mgmt</a:t>
            </a:r>
            <a:endParaRPr sz="1600"/>
          </a:p>
        </p:txBody>
      </p:sp>
      <p:sp>
        <p:nvSpPr>
          <p:cNvPr id="4451" name="Google Shape;4451;p168"/>
          <p:cNvSpPr txBox="1"/>
          <p:nvPr/>
        </p:nvSpPr>
        <p:spPr>
          <a:xfrm>
            <a:off x="2362728" y="2567787"/>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Product &amp; Benefit Development</a:t>
            </a:r>
            <a:endParaRPr sz="1600"/>
          </a:p>
        </p:txBody>
      </p:sp>
      <p:sp>
        <p:nvSpPr>
          <p:cNvPr id="4452" name="Google Shape;4452;p168"/>
          <p:cNvSpPr txBox="1"/>
          <p:nvPr/>
        </p:nvSpPr>
        <p:spPr>
          <a:xfrm>
            <a:off x="2362728" y="4913630"/>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Network Recruitment</a:t>
            </a:r>
            <a:endParaRPr sz="1600"/>
          </a:p>
        </p:txBody>
      </p:sp>
      <p:sp>
        <p:nvSpPr>
          <p:cNvPr id="4453" name="Google Shape;4453;p168"/>
          <p:cNvSpPr txBox="1"/>
          <p:nvPr/>
        </p:nvSpPr>
        <p:spPr>
          <a:xfrm>
            <a:off x="2362728" y="5854818"/>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Fee Schedule Mgmt</a:t>
            </a:r>
            <a:endParaRPr sz="1600"/>
          </a:p>
        </p:txBody>
      </p:sp>
      <p:sp>
        <p:nvSpPr>
          <p:cNvPr id="4454" name="Google Shape;4454;p168"/>
          <p:cNvSpPr txBox="1"/>
          <p:nvPr/>
        </p:nvSpPr>
        <p:spPr>
          <a:xfrm>
            <a:off x="2362728" y="8699450"/>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Campaign  Mgmt</a:t>
            </a:r>
            <a:endParaRPr sz="1600"/>
          </a:p>
        </p:txBody>
      </p:sp>
      <p:sp>
        <p:nvSpPr>
          <p:cNvPr id="4455" name="Google Shape;4455;p168"/>
          <p:cNvSpPr txBox="1"/>
          <p:nvPr/>
        </p:nvSpPr>
        <p:spPr>
          <a:xfrm>
            <a:off x="2362728" y="7795463"/>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Digital  Marketing</a:t>
            </a:r>
            <a:endParaRPr sz="1600"/>
          </a:p>
        </p:txBody>
      </p:sp>
      <p:sp>
        <p:nvSpPr>
          <p:cNvPr id="4456" name="Google Shape;4456;p168"/>
          <p:cNvSpPr txBox="1"/>
          <p:nvPr/>
        </p:nvSpPr>
        <p:spPr>
          <a:xfrm>
            <a:off x="2362728" y="4111897"/>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Formulary Mgmt</a:t>
            </a:r>
            <a:endParaRPr sz="1600"/>
          </a:p>
        </p:txBody>
      </p:sp>
      <p:sp>
        <p:nvSpPr>
          <p:cNvPr id="4457" name="Google Shape;4457;p168"/>
          <p:cNvSpPr txBox="1"/>
          <p:nvPr/>
        </p:nvSpPr>
        <p:spPr>
          <a:xfrm>
            <a:off x="2362728" y="7324122"/>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Provider Network Maintenance &amp; Optimization</a:t>
            </a:r>
            <a:endParaRPr sz="1600"/>
          </a:p>
        </p:txBody>
      </p:sp>
      <p:sp>
        <p:nvSpPr>
          <p:cNvPr id="4458" name="Google Shape;4458;p168"/>
          <p:cNvSpPr txBox="1"/>
          <p:nvPr/>
        </p:nvSpPr>
        <p:spPr>
          <a:xfrm>
            <a:off x="2362728" y="9062201"/>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Lead Gen</a:t>
            </a:r>
            <a:endParaRPr sz="1600"/>
          </a:p>
        </p:txBody>
      </p:sp>
      <p:sp>
        <p:nvSpPr>
          <p:cNvPr id="4459" name="Google Shape;4459;p168"/>
          <p:cNvSpPr/>
          <p:nvPr/>
        </p:nvSpPr>
        <p:spPr>
          <a:xfrm>
            <a:off x="755165" y="781966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0" name="Google Shape;4460;p168"/>
          <p:cNvSpPr txBox="1"/>
          <p:nvPr/>
        </p:nvSpPr>
        <p:spPr>
          <a:xfrm>
            <a:off x="888815" y="7881761"/>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61" name="Google Shape;4461;p168"/>
          <p:cNvSpPr/>
          <p:nvPr/>
        </p:nvSpPr>
        <p:spPr>
          <a:xfrm>
            <a:off x="755165" y="926030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2" name="Google Shape;4462;p168"/>
          <p:cNvSpPr txBox="1"/>
          <p:nvPr/>
        </p:nvSpPr>
        <p:spPr>
          <a:xfrm>
            <a:off x="888848" y="9322407"/>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463" name="Google Shape;4463;p168"/>
          <p:cNvSpPr/>
          <p:nvPr/>
        </p:nvSpPr>
        <p:spPr>
          <a:xfrm>
            <a:off x="3596345" y="2280568"/>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4" name="Google Shape;4464;p168"/>
          <p:cNvSpPr/>
          <p:nvPr/>
        </p:nvSpPr>
        <p:spPr>
          <a:xfrm>
            <a:off x="3596345" y="243445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5" name="Google Shape;4465;p168"/>
          <p:cNvSpPr/>
          <p:nvPr/>
        </p:nvSpPr>
        <p:spPr>
          <a:xfrm>
            <a:off x="3596345" y="258833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6" name="Google Shape;4466;p168"/>
          <p:cNvSpPr/>
          <p:nvPr/>
        </p:nvSpPr>
        <p:spPr>
          <a:xfrm>
            <a:off x="3596345" y="274221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7" name="Google Shape;4467;p168"/>
          <p:cNvSpPr/>
          <p:nvPr/>
        </p:nvSpPr>
        <p:spPr>
          <a:xfrm>
            <a:off x="3596345" y="289610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8" name="Google Shape;4468;p168"/>
          <p:cNvSpPr/>
          <p:nvPr/>
        </p:nvSpPr>
        <p:spPr>
          <a:xfrm>
            <a:off x="3596345" y="30499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69" name="Google Shape;4469;p168"/>
          <p:cNvSpPr/>
          <p:nvPr/>
        </p:nvSpPr>
        <p:spPr>
          <a:xfrm>
            <a:off x="3596345" y="320386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0" name="Google Shape;4470;p168"/>
          <p:cNvSpPr/>
          <p:nvPr/>
        </p:nvSpPr>
        <p:spPr>
          <a:xfrm>
            <a:off x="3596345" y="335775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1" name="Google Shape;4471;p168"/>
          <p:cNvSpPr/>
          <p:nvPr/>
        </p:nvSpPr>
        <p:spPr>
          <a:xfrm>
            <a:off x="3596345" y="351163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2" name="Google Shape;4472;p168"/>
          <p:cNvSpPr/>
          <p:nvPr/>
        </p:nvSpPr>
        <p:spPr>
          <a:xfrm>
            <a:off x="3596345" y="366551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3" name="Google Shape;4473;p168"/>
          <p:cNvSpPr/>
          <p:nvPr/>
        </p:nvSpPr>
        <p:spPr>
          <a:xfrm>
            <a:off x="3596345" y="3819400"/>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4" name="Google Shape;4474;p168"/>
          <p:cNvSpPr/>
          <p:nvPr/>
        </p:nvSpPr>
        <p:spPr>
          <a:xfrm>
            <a:off x="3596345" y="39732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5" name="Google Shape;4475;p168"/>
          <p:cNvSpPr/>
          <p:nvPr/>
        </p:nvSpPr>
        <p:spPr>
          <a:xfrm>
            <a:off x="3596345" y="415693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6" name="Google Shape;4476;p168"/>
          <p:cNvSpPr/>
          <p:nvPr/>
        </p:nvSpPr>
        <p:spPr>
          <a:xfrm>
            <a:off x="3596345" y="43354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7" name="Google Shape;4477;p168"/>
          <p:cNvSpPr/>
          <p:nvPr/>
        </p:nvSpPr>
        <p:spPr>
          <a:xfrm>
            <a:off x="3596345" y="4478074"/>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8" name="Google Shape;4478;p168"/>
          <p:cNvSpPr/>
          <p:nvPr/>
        </p:nvSpPr>
        <p:spPr>
          <a:xfrm>
            <a:off x="3596345" y="462069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79" name="Google Shape;4479;p168"/>
          <p:cNvSpPr/>
          <p:nvPr/>
        </p:nvSpPr>
        <p:spPr>
          <a:xfrm>
            <a:off x="3596345" y="4763313"/>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0" name="Google Shape;4480;p168"/>
          <p:cNvSpPr/>
          <p:nvPr/>
        </p:nvSpPr>
        <p:spPr>
          <a:xfrm>
            <a:off x="3596345" y="494403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1" name="Google Shape;4481;p168"/>
          <p:cNvSpPr/>
          <p:nvPr/>
        </p:nvSpPr>
        <p:spPr>
          <a:xfrm>
            <a:off x="3596345" y="509617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2" name="Google Shape;4482;p168"/>
          <p:cNvSpPr/>
          <p:nvPr/>
        </p:nvSpPr>
        <p:spPr>
          <a:xfrm>
            <a:off x="3596345" y="524832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3" name="Google Shape;4483;p168"/>
          <p:cNvSpPr/>
          <p:nvPr/>
        </p:nvSpPr>
        <p:spPr>
          <a:xfrm>
            <a:off x="3596345" y="540046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4" name="Google Shape;4484;p168"/>
          <p:cNvSpPr/>
          <p:nvPr/>
        </p:nvSpPr>
        <p:spPr>
          <a:xfrm>
            <a:off x="3596345" y="555261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5" name="Google Shape;4485;p168"/>
          <p:cNvSpPr/>
          <p:nvPr/>
        </p:nvSpPr>
        <p:spPr>
          <a:xfrm>
            <a:off x="3596345" y="57047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6" name="Google Shape;4486;p168"/>
          <p:cNvSpPr/>
          <p:nvPr/>
        </p:nvSpPr>
        <p:spPr>
          <a:xfrm>
            <a:off x="3596345" y="588653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7" name="Google Shape;4487;p168"/>
          <p:cNvSpPr/>
          <p:nvPr/>
        </p:nvSpPr>
        <p:spPr>
          <a:xfrm>
            <a:off x="3596345" y="603259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8" name="Google Shape;4488;p168"/>
          <p:cNvSpPr/>
          <p:nvPr/>
        </p:nvSpPr>
        <p:spPr>
          <a:xfrm>
            <a:off x="3596345" y="617865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89" name="Google Shape;4489;p168"/>
          <p:cNvSpPr/>
          <p:nvPr/>
        </p:nvSpPr>
        <p:spPr>
          <a:xfrm>
            <a:off x="3596345" y="6324710"/>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0" name="Google Shape;4490;p168"/>
          <p:cNvSpPr/>
          <p:nvPr/>
        </p:nvSpPr>
        <p:spPr>
          <a:xfrm>
            <a:off x="3596345" y="647077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1" name="Google Shape;4491;p168"/>
          <p:cNvSpPr/>
          <p:nvPr/>
        </p:nvSpPr>
        <p:spPr>
          <a:xfrm>
            <a:off x="3596345" y="663768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2" name="Google Shape;4492;p168"/>
          <p:cNvSpPr/>
          <p:nvPr/>
        </p:nvSpPr>
        <p:spPr>
          <a:xfrm>
            <a:off x="3596345" y="679383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3" name="Google Shape;4493;p168"/>
          <p:cNvSpPr/>
          <p:nvPr/>
        </p:nvSpPr>
        <p:spPr>
          <a:xfrm>
            <a:off x="3596345" y="712788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4" name="Google Shape;4494;p168"/>
          <p:cNvSpPr/>
          <p:nvPr/>
        </p:nvSpPr>
        <p:spPr>
          <a:xfrm>
            <a:off x="3596345" y="736914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5" name="Google Shape;4495;p168"/>
          <p:cNvSpPr/>
          <p:nvPr/>
        </p:nvSpPr>
        <p:spPr>
          <a:xfrm>
            <a:off x="3596345" y="751311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6" name="Google Shape;4496;p168"/>
          <p:cNvSpPr/>
          <p:nvPr/>
        </p:nvSpPr>
        <p:spPr>
          <a:xfrm>
            <a:off x="3596345" y="783675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7" name="Google Shape;4497;p168"/>
          <p:cNvSpPr/>
          <p:nvPr/>
        </p:nvSpPr>
        <p:spPr>
          <a:xfrm>
            <a:off x="3596345" y="798318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8" name="Google Shape;4498;p168"/>
          <p:cNvSpPr/>
          <p:nvPr/>
        </p:nvSpPr>
        <p:spPr>
          <a:xfrm>
            <a:off x="3596345" y="8129610"/>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499" name="Google Shape;4499;p168"/>
          <p:cNvSpPr/>
          <p:nvPr/>
        </p:nvSpPr>
        <p:spPr>
          <a:xfrm>
            <a:off x="3596345" y="8276039"/>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0" name="Google Shape;4500;p168"/>
          <p:cNvSpPr/>
          <p:nvPr/>
        </p:nvSpPr>
        <p:spPr>
          <a:xfrm>
            <a:off x="3596345" y="8422469"/>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1" name="Google Shape;4501;p168"/>
          <p:cNvSpPr/>
          <p:nvPr/>
        </p:nvSpPr>
        <p:spPr>
          <a:xfrm>
            <a:off x="3596345" y="856889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2" name="Google Shape;4502;p168"/>
          <p:cNvSpPr/>
          <p:nvPr/>
        </p:nvSpPr>
        <p:spPr>
          <a:xfrm>
            <a:off x="3596345" y="874929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3" name="Google Shape;4503;p168"/>
          <p:cNvSpPr/>
          <p:nvPr/>
        </p:nvSpPr>
        <p:spPr>
          <a:xfrm>
            <a:off x="3596345" y="891113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4" name="Google Shape;4504;p168"/>
          <p:cNvSpPr/>
          <p:nvPr/>
        </p:nvSpPr>
        <p:spPr>
          <a:xfrm>
            <a:off x="3596345" y="9102732"/>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5" name="Google Shape;4505;p168"/>
          <p:cNvSpPr/>
          <p:nvPr/>
        </p:nvSpPr>
        <p:spPr>
          <a:xfrm>
            <a:off x="3596345" y="926456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6" name="Google Shape;4506;p168"/>
          <p:cNvSpPr/>
          <p:nvPr/>
        </p:nvSpPr>
        <p:spPr>
          <a:xfrm>
            <a:off x="3596345" y="942640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7" name="Google Shape;4507;p168"/>
          <p:cNvSpPr/>
          <p:nvPr/>
        </p:nvSpPr>
        <p:spPr>
          <a:xfrm>
            <a:off x="3596345" y="976411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8" name="Google Shape;4508;p168"/>
          <p:cNvSpPr/>
          <p:nvPr/>
        </p:nvSpPr>
        <p:spPr>
          <a:xfrm>
            <a:off x="3596345" y="990985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09" name="Google Shape;4509;p168"/>
          <p:cNvSpPr/>
          <p:nvPr/>
        </p:nvSpPr>
        <p:spPr>
          <a:xfrm>
            <a:off x="3596345" y="961837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10" name="Google Shape;4510;p168"/>
          <p:cNvSpPr txBox="1"/>
          <p:nvPr/>
        </p:nvSpPr>
        <p:spPr>
          <a:xfrm>
            <a:off x="3683498" y="3965866"/>
            <a:ext cx="142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Times"/>
              <a:buNone/>
            </a:pPr>
            <a:endParaRPr sz="900" b="0" i="0" u="none" strike="noStrike" cap="none">
              <a:solidFill>
                <a:srgbClr val="000000"/>
              </a:solidFill>
              <a:latin typeface="Times"/>
              <a:ea typeface="Times"/>
              <a:cs typeface="Times"/>
              <a:sym typeface="Times"/>
            </a:endParaRPr>
          </a:p>
        </p:txBody>
      </p:sp>
      <p:sp>
        <p:nvSpPr>
          <p:cNvPr id="4511" name="Google Shape;4511;p168"/>
          <p:cNvSpPr txBox="1"/>
          <p:nvPr/>
        </p:nvSpPr>
        <p:spPr>
          <a:xfrm>
            <a:off x="3749002" y="973192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Territory Planning </a:t>
            </a:r>
            <a:endParaRPr sz="800"/>
          </a:p>
        </p:txBody>
      </p:sp>
      <p:sp>
        <p:nvSpPr>
          <p:cNvPr id="4512" name="Google Shape;4512;p168"/>
          <p:cNvSpPr txBox="1"/>
          <p:nvPr/>
        </p:nvSpPr>
        <p:spPr>
          <a:xfrm>
            <a:off x="3749002" y="988087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Outreach </a:t>
            </a:r>
            <a:endParaRPr sz="800"/>
          </a:p>
        </p:txBody>
      </p:sp>
      <p:sp>
        <p:nvSpPr>
          <p:cNvPr id="4513" name="Google Shape;4513;p168"/>
          <p:cNvSpPr txBox="1"/>
          <p:nvPr/>
        </p:nvSpPr>
        <p:spPr>
          <a:xfrm>
            <a:off x="3749002" y="958296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Distribution Channel Management </a:t>
            </a:r>
            <a:endParaRPr sz="800"/>
          </a:p>
        </p:txBody>
      </p:sp>
      <p:sp>
        <p:nvSpPr>
          <p:cNvPr id="4514" name="Google Shape;4514;p168"/>
          <p:cNvSpPr txBox="1"/>
          <p:nvPr/>
        </p:nvSpPr>
        <p:spPr>
          <a:xfrm>
            <a:off x="3749002" y="939556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Event Planner </a:t>
            </a:r>
            <a:endParaRPr sz="800"/>
          </a:p>
        </p:txBody>
      </p:sp>
      <p:sp>
        <p:nvSpPr>
          <p:cNvPr id="4515" name="Google Shape;4515;p168"/>
          <p:cNvSpPr txBox="1"/>
          <p:nvPr/>
        </p:nvSpPr>
        <p:spPr>
          <a:xfrm>
            <a:off x="3749002" y="923378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Event Outreach Agent </a:t>
            </a:r>
            <a:endParaRPr sz="800"/>
          </a:p>
        </p:txBody>
      </p:sp>
      <p:sp>
        <p:nvSpPr>
          <p:cNvPr id="4516" name="Google Shape;4516;p168"/>
          <p:cNvSpPr/>
          <p:nvPr/>
        </p:nvSpPr>
        <p:spPr>
          <a:xfrm>
            <a:off x="3596345" y="212668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800" b="0" i="0" u="none" strike="noStrike" cap="none">
              <a:solidFill>
                <a:srgbClr val="002775"/>
              </a:solidFill>
              <a:latin typeface="Arial"/>
              <a:ea typeface="Arial"/>
              <a:cs typeface="Arial"/>
              <a:sym typeface="Arial"/>
            </a:endParaRPr>
          </a:p>
        </p:txBody>
      </p:sp>
      <p:sp>
        <p:nvSpPr>
          <p:cNvPr id="4517" name="Google Shape;4517;p168"/>
          <p:cNvSpPr txBox="1"/>
          <p:nvPr/>
        </p:nvSpPr>
        <p:spPr>
          <a:xfrm>
            <a:off x="3749002" y="209372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Intelligence </a:t>
            </a:r>
            <a:endParaRPr sz="800"/>
          </a:p>
        </p:txBody>
      </p:sp>
      <p:sp>
        <p:nvSpPr>
          <p:cNvPr id="4518" name="Google Shape;4518;p168"/>
          <p:cNvSpPr txBox="1"/>
          <p:nvPr/>
        </p:nvSpPr>
        <p:spPr>
          <a:xfrm>
            <a:off x="3749002" y="224711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Trends &amp; Price Tracking </a:t>
            </a:r>
            <a:endParaRPr sz="800"/>
          </a:p>
        </p:txBody>
      </p:sp>
      <p:sp>
        <p:nvSpPr>
          <p:cNvPr id="4519" name="Google Shape;4519;p168"/>
          <p:cNvSpPr txBox="1"/>
          <p:nvPr/>
        </p:nvSpPr>
        <p:spPr>
          <a:xfrm>
            <a:off x="3749002" y="240050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Competitive Market Gaps </a:t>
            </a:r>
            <a:endParaRPr sz="800"/>
          </a:p>
        </p:txBody>
      </p:sp>
      <p:sp>
        <p:nvSpPr>
          <p:cNvPr id="4520" name="Google Shape;4520;p168"/>
          <p:cNvSpPr/>
          <p:nvPr/>
        </p:nvSpPr>
        <p:spPr>
          <a:xfrm>
            <a:off x="3596345" y="1972802"/>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800" b="0" i="0" u="none" strike="noStrike" cap="none">
              <a:solidFill>
                <a:srgbClr val="002775"/>
              </a:solidFill>
              <a:latin typeface="Arial"/>
              <a:ea typeface="Arial"/>
              <a:cs typeface="Arial"/>
              <a:sym typeface="Arial"/>
            </a:endParaRPr>
          </a:p>
        </p:txBody>
      </p:sp>
      <p:sp>
        <p:nvSpPr>
          <p:cNvPr id="4521" name="Google Shape;4521;p168"/>
          <p:cNvSpPr txBox="1"/>
          <p:nvPr/>
        </p:nvSpPr>
        <p:spPr>
          <a:xfrm>
            <a:off x="3749002" y="194033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Brand Builder </a:t>
            </a:r>
            <a:endParaRPr sz="800"/>
          </a:p>
        </p:txBody>
      </p:sp>
      <p:sp>
        <p:nvSpPr>
          <p:cNvPr id="4522" name="Google Shape;4522;p168"/>
          <p:cNvSpPr txBox="1"/>
          <p:nvPr/>
        </p:nvSpPr>
        <p:spPr>
          <a:xfrm>
            <a:off x="3749002" y="25503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Management </a:t>
            </a:r>
            <a:endParaRPr sz="800"/>
          </a:p>
        </p:txBody>
      </p:sp>
      <p:sp>
        <p:nvSpPr>
          <p:cNvPr id="4523" name="Google Shape;4523;p168"/>
          <p:cNvSpPr txBox="1"/>
          <p:nvPr/>
        </p:nvSpPr>
        <p:spPr>
          <a:xfrm>
            <a:off x="3749002" y="285746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Coverage Details </a:t>
            </a:r>
            <a:endParaRPr sz="800"/>
          </a:p>
        </p:txBody>
      </p:sp>
      <p:sp>
        <p:nvSpPr>
          <p:cNvPr id="4524" name="Google Shape;4524;p168"/>
          <p:cNvSpPr txBox="1"/>
          <p:nvPr/>
        </p:nvSpPr>
        <p:spPr>
          <a:xfrm>
            <a:off x="3749002" y="301104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Underwriting Guideline </a:t>
            </a:r>
            <a:endParaRPr sz="800"/>
          </a:p>
        </p:txBody>
      </p:sp>
      <p:sp>
        <p:nvSpPr>
          <p:cNvPr id="4525" name="Google Shape;4525;p168"/>
          <p:cNvSpPr txBox="1"/>
          <p:nvPr/>
        </p:nvSpPr>
        <p:spPr>
          <a:xfrm>
            <a:off x="3749002" y="270388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Benefit Designer </a:t>
            </a:r>
            <a:endParaRPr sz="800"/>
          </a:p>
        </p:txBody>
      </p:sp>
      <p:sp>
        <p:nvSpPr>
          <p:cNvPr id="4526" name="Google Shape;4526;p168"/>
          <p:cNvSpPr txBox="1"/>
          <p:nvPr/>
        </p:nvSpPr>
        <p:spPr>
          <a:xfrm>
            <a:off x="3749002" y="347178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Regulatory Adherence </a:t>
            </a:r>
            <a:endParaRPr sz="800"/>
          </a:p>
        </p:txBody>
      </p:sp>
      <p:sp>
        <p:nvSpPr>
          <p:cNvPr id="4527" name="Google Shape;4527;p168"/>
          <p:cNvSpPr txBox="1"/>
          <p:nvPr/>
        </p:nvSpPr>
        <p:spPr>
          <a:xfrm>
            <a:off x="3749002" y="393252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Product Lifecycle Management </a:t>
            </a:r>
            <a:endParaRPr sz="800"/>
          </a:p>
        </p:txBody>
      </p:sp>
      <p:sp>
        <p:nvSpPr>
          <p:cNvPr id="4528" name="Google Shape;4528;p168"/>
          <p:cNvSpPr txBox="1"/>
          <p:nvPr/>
        </p:nvSpPr>
        <p:spPr>
          <a:xfrm>
            <a:off x="3749002" y="4304834"/>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Network Demand and Adequacy </a:t>
            </a:r>
            <a:endParaRPr sz="800"/>
          </a:p>
        </p:txBody>
      </p:sp>
      <p:sp>
        <p:nvSpPr>
          <p:cNvPr id="4529" name="Google Shape;4529;p168"/>
          <p:cNvSpPr txBox="1"/>
          <p:nvPr/>
        </p:nvSpPr>
        <p:spPr>
          <a:xfrm>
            <a:off x="3749002" y="536819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Enrollment Status </a:t>
            </a:r>
            <a:endParaRPr sz="800"/>
          </a:p>
        </p:txBody>
      </p:sp>
      <p:sp>
        <p:nvSpPr>
          <p:cNvPr id="4530" name="Google Shape;4530;p168"/>
          <p:cNvSpPr txBox="1"/>
          <p:nvPr/>
        </p:nvSpPr>
        <p:spPr>
          <a:xfrm>
            <a:off x="3749002" y="552051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Status </a:t>
            </a:r>
            <a:endParaRPr sz="800"/>
          </a:p>
        </p:txBody>
      </p:sp>
      <p:sp>
        <p:nvSpPr>
          <p:cNvPr id="4531" name="Google Shape;4531;p168"/>
          <p:cNvSpPr txBox="1"/>
          <p:nvPr/>
        </p:nvSpPr>
        <p:spPr>
          <a:xfrm>
            <a:off x="3749002" y="614716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Dispute </a:t>
            </a:r>
            <a:endParaRPr sz="800"/>
          </a:p>
        </p:txBody>
      </p:sp>
      <p:sp>
        <p:nvSpPr>
          <p:cNvPr id="4532" name="Google Shape;4532;p168"/>
          <p:cNvSpPr txBox="1"/>
          <p:nvPr/>
        </p:nvSpPr>
        <p:spPr>
          <a:xfrm>
            <a:off x="3749002" y="6293012"/>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Design </a:t>
            </a:r>
            <a:endParaRPr sz="800"/>
          </a:p>
        </p:txBody>
      </p:sp>
      <p:sp>
        <p:nvSpPr>
          <p:cNvPr id="4533" name="Google Shape;4533;p168"/>
          <p:cNvSpPr txBox="1"/>
          <p:nvPr/>
        </p:nvSpPr>
        <p:spPr>
          <a:xfrm>
            <a:off x="3749002" y="316462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Scoring </a:t>
            </a:r>
            <a:endParaRPr sz="800"/>
          </a:p>
        </p:txBody>
      </p:sp>
      <p:sp>
        <p:nvSpPr>
          <p:cNvPr id="4534" name="Google Shape;4534;p168"/>
          <p:cNvSpPr txBox="1"/>
          <p:nvPr/>
        </p:nvSpPr>
        <p:spPr>
          <a:xfrm>
            <a:off x="3749002" y="331820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Cross Product Identification </a:t>
            </a:r>
            <a:endParaRPr sz="800"/>
          </a:p>
        </p:txBody>
      </p:sp>
      <p:sp>
        <p:nvSpPr>
          <p:cNvPr id="4535" name="Google Shape;4535;p168"/>
          <p:cNvSpPr txBox="1"/>
          <p:nvPr/>
        </p:nvSpPr>
        <p:spPr>
          <a:xfrm>
            <a:off x="3749002" y="362536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Product Training Materials </a:t>
            </a:r>
            <a:endParaRPr sz="800"/>
          </a:p>
        </p:txBody>
      </p:sp>
      <p:sp>
        <p:nvSpPr>
          <p:cNvPr id="4536" name="Google Shape;4536;p168"/>
          <p:cNvSpPr txBox="1"/>
          <p:nvPr/>
        </p:nvSpPr>
        <p:spPr>
          <a:xfrm>
            <a:off x="3749002" y="444595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a:t>
            </a:r>
            <a:endParaRPr sz="800"/>
          </a:p>
        </p:txBody>
      </p:sp>
      <p:sp>
        <p:nvSpPr>
          <p:cNvPr id="4537" name="Google Shape;4537;p168"/>
          <p:cNvSpPr txBox="1"/>
          <p:nvPr/>
        </p:nvSpPr>
        <p:spPr>
          <a:xfrm>
            <a:off x="3749002" y="458708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Management and Amendments </a:t>
            </a:r>
            <a:endParaRPr sz="800"/>
          </a:p>
        </p:txBody>
      </p:sp>
      <p:sp>
        <p:nvSpPr>
          <p:cNvPr id="4538" name="Google Shape;4538;p168"/>
          <p:cNvSpPr txBox="1"/>
          <p:nvPr/>
        </p:nvSpPr>
        <p:spPr>
          <a:xfrm>
            <a:off x="3749002" y="472820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Onboard </a:t>
            </a:r>
            <a:endParaRPr sz="800"/>
          </a:p>
        </p:txBody>
      </p:sp>
      <p:sp>
        <p:nvSpPr>
          <p:cNvPr id="4539" name="Google Shape;4539;p168"/>
          <p:cNvSpPr txBox="1"/>
          <p:nvPr/>
        </p:nvSpPr>
        <p:spPr>
          <a:xfrm>
            <a:off x="3749002" y="4915824"/>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Recruitment </a:t>
            </a:r>
            <a:endParaRPr sz="800"/>
          </a:p>
        </p:txBody>
      </p:sp>
      <p:sp>
        <p:nvSpPr>
          <p:cNvPr id="4540" name="Google Shape;4540;p168"/>
          <p:cNvSpPr txBox="1"/>
          <p:nvPr/>
        </p:nvSpPr>
        <p:spPr>
          <a:xfrm>
            <a:off x="3749002" y="506731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Inquiry </a:t>
            </a:r>
            <a:endParaRPr sz="800"/>
          </a:p>
        </p:txBody>
      </p:sp>
      <p:sp>
        <p:nvSpPr>
          <p:cNvPr id="4541" name="Google Shape;4541;p168"/>
          <p:cNvSpPr txBox="1"/>
          <p:nvPr/>
        </p:nvSpPr>
        <p:spPr>
          <a:xfrm>
            <a:off x="3749002" y="521586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Processing </a:t>
            </a:r>
            <a:endParaRPr sz="800"/>
          </a:p>
        </p:txBody>
      </p:sp>
      <p:sp>
        <p:nvSpPr>
          <p:cNvPr id="4542" name="Google Shape;4542;p168"/>
          <p:cNvSpPr txBox="1"/>
          <p:nvPr/>
        </p:nvSpPr>
        <p:spPr>
          <a:xfrm>
            <a:off x="3749002" y="567284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Demographic Update </a:t>
            </a:r>
            <a:endParaRPr sz="800"/>
          </a:p>
        </p:txBody>
      </p:sp>
      <p:sp>
        <p:nvSpPr>
          <p:cNvPr id="4543" name="Google Shape;4543;p168"/>
          <p:cNvSpPr txBox="1"/>
          <p:nvPr/>
        </p:nvSpPr>
        <p:spPr>
          <a:xfrm>
            <a:off x="3749002" y="600131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Inquiry </a:t>
            </a:r>
            <a:endParaRPr sz="800"/>
          </a:p>
        </p:txBody>
      </p:sp>
      <p:sp>
        <p:nvSpPr>
          <p:cNvPr id="4544" name="Google Shape;4544;p168"/>
          <p:cNvSpPr txBox="1"/>
          <p:nvPr/>
        </p:nvSpPr>
        <p:spPr>
          <a:xfrm>
            <a:off x="3749002" y="5855471"/>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Fee Schedule Management </a:t>
            </a:r>
            <a:endParaRPr sz="800"/>
          </a:p>
        </p:txBody>
      </p:sp>
      <p:sp>
        <p:nvSpPr>
          <p:cNvPr id="4545" name="Google Shape;4545;p168"/>
          <p:cNvSpPr txBox="1"/>
          <p:nvPr/>
        </p:nvSpPr>
        <p:spPr>
          <a:xfrm>
            <a:off x="3749002" y="643886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Lifecycle Management </a:t>
            </a:r>
            <a:endParaRPr sz="800"/>
          </a:p>
        </p:txBody>
      </p:sp>
      <p:sp>
        <p:nvSpPr>
          <p:cNvPr id="4546" name="Google Shape;4546;p168"/>
          <p:cNvSpPr txBox="1"/>
          <p:nvPr/>
        </p:nvSpPr>
        <p:spPr>
          <a:xfrm>
            <a:off x="3749002" y="676161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Referral Intake &amp; Routing</a:t>
            </a:r>
            <a:endParaRPr sz="800"/>
          </a:p>
        </p:txBody>
      </p:sp>
      <p:sp>
        <p:nvSpPr>
          <p:cNvPr id="4547" name="Google Shape;4547;p168"/>
          <p:cNvSpPr txBox="1"/>
          <p:nvPr/>
        </p:nvSpPr>
        <p:spPr>
          <a:xfrm>
            <a:off x="3749002" y="69264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 Submission and Status </a:t>
            </a:r>
            <a:endParaRPr sz="800"/>
          </a:p>
        </p:txBody>
      </p:sp>
      <p:sp>
        <p:nvSpPr>
          <p:cNvPr id="4548" name="Google Shape;4548;p168"/>
          <p:cNvSpPr txBox="1"/>
          <p:nvPr/>
        </p:nvSpPr>
        <p:spPr>
          <a:xfrm>
            <a:off x="3749002" y="6607526"/>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Summary</a:t>
            </a:r>
            <a:endParaRPr sz="800"/>
          </a:p>
        </p:txBody>
      </p:sp>
      <p:sp>
        <p:nvSpPr>
          <p:cNvPr id="4549" name="Google Shape;4549;p168"/>
          <p:cNvSpPr txBox="1"/>
          <p:nvPr/>
        </p:nvSpPr>
        <p:spPr>
          <a:xfrm>
            <a:off x="3749002" y="377894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Actuarial &amp; Underwriting </a:t>
            </a:r>
            <a:endParaRPr sz="800"/>
          </a:p>
        </p:txBody>
      </p:sp>
      <p:sp>
        <p:nvSpPr>
          <p:cNvPr id="4550" name="Google Shape;4550;p168"/>
          <p:cNvSpPr txBox="1"/>
          <p:nvPr/>
        </p:nvSpPr>
        <p:spPr>
          <a:xfrm>
            <a:off x="3749002" y="412215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Formulary Management </a:t>
            </a:r>
            <a:endParaRPr sz="800"/>
          </a:p>
        </p:txBody>
      </p:sp>
      <p:sp>
        <p:nvSpPr>
          <p:cNvPr id="4551" name="Google Shape;4551;p168"/>
          <p:cNvSpPr txBox="1"/>
          <p:nvPr/>
        </p:nvSpPr>
        <p:spPr>
          <a:xfrm>
            <a:off x="3749002" y="709597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Contact Center </a:t>
            </a:r>
            <a:endParaRPr sz="800"/>
          </a:p>
        </p:txBody>
      </p:sp>
      <p:sp>
        <p:nvSpPr>
          <p:cNvPr id="4552" name="Google Shape;4552;p168"/>
          <p:cNvSpPr txBox="1"/>
          <p:nvPr/>
        </p:nvSpPr>
        <p:spPr>
          <a:xfrm>
            <a:off x="3749002" y="7339095"/>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Network Optimization </a:t>
            </a:r>
            <a:endParaRPr sz="800"/>
          </a:p>
        </p:txBody>
      </p:sp>
      <p:sp>
        <p:nvSpPr>
          <p:cNvPr id="4553" name="Google Shape;4553;p168"/>
          <p:cNvSpPr txBox="1"/>
          <p:nvPr/>
        </p:nvSpPr>
        <p:spPr>
          <a:xfrm>
            <a:off x="3749002" y="781048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Segmentation &amp; Audience Planner </a:t>
            </a:r>
            <a:endParaRPr sz="800"/>
          </a:p>
        </p:txBody>
      </p:sp>
      <p:sp>
        <p:nvSpPr>
          <p:cNvPr id="4554" name="Google Shape;4554;p168"/>
          <p:cNvSpPr txBox="1"/>
          <p:nvPr/>
        </p:nvSpPr>
        <p:spPr>
          <a:xfrm>
            <a:off x="3749002" y="795582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Personalized Marketing </a:t>
            </a:r>
            <a:endParaRPr sz="800"/>
          </a:p>
        </p:txBody>
      </p:sp>
      <p:sp>
        <p:nvSpPr>
          <p:cNvPr id="4555" name="Google Shape;4555;p168"/>
          <p:cNvSpPr txBox="1"/>
          <p:nvPr/>
        </p:nvSpPr>
        <p:spPr>
          <a:xfrm>
            <a:off x="3749002" y="8101175"/>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Campaign Designer  </a:t>
            </a:r>
            <a:endParaRPr sz="800"/>
          </a:p>
        </p:txBody>
      </p:sp>
      <p:sp>
        <p:nvSpPr>
          <p:cNvPr id="4556" name="Google Shape;4556;p168"/>
          <p:cNvSpPr txBox="1"/>
          <p:nvPr/>
        </p:nvSpPr>
        <p:spPr>
          <a:xfrm>
            <a:off x="3749002" y="824652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Promotion Agent  </a:t>
            </a:r>
            <a:endParaRPr sz="800"/>
          </a:p>
        </p:txBody>
      </p:sp>
      <p:sp>
        <p:nvSpPr>
          <p:cNvPr id="4557" name="Google Shape;4557;p168"/>
          <p:cNvSpPr txBox="1"/>
          <p:nvPr/>
        </p:nvSpPr>
        <p:spPr>
          <a:xfrm>
            <a:off x="3749002" y="8391867"/>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Dynamic Content Personalizer </a:t>
            </a:r>
            <a:endParaRPr sz="800"/>
          </a:p>
        </p:txBody>
      </p:sp>
      <p:sp>
        <p:nvSpPr>
          <p:cNvPr id="4558" name="Google Shape;4558;p168"/>
          <p:cNvSpPr txBox="1"/>
          <p:nvPr/>
        </p:nvSpPr>
        <p:spPr>
          <a:xfrm>
            <a:off x="3749002" y="8537213"/>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Omnichannel Care Gap Closure Journey</a:t>
            </a:r>
            <a:endParaRPr sz="800"/>
          </a:p>
        </p:txBody>
      </p:sp>
      <p:sp>
        <p:nvSpPr>
          <p:cNvPr id="4559" name="Google Shape;4559;p168"/>
          <p:cNvSpPr txBox="1"/>
          <p:nvPr/>
        </p:nvSpPr>
        <p:spPr>
          <a:xfrm>
            <a:off x="3749002" y="8880480"/>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Health Engagement</a:t>
            </a:r>
            <a:endParaRPr sz="800"/>
          </a:p>
        </p:txBody>
      </p:sp>
      <p:sp>
        <p:nvSpPr>
          <p:cNvPr id="4560" name="Google Shape;4560;p168"/>
          <p:cNvSpPr txBox="1"/>
          <p:nvPr/>
        </p:nvSpPr>
        <p:spPr>
          <a:xfrm>
            <a:off x="3749002" y="8718709"/>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Trigger Outreach</a:t>
            </a:r>
            <a:endParaRPr sz="800"/>
          </a:p>
        </p:txBody>
      </p:sp>
      <p:sp>
        <p:nvSpPr>
          <p:cNvPr id="4561" name="Google Shape;4561;p168"/>
          <p:cNvSpPr txBox="1"/>
          <p:nvPr/>
        </p:nvSpPr>
        <p:spPr>
          <a:xfrm>
            <a:off x="3749002" y="9072018"/>
            <a:ext cx="2857500" cy="123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Lead Generation </a:t>
            </a:r>
            <a:endParaRPr sz="800"/>
          </a:p>
        </p:txBody>
      </p:sp>
      <p:sp>
        <p:nvSpPr>
          <p:cNvPr id="4562" name="Google Shape;4562;p168"/>
          <p:cNvSpPr txBox="1"/>
          <p:nvPr/>
        </p:nvSpPr>
        <p:spPr>
          <a:xfrm>
            <a:off x="3738826" y="7505262"/>
            <a:ext cx="28575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Roster File Management</a:t>
            </a:r>
            <a:endParaRPr sz="800"/>
          </a:p>
        </p:txBody>
      </p:sp>
      <p:sp>
        <p:nvSpPr>
          <p:cNvPr id="4563" name="Google Shape;4563;p168"/>
          <p:cNvSpPr/>
          <p:nvPr/>
        </p:nvSpPr>
        <p:spPr>
          <a:xfrm>
            <a:off x="3596345" y="696282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64" name="Google Shape;4564;p168"/>
          <p:cNvSpPr/>
          <p:nvPr/>
        </p:nvSpPr>
        <p:spPr>
          <a:xfrm>
            <a:off x="6503449"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65" name="Google Shape;4565;p168"/>
          <p:cNvSpPr txBox="1"/>
          <p:nvPr/>
        </p:nvSpPr>
        <p:spPr>
          <a:xfrm>
            <a:off x="6618136"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566" name="Google Shape;4566;p168"/>
          <p:cNvSpPr txBox="1"/>
          <p:nvPr/>
        </p:nvSpPr>
        <p:spPr>
          <a:xfrm>
            <a:off x="8111012"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567" name="Google Shape;4567;p168"/>
          <p:cNvSpPr txBox="1"/>
          <p:nvPr/>
        </p:nvSpPr>
        <p:spPr>
          <a:xfrm>
            <a:off x="6637099" y="2036196"/>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568" name="Google Shape;4568;p168"/>
          <p:cNvSpPr txBox="1"/>
          <p:nvPr/>
        </p:nvSpPr>
        <p:spPr>
          <a:xfrm>
            <a:off x="9803826"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569" name="Google Shape;4569;p168"/>
          <p:cNvSpPr/>
          <p:nvPr/>
        </p:nvSpPr>
        <p:spPr>
          <a:xfrm>
            <a:off x="6503449" y="3831069"/>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70" name="Google Shape;4570;p168"/>
          <p:cNvSpPr txBox="1"/>
          <p:nvPr/>
        </p:nvSpPr>
        <p:spPr>
          <a:xfrm>
            <a:off x="6637099" y="3931269"/>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Sales &amp; </a:t>
            </a:r>
            <a:br>
              <a:rPr lang="en" sz="900" i="0" u="none" strike="noStrike" cap="none">
                <a:solidFill>
                  <a:srgbClr val="FFFFFF"/>
                </a:solidFill>
                <a:latin typeface="Avant Garde Demi SFDC"/>
                <a:ea typeface="Avant Garde Demi SFDC"/>
                <a:cs typeface="Avant Garde Demi SFDC"/>
                <a:sym typeface="Avant Garde Demi SFDC"/>
              </a:rPr>
            </a:br>
            <a:r>
              <a:rPr lang="en" sz="900" i="0" u="none" strike="noStrike" cap="non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4571" name="Google Shape;4571;p168"/>
          <p:cNvSpPr txBox="1"/>
          <p:nvPr/>
        </p:nvSpPr>
        <p:spPr>
          <a:xfrm>
            <a:off x="8129601" y="1936129"/>
            <a:ext cx="830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Contract Lifecycle Mgmt</a:t>
            </a:r>
            <a:endParaRPr sz="1600"/>
          </a:p>
        </p:txBody>
      </p:sp>
      <p:sp>
        <p:nvSpPr>
          <p:cNvPr id="4572" name="Google Shape;4572;p168"/>
          <p:cNvSpPr txBox="1"/>
          <p:nvPr/>
        </p:nvSpPr>
        <p:spPr>
          <a:xfrm>
            <a:off x="8124663" y="464310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Census Mgmt</a:t>
            </a:r>
            <a:endParaRPr sz="1600"/>
          </a:p>
        </p:txBody>
      </p:sp>
      <p:sp>
        <p:nvSpPr>
          <p:cNvPr id="4573" name="Google Shape;4573;p168"/>
          <p:cNvSpPr txBox="1"/>
          <p:nvPr/>
        </p:nvSpPr>
        <p:spPr>
          <a:xfrm>
            <a:off x="8124651" y="2244433"/>
            <a:ext cx="1130100" cy="443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Registration</a:t>
            </a:r>
            <a:br>
              <a:rPr lang="en" sz="900" b="1" i="0" u="none" strike="noStrike" cap="none">
                <a:solidFill>
                  <a:srgbClr val="066AFE"/>
                </a:solidFill>
                <a:latin typeface="Salesforce Sans"/>
                <a:ea typeface="Salesforce Sans"/>
                <a:cs typeface="Salesforce Sans"/>
                <a:sym typeface="Salesforce Sans"/>
              </a:rPr>
            </a:b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Broker Onboarding</a:t>
            </a:r>
            <a:endParaRPr sz="1600"/>
          </a:p>
        </p:txBody>
      </p:sp>
      <p:sp>
        <p:nvSpPr>
          <p:cNvPr id="4574" name="Google Shape;4574;p168"/>
          <p:cNvSpPr txBox="1"/>
          <p:nvPr/>
        </p:nvSpPr>
        <p:spPr>
          <a:xfrm>
            <a:off x="8124651" y="3815257"/>
            <a:ext cx="7716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Frontline Sales</a:t>
            </a:r>
            <a:endParaRPr sz="1600"/>
          </a:p>
        </p:txBody>
      </p:sp>
      <p:sp>
        <p:nvSpPr>
          <p:cNvPr id="4575" name="Google Shape;4575;p168"/>
          <p:cNvSpPr/>
          <p:nvPr/>
        </p:nvSpPr>
        <p:spPr>
          <a:xfrm>
            <a:off x="6503449" y="603085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76" name="Google Shape;4576;p168"/>
          <p:cNvSpPr txBox="1"/>
          <p:nvPr/>
        </p:nvSpPr>
        <p:spPr>
          <a:xfrm>
            <a:off x="6637099" y="6193307"/>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4577" name="Google Shape;4577;p168"/>
          <p:cNvSpPr/>
          <p:nvPr/>
        </p:nvSpPr>
        <p:spPr>
          <a:xfrm>
            <a:off x="6503449" y="8853568"/>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78" name="Google Shape;4578;p168"/>
          <p:cNvSpPr txBox="1"/>
          <p:nvPr/>
        </p:nvSpPr>
        <p:spPr>
          <a:xfrm>
            <a:off x="6637099" y="9016018"/>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579" name="Google Shape;4579;p168"/>
          <p:cNvSpPr/>
          <p:nvPr/>
        </p:nvSpPr>
        <p:spPr>
          <a:xfrm>
            <a:off x="9649430" y="197280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0" name="Google Shape;4580;p168"/>
          <p:cNvSpPr/>
          <p:nvPr/>
        </p:nvSpPr>
        <p:spPr>
          <a:xfrm>
            <a:off x="9649430" y="210695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1" name="Google Shape;4581;p168"/>
          <p:cNvSpPr/>
          <p:nvPr/>
        </p:nvSpPr>
        <p:spPr>
          <a:xfrm>
            <a:off x="9649430" y="227920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2" name="Google Shape;4582;p168"/>
          <p:cNvSpPr/>
          <p:nvPr/>
        </p:nvSpPr>
        <p:spPr>
          <a:xfrm>
            <a:off x="9649430" y="240814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3" name="Google Shape;4583;p168"/>
          <p:cNvSpPr/>
          <p:nvPr/>
        </p:nvSpPr>
        <p:spPr>
          <a:xfrm>
            <a:off x="9649430" y="2565655"/>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4" name="Google Shape;4584;p168"/>
          <p:cNvSpPr/>
          <p:nvPr/>
        </p:nvSpPr>
        <p:spPr>
          <a:xfrm>
            <a:off x="9649430" y="2691857"/>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5" name="Google Shape;4585;p168"/>
          <p:cNvSpPr/>
          <p:nvPr/>
        </p:nvSpPr>
        <p:spPr>
          <a:xfrm>
            <a:off x="9649430" y="294425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6" name="Google Shape;4586;p168"/>
          <p:cNvSpPr/>
          <p:nvPr/>
        </p:nvSpPr>
        <p:spPr>
          <a:xfrm>
            <a:off x="9649430" y="307046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7" name="Google Shape;4587;p168"/>
          <p:cNvSpPr/>
          <p:nvPr/>
        </p:nvSpPr>
        <p:spPr>
          <a:xfrm>
            <a:off x="9649430" y="319666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8" name="Google Shape;4588;p168"/>
          <p:cNvSpPr/>
          <p:nvPr/>
        </p:nvSpPr>
        <p:spPr>
          <a:xfrm>
            <a:off x="9649430" y="344906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89" name="Google Shape;4589;p168"/>
          <p:cNvSpPr/>
          <p:nvPr/>
        </p:nvSpPr>
        <p:spPr>
          <a:xfrm>
            <a:off x="9649430" y="357526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0" name="Google Shape;4590;p168"/>
          <p:cNvSpPr/>
          <p:nvPr/>
        </p:nvSpPr>
        <p:spPr>
          <a:xfrm>
            <a:off x="9649430" y="370146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1" name="Google Shape;4591;p168"/>
          <p:cNvSpPr/>
          <p:nvPr/>
        </p:nvSpPr>
        <p:spPr>
          <a:xfrm>
            <a:off x="9649430" y="3975534"/>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2" name="Google Shape;4592;p168"/>
          <p:cNvSpPr/>
          <p:nvPr/>
        </p:nvSpPr>
        <p:spPr>
          <a:xfrm>
            <a:off x="9649430" y="4090782"/>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3" name="Google Shape;4593;p168"/>
          <p:cNvSpPr/>
          <p:nvPr/>
        </p:nvSpPr>
        <p:spPr>
          <a:xfrm>
            <a:off x="9649430" y="420602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4" name="Google Shape;4594;p168"/>
          <p:cNvSpPr/>
          <p:nvPr/>
        </p:nvSpPr>
        <p:spPr>
          <a:xfrm>
            <a:off x="9649430" y="4321275"/>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5" name="Google Shape;4595;p168"/>
          <p:cNvSpPr/>
          <p:nvPr/>
        </p:nvSpPr>
        <p:spPr>
          <a:xfrm>
            <a:off x="9649430" y="4436521"/>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6" name="Google Shape;4596;p168"/>
          <p:cNvSpPr/>
          <p:nvPr/>
        </p:nvSpPr>
        <p:spPr>
          <a:xfrm>
            <a:off x="9649430" y="4551768"/>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7" name="Google Shape;4597;p168"/>
          <p:cNvSpPr/>
          <p:nvPr/>
        </p:nvSpPr>
        <p:spPr>
          <a:xfrm>
            <a:off x="9649430" y="468296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8" name="Google Shape;4598;p168"/>
          <p:cNvSpPr/>
          <p:nvPr/>
        </p:nvSpPr>
        <p:spPr>
          <a:xfrm>
            <a:off x="9649430" y="508898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599" name="Google Shape;4599;p168"/>
          <p:cNvSpPr/>
          <p:nvPr/>
        </p:nvSpPr>
        <p:spPr>
          <a:xfrm>
            <a:off x="9649430" y="522495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0" name="Google Shape;4600;p168"/>
          <p:cNvSpPr/>
          <p:nvPr/>
        </p:nvSpPr>
        <p:spPr>
          <a:xfrm>
            <a:off x="9649430" y="5422844"/>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1" name="Google Shape;4601;p168"/>
          <p:cNvSpPr/>
          <p:nvPr/>
        </p:nvSpPr>
        <p:spPr>
          <a:xfrm>
            <a:off x="9649430" y="583076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2" name="Google Shape;4602;p168"/>
          <p:cNvSpPr/>
          <p:nvPr/>
        </p:nvSpPr>
        <p:spPr>
          <a:xfrm>
            <a:off x="9649430" y="602541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3" name="Google Shape;4603;p168"/>
          <p:cNvSpPr/>
          <p:nvPr/>
        </p:nvSpPr>
        <p:spPr>
          <a:xfrm>
            <a:off x="9649430" y="6404033"/>
            <a:ext cx="78900" cy="78900"/>
          </a:xfrm>
          <a:prstGeom prst="ellipse">
            <a:avLst/>
          </a:prstGeom>
          <a:solidFill>
            <a:srgbClr val="08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4" name="Google Shape;4604;p168"/>
          <p:cNvSpPr/>
          <p:nvPr/>
        </p:nvSpPr>
        <p:spPr>
          <a:xfrm>
            <a:off x="9649430" y="6530239"/>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5" name="Google Shape;4605;p168"/>
          <p:cNvSpPr/>
          <p:nvPr/>
        </p:nvSpPr>
        <p:spPr>
          <a:xfrm>
            <a:off x="9649430" y="665644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6" name="Google Shape;4606;p168"/>
          <p:cNvSpPr/>
          <p:nvPr/>
        </p:nvSpPr>
        <p:spPr>
          <a:xfrm>
            <a:off x="9649430" y="678264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7" name="Google Shape;4607;p168"/>
          <p:cNvSpPr/>
          <p:nvPr/>
        </p:nvSpPr>
        <p:spPr>
          <a:xfrm>
            <a:off x="9649430" y="691838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8" name="Google Shape;4608;p168"/>
          <p:cNvSpPr/>
          <p:nvPr/>
        </p:nvSpPr>
        <p:spPr>
          <a:xfrm>
            <a:off x="9649430" y="704594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09" name="Google Shape;4609;p168"/>
          <p:cNvSpPr/>
          <p:nvPr/>
        </p:nvSpPr>
        <p:spPr>
          <a:xfrm>
            <a:off x="9654083" y="7767300"/>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0" name="Google Shape;4610;p168"/>
          <p:cNvSpPr/>
          <p:nvPr/>
        </p:nvSpPr>
        <p:spPr>
          <a:xfrm>
            <a:off x="9649430" y="803407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1" name="Google Shape;4611;p168"/>
          <p:cNvSpPr/>
          <p:nvPr/>
        </p:nvSpPr>
        <p:spPr>
          <a:xfrm>
            <a:off x="9649430" y="816746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2" name="Google Shape;4612;p168"/>
          <p:cNvSpPr/>
          <p:nvPr/>
        </p:nvSpPr>
        <p:spPr>
          <a:xfrm>
            <a:off x="9649430" y="830084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3" name="Google Shape;4613;p168"/>
          <p:cNvSpPr/>
          <p:nvPr/>
        </p:nvSpPr>
        <p:spPr>
          <a:xfrm>
            <a:off x="9649430" y="870101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4" name="Google Shape;4614;p168"/>
          <p:cNvSpPr/>
          <p:nvPr/>
        </p:nvSpPr>
        <p:spPr>
          <a:xfrm>
            <a:off x="9649430" y="886149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5" name="Google Shape;4615;p168"/>
          <p:cNvSpPr/>
          <p:nvPr/>
        </p:nvSpPr>
        <p:spPr>
          <a:xfrm>
            <a:off x="9649430" y="899270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6" name="Google Shape;4616;p168"/>
          <p:cNvSpPr/>
          <p:nvPr/>
        </p:nvSpPr>
        <p:spPr>
          <a:xfrm>
            <a:off x="9649430" y="912391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7" name="Google Shape;4617;p168"/>
          <p:cNvSpPr/>
          <p:nvPr/>
        </p:nvSpPr>
        <p:spPr>
          <a:xfrm>
            <a:off x="9649430" y="925511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8" name="Google Shape;4618;p168"/>
          <p:cNvSpPr/>
          <p:nvPr/>
        </p:nvSpPr>
        <p:spPr>
          <a:xfrm>
            <a:off x="9649430" y="790068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19" name="Google Shape;4619;p168"/>
          <p:cNvSpPr/>
          <p:nvPr/>
        </p:nvSpPr>
        <p:spPr>
          <a:xfrm>
            <a:off x="6503449" y="775103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20" name="Google Shape;4620;p168"/>
          <p:cNvSpPr txBox="1"/>
          <p:nvPr/>
        </p:nvSpPr>
        <p:spPr>
          <a:xfrm>
            <a:off x="6637099" y="7851236"/>
            <a:ext cx="1055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4621" name="Google Shape;4621;p168"/>
          <p:cNvSpPr txBox="1"/>
          <p:nvPr/>
        </p:nvSpPr>
        <p:spPr>
          <a:xfrm>
            <a:off x="9818761" y="193450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Pipeline </a:t>
            </a:r>
            <a:endParaRPr sz="800"/>
          </a:p>
        </p:txBody>
      </p:sp>
      <p:sp>
        <p:nvSpPr>
          <p:cNvPr id="4622" name="Google Shape;4622;p168"/>
          <p:cNvSpPr txBox="1"/>
          <p:nvPr/>
        </p:nvSpPr>
        <p:spPr>
          <a:xfrm>
            <a:off x="9818751" y="289470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Product Training Materials </a:t>
            </a:r>
            <a:endParaRPr sz="800"/>
          </a:p>
        </p:txBody>
      </p:sp>
      <p:sp>
        <p:nvSpPr>
          <p:cNvPr id="4623" name="Google Shape;4623;p168"/>
          <p:cNvSpPr txBox="1"/>
          <p:nvPr/>
        </p:nvSpPr>
        <p:spPr>
          <a:xfrm>
            <a:off x="9818751" y="353472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Performance and Compliance </a:t>
            </a:r>
            <a:endParaRPr sz="800"/>
          </a:p>
        </p:txBody>
      </p:sp>
      <p:sp>
        <p:nvSpPr>
          <p:cNvPr id="4624" name="Google Shape;4624;p168"/>
          <p:cNvSpPr txBox="1"/>
          <p:nvPr/>
        </p:nvSpPr>
        <p:spPr>
          <a:xfrm>
            <a:off x="9818751" y="366521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Adherence </a:t>
            </a:r>
            <a:endParaRPr sz="800"/>
          </a:p>
        </p:txBody>
      </p:sp>
      <p:sp>
        <p:nvSpPr>
          <p:cNvPr id="4625" name="Google Shape;4625;p168"/>
          <p:cNvSpPr txBox="1"/>
          <p:nvPr/>
        </p:nvSpPr>
        <p:spPr>
          <a:xfrm>
            <a:off x="9818751" y="238254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Credentialing </a:t>
            </a:r>
            <a:endParaRPr sz="800"/>
          </a:p>
        </p:txBody>
      </p:sp>
      <p:sp>
        <p:nvSpPr>
          <p:cNvPr id="4626" name="Google Shape;4626;p168"/>
          <p:cNvSpPr txBox="1"/>
          <p:nvPr/>
        </p:nvSpPr>
        <p:spPr>
          <a:xfrm>
            <a:off x="9818751" y="252667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Onboarding </a:t>
            </a:r>
            <a:endParaRPr sz="800"/>
          </a:p>
        </p:txBody>
      </p:sp>
      <p:sp>
        <p:nvSpPr>
          <p:cNvPr id="4627" name="Google Shape;4627;p168"/>
          <p:cNvSpPr txBox="1"/>
          <p:nvPr/>
        </p:nvSpPr>
        <p:spPr>
          <a:xfrm>
            <a:off x="9818751" y="277202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Training </a:t>
            </a:r>
            <a:endParaRPr sz="800"/>
          </a:p>
        </p:txBody>
      </p:sp>
      <p:sp>
        <p:nvSpPr>
          <p:cNvPr id="4628" name="Google Shape;4628;p168"/>
          <p:cNvSpPr txBox="1"/>
          <p:nvPr/>
        </p:nvSpPr>
        <p:spPr>
          <a:xfrm>
            <a:off x="9818751" y="314005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Commission Management </a:t>
            </a:r>
            <a:endParaRPr sz="800"/>
          </a:p>
        </p:txBody>
      </p:sp>
      <p:sp>
        <p:nvSpPr>
          <p:cNvPr id="4629" name="Google Shape;4629;p168"/>
          <p:cNvSpPr txBox="1"/>
          <p:nvPr/>
        </p:nvSpPr>
        <p:spPr>
          <a:xfrm>
            <a:off x="9818751" y="341497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Management </a:t>
            </a:r>
            <a:endParaRPr sz="800"/>
          </a:p>
        </p:txBody>
      </p:sp>
      <p:sp>
        <p:nvSpPr>
          <p:cNvPr id="4630" name="Google Shape;4630;p168"/>
          <p:cNvSpPr txBox="1"/>
          <p:nvPr/>
        </p:nvSpPr>
        <p:spPr>
          <a:xfrm>
            <a:off x="9818761" y="207083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Lifecycle Management </a:t>
            </a:r>
            <a:endParaRPr sz="800"/>
          </a:p>
        </p:txBody>
      </p:sp>
      <p:sp>
        <p:nvSpPr>
          <p:cNvPr id="4631" name="Google Shape;4631;p168"/>
          <p:cNvSpPr txBox="1"/>
          <p:nvPr/>
        </p:nvSpPr>
        <p:spPr>
          <a:xfrm>
            <a:off x="9818751" y="264935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Coaching </a:t>
            </a:r>
            <a:endParaRPr sz="800"/>
          </a:p>
        </p:txBody>
      </p:sp>
      <p:sp>
        <p:nvSpPr>
          <p:cNvPr id="4632" name="Google Shape;4632;p168"/>
          <p:cNvSpPr txBox="1"/>
          <p:nvPr/>
        </p:nvSpPr>
        <p:spPr>
          <a:xfrm>
            <a:off x="9818751" y="301738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Quoting &amp; Collaboration </a:t>
            </a:r>
            <a:endParaRPr sz="800"/>
          </a:p>
        </p:txBody>
      </p:sp>
      <p:sp>
        <p:nvSpPr>
          <p:cNvPr id="4633" name="Google Shape;4633;p168"/>
          <p:cNvSpPr txBox="1"/>
          <p:nvPr/>
        </p:nvSpPr>
        <p:spPr>
          <a:xfrm>
            <a:off x="9818751" y="326273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Generate Broker Commission </a:t>
            </a:r>
            <a:endParaRPr sz="800"/>
          </a:p>
        </p:txBody>
      </p:sp>
      <p:sp>
        <p:nvSpPr>
          <p:cNvPr id="4634" name="Google Shape;4634;p168"/>
          <p:cNvSpPr txBox="1"/>
          <p:nvPr/>
        </p:nvSpPr>
        <p:spPr>
          <a:xfrm>
            <a:off x="9818751" y="224440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Broker Registration </a:t>
            </a:r>
            <a:endParaRPr sz="800"/>
          </a:p>
        </p:txBody>
      </p:sp>
      <p:sp>
        <p:nvSpPr>
          <p:cNvPr id="4635" name="Google Shape;4635;p168"/>
          <p:cNvSpPr txBox="1"/>
          <p:nvPr/>
        </p:nvSpPr>
        <p:spPr>
          <a:xfrm>
            <a:off x="9818761" y="382002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Submission </a:t>
            </a:r>
            <a:endParaRPr sz="800"/>
          </a:p>
        </p:txBody>
      </p:sp>
      <p:sp>
        <p:nvSpPr>
          <p:cNvPr id="4636" name="Google Shape;4636;p168"/>
          <p:cNvSpPr txBox="1"/>
          <p:nvPr/>
        </p:nvSpPr>
        <p:spPr>
          <a:xfrm>
            <a:off x="9818751" y="393609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Script </a:t>
            </a:r>
            <a:endParaRPr sz="800"/>
          </a:p>
        </p:txBody>
      </p:sp>
      <p:sp>
        <p:nvSpPr>
          <p:cNvPr id="4637" name="Google Shape;4637;p168"/>
          <p:cNvSpPr txBox="1"/>
          <p:nvPr/>
        </p:nvSpPr>
        <p:spPr>
          <a:xfrm>
            <a:off x="9818751" y="405217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Training </a:t>
            </a:r>
            <a:endParaRPr sz="800"/>
          </a:p>
        </p:txBody>
      </p:sp>
      <p:sp>
        <p:nvSpPr>
          <p:cNvPr id="4638" name="Google Shape;4638;p168"/>
          <p:cNvSpPr txBox="1"/>
          <p:nvPr/>
        </p:nvSpPr>
        <p:spPr>
          <a:xfrm>
            <a:off x="9818751" y="416825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Pipeline </a:t>
            </a:r>
            <a:endParaRPr sz="800"/>
          </a:p>
        </p:txBody>
      </p:sp>
      <p:sp>
        <p:nvSpPr>
          <p:cNvPr id="4639" name="Google Shape;4639;p168"/>
          <p:cNvSpPr txBox="1"/>
          <p:nvPr/>
        </p:nvSpPr>
        <p:spPr>
          <a:xfrm>
            <a:off x="9818751" y="428432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Strategy </a:t>
            </a:r>
            <a:endParaRPr sz="800"/>
          </a:p>
        </p:txBody>
      </p:sp>
      <p:sp>
        <p:nvSpPr>
          <p:cNvPr id="4640" name="Google Shape;4640;p168"/>
          <p:cNvSpPr txBox="1"/>
          <p:nvPr/>
        </p:nvSpPr>
        <p:spPr>
          <a:xfrm>
            <a:off x="9818751" y="451647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4641" name="Google Shape;4641;p168"/>
          <p:cNvSpPr txBox="1"/>
          <p:nvPr/>
        </p:nvSpPr>
        <p:spPr>
          <a:xfrm>
            <a:off x="9818751" y="440040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Sales Renewal </a:t>
            </a:r>
            <a:endParaRPr sz="800"/>
          </a:p>
        </p:txBody>
      </p:sp>
      <p:sp>
        <p:nvSpPr>
          <p:cNvPr id="4642" name="Google Shape;4642;p168"/>
          <p:cNvSpPr txBox="1"/>
          <p:nvPr/>
        </p:nvSpPr>
        <p:spPr>
          <a:xfrm>
            <a:off x="9818751" y="464787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Employer Group Census Management </a:t>
            </a:r>
            <a:endParaRPr sz="800"/>
          </a:p>
        </p:txBody>
      </p:sp>
      <p:sp>
        <p:nvSpPr>
          <p:cNvPr id="4643" name="Google Shape;4643;p168"/>
          <p:cNvSpPr txBox="1"/>
          <p:nvPr/>
        </p:nvSpPr>
        <p:spPr>
          <a:xfrm>
            <a:off x="9818751" y="478101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Underwriting </a:t>
            </a:r>
            <a:endParaRPr sz="800"/>
          </a:p>
        </p:txBody>
      </p:sp>
      <p:sp>
        <p:nvSpPr>
          <p:cNvPr id="4644" name="Google Shape;4644;p168"/>
          <p:cNvSpPr txBox="1"/>
          <p:nvPr/>
        </p:nvSpPr>
        <p:spPr>
          <a:xfrm>
            <a:off x="9818751" y="539450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Insurance Policy Administration </a:t>
            </a:r>
            <a:endParaRPr sz="800"/>
          </a:p>
        </p:txBody>
      </p:sp>
      <p:sp>
        <p:nvSpPr>
          <p:cNvPr id="4645" name="Google Shape;4645;p168"/>
          <p:cNvSpPr txBox="1"/>
          <p:nvPr/>
        </p:nvSpPr>
        <p:spPr>
          <a:xfrm>
            <a:off x="9818751" y="566077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Onboarding </a:t>
            </a:r>
            <a:endParaRPr sz="800"/>
          </a:p>
        </p:txBody>
      </p:sp>
      <p:sp>
        <p:nvSpPr>
          <p:cNvPr id="4646" name="Google Shape;4646;p168"/>
          <p:cNvSpPr txBox="1"/>
          <p:nvPr/>
        </p:nvSpPr>
        <p:spPr>
          <a:xfrm>
            <a:off x="9818751" y="552763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Generation </a:t>
            </a:r>
            <a:endParaRPr sz="800"/>
          </a:p>
        </p:txBody>
      </p:sp>
      <p:sp>
        <p:nvSpPr>
          <p:cNvPr id="4647" name="Google Shape;4647;p168"/>
          <p:cNvSpPr txBox="1"/>
          <p:nvPr/>
        </p:nvSpPr>
        <p:spPr>
          <a:xfrm>
            <a:off x="9818751" y="578894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AI</a:t>
            </a:r>
            <a:endParaRPr sz="800"/>
          </a:p>
        </p:txBody>
      </p:sp>
      <p:sp>
        <p:nvSpPr>
          <p:cNvPr id="4648" name="Google Shape;4648;p168"/>
          <p:cNvSpPr txBox="1"/>
          <p:nvPr/>
        </p:nvSpPr>
        <p:spPr>
          <a:xfrm>
            <a:off x="9818751" y="687544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Outreach </a:t>
            </a:r>
            <a:endParaRPr sz="800"/>
          </a:p>
        </p:txBody>
      </p:sp>
      <p:sp>
        <p:nvSpPr>
          <p:cNvPr id="4649" name="Google Shape;4649;p168"/>
          <p:cNvSpPr txBox="1"/>
          <p:nvPr/>
        </p:nvSpPr>
        <p:spPr>
          <a:xfrm>
            <a:off x="9818751" y="700253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Assessment Generation &amp; Auto-population</a:t>
            </a:r>
            <a:endParaRPr sz="800"/>
          </a:p>
        </p:txBody>
      </p:sp>
      <p:sp>
        <p:nvSpPr>
          <p:cNvPr id="4650" name="Google Shape;4650;p168"/>
          <p:cNvSpPr txBox="1"/>
          <p:nvPr/>
        </p:nvSpPr>
        <p:spPr>
          <a:xfrm>
            <a:off x="9818751" y="491414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Assessment </a:t>
            </a:r>
            <a:endParaRPr sz="800"/>
          </a:p>
        </p:txBody>
      </p:sp>
      <p:sp>
        <p:nvSpPr>
          <p:cNvPr id="4651" name="Google Shape;4651;p168"/>
          <p:cNvSpPr txBox="1"/>
          <p:nvPr/>
        </p:nvSpPr>
        <p:spPr>
          <a:xfrm>
            <a:off x="9818751" y="5180410"/>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 Implementation / Installation </a:t>
            </a:r>
            <a:endParaRPr sz="800"/>
          </a:p>
        </p:txBody>
      </p:sp>
      <p:sp>
        <p:nvSpPr>
          <p:cNvPr id="4652" name="Google Shape;4652;p168"/>
          <p:cNvSpPr txBox="1"/>
          <p:nvPr/>
        </p:nvSpPr>
        <p:spPr>
          <a:xfrm>
            <a:off x="9818751" y="636707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lang="en" sz="800" b="0" i="0" u="none" strike="noStrike" cap="none">
                <a:latin typeface="Salesforce Sans"/>
                <a:ea typeface="Salesforce Sans"/>
                <a:cs typeface="Salesforce Sans"/>
                <a:sym typeface="Salesforce Sans"/>
              </a:rPr>
              <a:t> </a:t>
            </a:r>
            <a:endParaRPr sz="800"/>
          </a:p>
        </p:txBody>
      </p:sp>
      <p:sp>
        <p:nvSpPr>
          <p:cNvPr id="4653" name="Google Shape;4653;p168"/>
          <p:cNvSpPr txBox="1"/>
          <p:nvPr/>
        </p:nvSpPr>
        <p:spPr>
          <a:xfrm>
            <a:off x="9818751" y="649416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Upselling Ancillary Services </a:t>
            </a:r>
            <a:endParaRPr sz="800"/>
          </a:p>
        </p:txBody>
      </p:sp>
      <p:sp>
        <p:nvSpPr>
          <p:cNvPr id="4654" name="Google Shape;4654;p168"/>
          <p:cNvSpPr txBox="1"/>
          <p:nvPr/>
        </p:nvSpPr>
        <p:spPr>
          <a:xfrm>
            <a:off x="9818751" y="712962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Plan Adherence </a:t>
            </a:r>
            <a:endParaRPr sz="800"/>
          </a:p>
        </p:txBody>
      </p:sp>
      <p:sp>
        <p:nvSpPr>
          <p:cNvPr id="4655" name="Google Shape;4655;p168"/>
          <p:cNvSpPr txBox="1"/>
          <p:nvPr/>
        </p:nvSpPr>
        <p:spPr>
          <a:xfrm>
            <a:off x="9818751" y="725672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Provider Auto-matching</a:t>
            </a:r>
            <a:endParaRPr sz="800"/>
          </a:p>
        </p:txBody>
      </p:sp>
      <p:sp>
        <p:nvSpPr>
          <p:cNvPr id="4656" name="Google Shape;4656;p168"/>
          <p:cNvSpPr txBox="1"/>
          <p:nvPr/>
        </p:nvSpPr>
        <p:spPr>
          <a:xfrm>
            <a:off x="9818751" y="737793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Disease Surveillance Case Management</a:t>
            </a:r>
            <a:endParaRPr sz="800"/>
          </a:p>
        </p:txBody>
      </p:sp>
      <p:sp>
        <p:nvSpPr>
          <p:cNvPr id="4657" name="Google Shape;4657;p168"/>
          <p:cNvSpPr txBox="1"/>
          <p:nvPr/>
        </p:nvSpPr>
        <p:spPr>
          <a:xfrm>
            <a:off x="9818751" y="598579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contact center </a:t>
            </a:r>
            <a:endParaRPr sz="800"/>
          </a:p>
        </p:txBody>
      </p:sp>
      <p:sp>
        <p:nvSpPr>
          <p:cNvPr id="4658" name="Google Shape;4658;p168"/>
          <p:cNvSpPr txBox="1"/>
          <p:nvPr/>
        </p:nvSpPr>
        <p:spPr>
          <a:xfrm>
            <a:off x="9818751" y="611288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Appeals &amp; Grievances </a:t>
            </a:r>
            <a:endParaRPr sz="800"/>
          </a:p>
        </p:txBody>
      </p:sp>
      <p:sp>
        <p:nvSpPr>
          <p:cNvPr id="4659" name="Google Shape;4659;p168"/>
          <p:cNvSpPr txBox="1"/>
          <p:nvPr/>
        </p:nvSpPr>
        <p:spPr>
          <a:xfrm>
            <a:off x="9818751" y="623997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Incentive Rewards Management </a:t>
            </a:r>
            <a:endParaRPr sz="800"/>
          </a:p>
        </p:txBody>
      </p:sp>
      <p:sp>
        <p:nvSpPr>
          <p:cNvPr id="4660" name="Google Shape;4660;p168"/>
          <p:cNvSpPr txBox="1"/>
          <p:nvPr/>
        </p:nvSpPr>
        <p:spPr>
          <a:xfrm>
            <a:off x="9818751" y="662125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Coverage summary &amp; details</a:t>
            </a:r>
            <a:endParaRPr sz="800"/>
          </a:p>
        </p:txBody>
      </p:sp>
      <p:sp>
        <p:nvSpPr>
          <p:cNvPr id="4661" name="Google Shape;4661;p168"/>
          <p:cNvSpPr txBox="1"/>
          <p:nvPr/>
        </p:nvSpPr>
        <p:spPr>
          <a:xfrm>
            <a:off x="9818751" y="5047277"/>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Contract Management </a:t>
            </a:r>
            <a:endParaRPr sz="800"/>
          </a:p>
        </p:txBody>
      </p:sp>
      <p:sp>
        <p:nvSpPr>
          <p:cNvPr id="4662" name="Google Shape;4662;p168"/>
          <p:cNvSpPr txBox="1"/>
          <p:nvPr/>
        </p:nvSpPr>
        <p:spPr>
          <a:xfrm>
            <a:off x="9818751" y="785998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Planning </a:t>
            </a:r>
            <a:endParaRPr sz="800"/>
          </a:p>
        </p:txBody>
      </p:sp>
      <p:sp>
        <p:nvSpPr>
          <p:cNvPr id="4663" name="Google Shape;4663;p168"/>
          <p:cNvSpPr txBox="1"/>
          <p:nvPr/>
        </p:nvSpPr>
        <p:spPr>
          <a:xfrm>
            <a:off x="9818751" y="799410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Member Engagement </a:t>
            </a:r>
            <a:endParaRPr sz="800"/>
          </a:p>
        </p:txBody>
      </p:sp>
      <p:sp>
        <p:nvSpPr>
          <p:cNvPr id="4664" name="Google Shape;4664;p168"/>
          <p:cNvSpPr txBox="1"/>
          <p:nvPr/>
        </p:nvSpPr>
        <p:spPr>
          <a:xfrm>
            <a:off x="9818751" y="812821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 Intake </a:t>
            </a:r>
            <a:endParaRPr sz="800"/>
          </a:p>
        </p:txBody>
      </p:sp>
      <p:sp>
        <p:nvSpPr>
          <p:cNvPr id="4665" name="Google Shape;4665;p168"/>
          <p:cNvSpPr txBox="1"/>
          <p:nvPr/>
        </p:nvSpPr>
        <p:spPr>
          <a:xfrm>
            <a:off x="9818751" y="826233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Auto Approval </a:t>
            </a:r>
            <a:endParaRPr sz="800"/>
          </a:p>
        </p:txBody>
      </p:sp>
      <p:sp>
        <p:nvSpPr>
          <p:cNvPr id="4666" name="Google Shape;4666;p168"/>
          <p:cNvSpPr txBox="1"/>
          <p:nvPr/>
        </p:nvSpPr>
        <p:spPr>
          <a:xfrm>
            <a:off x="9818751" y="8530563"/>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 Guidelines </a:t>
            </a:r>
            <a:endParaRPr sz="800"/>
          </a:p>
        </p:txBody>
      </p:sp>
      <p:sp>
        <p:nvSpPr>
          <p:cNvPr id="4667" name="Google Shape;4667;p168"/>
          <p:cNvSpPr txBox="1"/>
          <p:nvPr/>
        </p:nvSpPr>
        <p:spPr>
          <a:xfrm>
            <a:off x="9818751" y="8664678"/>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Patient Summary </a:t>
            </a:r>
            <a:endParaRPr sz="800"/>
          </a:p>
        </p:txBody>
      </p:sp>
      <p:sp>
        <p:nvSpPr>
          <p:cNvPr id="4668" name="Google Shape;4668;p168"/>
          <p:cNvSpPr txBox="1"/>
          <p:nvPr/>
        </p:nvSpPr>
        <p:spPr>
          <a:xfrm>
            <a:off x="9818751" y="839644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Clinical Documentation </a:t>
            </a:r>
            <a:endParaRPr sz="800"/>
          </a:p>
        </p:txBody>
      </p:sp>
      <p:sp>
        <p:nvSpPr>
          <p:cNvPr id="4669" name="Google Shape;4669;p168"/>
          <p:cNvSpPr txBox="1"/>
          <p:nvPr/>
        </p:nvSpPr>
        <p:spPr>
          <a:xfrm>
            <a:off x="9818751" y="9084219"/>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Engagement </a:t>
            </a:r>
            <a:endParaRPr sz="800"/>
          </a:p>
        </p:txBody>
      </p:sp>
      <p:sp>
        <p:nvSpPr>
          <p:cNvPr id="4670" name="Google Shape;4670;p168"/>
          <p:cNvSpPr txBox="1"/>
          <p:nvPr/>
        </p:nvSpPr>
        <p:spPr>
          <a:xfrm>
            <a:off x="9818751" y="8820634"/>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Acquisition Agent </a:t>
            </a:r>
            <a:endParaRPr sz="800"/>
          </a:p>
        </p:txBody>
      </p:sp>
      <p:sp>
        <p:nvSpPr>
          <p:cNvPr id="4671" name="Google Shape;4671;p168"/>
          <p:cNvSpPr txBox="1"/>
          <p:nvPr/>
        </p:nvSpPr>
        <p:spPr>
          <a:xfrm>
            <a:off x="9818751" y="8952426"/>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Operations Agent </a:t>
            </a:r>
            <a:endParaRPr sz="800"/>
          </a:p>
        </p:txBody>
      </p:sp>
      <p:sp>
        <p:nvSpPr>
          <p:cNvPr id="4672" name="Google Shape;4672;p168"/>
          <p:cNvSpPr txBox="1"/>
          <p:nvPr/>
        </p:nvSpPr>
        <p:spPr>
          <a:xfrm>
            <a:off x="9818751" y="9216012"/>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Staff Scheduling </a:t>
            </a:r>
            <a:endParaRPr sz="800"/>
          </a:p>
        </p:txBody>
      </p:sp>
      <p:sp>
        <p:nvSpPr>
          <p:cNvPr id="4673" name="Google Shape;4673;p168"/>
          <p:cNvSpPr txBox="1"/>
          <p:nvPr/>
        </p:nvSpPr>
        <p:spPr>
          <a:xfrm>
            <a:off x="9818751" y="7725875"/>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Transitions of Care</a:t>
            </a:r>
            <a:endParaRPr sz="800"/>
          </a:p>
        </p:txBody>
      </p:sp>
      <p:sp>
        <p:nvSpPr>
          <p:cNvPr id="4674" name="Google Shape;4674;p168"/>
          <p:cNvSpPr txBox="1"/>
          <p:nvPr/>
        </p:nvSpPr>
        <p:spPr>
          <a:xfrm>
            <a:off x="9820090" y="6748351"/>
            <a:ext cx="2065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Document AI</a:t>
            </a:r>
            <a:endParaRPr sz="800"/>
          </a:p>
        </p:txBody>
      </p:sp>
      <p:sp>
        <p:nvSpPr>
          <p:cNvPr id="4675" name="Google Shape;4675;p168"/>
          <p:cNvSpPr txBox="1"/>
          <p:nvPr/>
        </p:nvSpPr>
        <p:spPr>
          <a:xfrm>
            <a:off x="8124651" y="3009452"/>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Quoting</a:t>
            </a:r>
            <a:endParaRPr sz="1600"/>
          </a:p>
        </p:txBody>
      </p:sp>
      <p:sp>
        <p:nvSpPr>
          <p:cNvPr id="4676" name="Google Shape;4676;p168"/>
          <p:cNvSpPr/>
          <p:nvPr/>
        </p:nvSpPr>
        <p:spPr>
          <a:xfrm>
            <a:off x="9649430" y="2818058"/>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77" name="Google Shape;4677;p168"/>
          <p:cNvSpPr/>
          <p:nvPr/>
        </p:nvSpPr>
        <p:spPr>
          <a:xfrm>
            <a:off x="9649430" y="3322864"/>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78" name="Google Shape;4678;p168"/>
          <p:cNvSpPr txBox="1"/>
          <p:nvPr/>
        </p:nvSpPr>
        <p:spPr>
          <a:xfrm>
            <a:off x="8124651" y="3133845"/>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Commissions</a:t>
            </a:r>
            <a:endParaRPr sz="1600"/>
          </a:p>
        </p:txBody>
      </p:sp>
      <p:sp>
        <p:nvSpPr>
          <p:cNvPr id="4679" name="Google Shape;4679;p168"/>
          <p:cNvSpPr txBox="1"/>
          <p:nvPr/>
        </p:nvSpPr>
        <p:spPr>
          <a:xfrm>
            <a:off x="8124651" y="3400789"/>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Broker Relationship Mgmt</a:t>
            </a:r>
            <a:endParaRPr sz="1600"/>
          </a:p>
        </p:txBody>
      </p:sp>
      <p:sp>
        <p:nvSpPr>
          <p:cNvPr id="4680" name="Google Shape;4680;p168"/>
          <p:cNvSpPr txBox="1"/>
          <p:nvPr/>
        </p:nvSpPr>
        <p:spPr>
          <a:xfrm>
            <a:off x="8124663" y="4776243"/>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Underwriting</a:t>
            </a:r>
            <a:endParaRPr sz="1600"/>
          </a:p>
        </p:txBody>
      </p:sp>
      <p:sp>
        <p:nvSpPr>
          <p:cNvPr id="4681" name="Google Shape;4681;p168"/>
          <p:cNvSpPr txBox="1"/>
          <p:nvPr/>
        </p:nvSpPr>
        <p:spPr>
          <a:xfrm>
            <a:off x="8124679" y="5039825"/>
            <a:ext cx="1349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Policy Contracting</a:t>
            </a:r>
            <a:endParaRPr sz="1600"/>
          </a:p>
        </p:txBody>
      </p:sp>
      <p:sp>
        <p:nvSpPr>
          <p:cNvPr id="4682" name="Google Shape;4682;p168"/>
          <p:cNvSpPr txBox="1"/>
          <p:nvPr/>
        </p:nvSpPr>
        <p:spPr>
          <a:xfrm>
            <a:off x="8124677" y="5175225"/>
            <a:ext cx="1494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Account/Case Installation</a:t>
            </a:r>
            <a:endParaRPr sz="1600"/>
          </a:p>
        </p:txBody>
      </p:sp>
      <p:sp>
        <p:nvSpPr>
          <p:cNvPr id="4683" name="Google Shape;4683;p168"/>
          <p:cNvSpPr txBox="1"/>
          <p:nvPr/>
        </p:nvSpPr>
        <p:spPr>
          <a:xfrm>
            <a:off x="8124679" y="5394763"/>
            <a:ext cx="1305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Policy Administration</a:t>
            </a:r>
            <a:endParaRPr sz="1600"/>
          </a:p>
        </p:txBody>
      </p:sp>
      <p:sp>
        <p:nvSpPr>
          <p:cNvPr id="4684" name="Google Shape;4684;p168"/>
          <p:cNvSpPr txBox="1"/>
          <p:nvPr/>
        </p:nvSpPr>
        <p:spPr>
          <a:xfrm>
            <a:off x="8124663" y="5656004"/>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Member Onboarding</a:t>
            </a:r>
            <a:endParaRPr sz="1600"/>
          </a:p>
        </p:txBody>
      </p:sp>
      <p:sp>
        <p:nvSpPr>
          <p:cNvPr id="4685" name="Google Shape;4685;p168"/>
          <p:cNvSpPr txBox="1"/>
          <p:nvPr/>
        </p:nvSpPr>
        <p:spPr>
          <a:xfrm>
            <a:off x="8124663" y="5994757"/>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Inquiry Mgmt &amp; Resolution</a:t>
            </a:r>
            <a:endParaRPr sz="1600"/>
          </a:p>
        </p:txBody>
      </p:sp>
      <p:sp>
        <p:nvSpPr>
          <p:cNvPr id="4686" name="Google Shape;4686;p168"/>
          <p:cNvSpPr txBox="1"/>
          <p:nvPr/>
        </p:nvSpPr>
        <p:spPr>
          <a:xfrm>
            <a:off x="8124663" y="6357109"/>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Engagement &amp; Education</a:t>
            </a:r>
            <a:endParaRPr sz="1600"/>
          </a:p>
        </p:txBody>
      </p:sp>
      <p:sp>
        <p:nvSpPr>
          <p:cNvPr id="4687" name="Google Shape;4687;p168"/>
          <p:cNvSpPr txBox="1"/>
          <p:nvPr/>
        </p:nvSpPr>
        <p:spPr>
          <a:xfrm>
            <a:off x="8124663" y="659462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Care Mgmt</a:t>
            </a:r>
            <a:endParaRPr sz="1600"/>
          </a:p>
        </p:txBody>
      </p:sp>
      <p:sp>
        <p:nvSpPr>
          <p:cNvPr id="4688" name="Google Shape;4688;p168"/>
          <p:cNvSpPr txBox="1"/>
          <p:nvPr/>
        </p:nvSpPr>
        <p:spPr>
          <a:xfrm>
            <a:off x="8124663" y="773358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Care Planning</a:t>
            </a:r>
            <a:endParaRPr sz="1600"/>
          </a:p>
        </p:txBody>
      </p:sp>
      <p:sp>
        <p:nvSpPr>
          <p:cNvPr id="4689" name="Google Shape;4689;p168"/>
          <p:cNvSpPr txBox="1"/>
          <p:nvPr/>
        </p:nvSpPr>
        <p:spPr>
          <a:xfrm>
            <a:off x="8124663" y="8183693"/>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Utilization Management</a:t>
            </a:r>
            <a:endParaRPr sz="1600"/>
          </a:p>
        </p:txBody>
      </p:sp>
      <p:sp>
        <p:nvSpPr>
          <p:cNvPr id="4690" name="Google Shape;4690;p168"/>
          <p:cNvSpPr txBox="1"/>
          <p:nvPr/>
        </p:nvSpPr>
        <p:spPr>
          <a:xfrm>
            <a:off x="8124663" y="8817854"/>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Workforce Management</a:t>
            </a:r>
            <a:endParaRPr sz="1600"/>
          </a:p>
        </p:txBody>
      </p:sp>
      <p:sp>
        <p:nvSpPr>
          <p:cNvPr id="4691" name="Google Shape;4691;p168"/>
          <p:cNvSpPr/>
          <p:nvPr/>
        </p:nvSpPr>
        <p:spPr>
          <a:xfrm>
            <a:off x="9649430" y="481513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2" name="Google Shape;4692;p168"/>
          <p:cNvSpPr/>
          <p:nvPr/>
        </p:nvSpPr>
        <p:spPr>
          <a:xfrm>
            <a:off x="9649430" y="4956820"/>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3" name="Google Shape;4693;p168"/>
          <p:cNvSpPr/>
          <p:nvPr/>
        </p:nvSpPr>
        <p:spPr>
          <a:xfrm>
            <a:off x="9649430" y="5558817"/>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4" name="Google Shape;4694;p168"/>
          <p:cNvSpPr/>
          <p:nvPr/>
        </p:nvSpPr>
        <p:spPr>
          <a:xfrm>
            <a:off x="9649430" y="5694791"/>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5" name="Google Shape;4695;p168"/>
          <p:cNvSpPr/>
          <p:nvPr/>
        </p:nvSpPr>
        <p:spPr>
          <a:xfrm>
            <a:off x="9649430" y="6151623"/>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6" name="Google Shape;4696;p168"/>
          <p:cNvSpPr/>
          <p:nvPr/>
        </p:nvSpPr>
        <p:spPr>
          <a:xfrm>
            <a:off x="9649430" y="6277828"/>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7" name="Google Shape;4697;p168"/>
          <p:cNvSpPr/>
          <p:nvPr/>
        </p:nvSpPr>
        <p:spPr>
          <a:xfrm>
            <a:off x="9649430" y="716398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8" name="Google Shape;4698;p168"/>
          <p:cNvSpPr/>
          <p:nvPr/>
        </p:nvSpPr>
        <p:spPr>
          <a:xfrm>
            <a:off x="9649430" y="7291552"/>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699" name="Google Shape;4699;p168"/>
          <p:cNvSpPr txBox="1"/>
          <p:nvPr/>
        </p:nvSpPr>
        <p:spPr>
          <a:xfrm>
            <a:off x="8129328" y="7377813"/>
            <a:ext cx="14940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Population Health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&amp; Analytics</a:t>
            </a:r>
            <a:endParaRPr sz="1600"/>
          </a:p>
        </p:txBody>
      </p:sp>
      <p:sp>
        <p:nvSpPr>
          <p:cNvPr id="4700" name="Google Shape;4700;p168"/>
          <p:cNvSpPr/>
          <p:nvPr/>
        </p:nvSpPr>
        <p:spPr>
          <a:xfrm>
            <a:off x="9649430" y="741448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01" name="Google Shape;4701;p168"/>
          <p:cNvSpPr/>
          <p:nvPr/>
        </p:nvSpPr>
        <p:spPr>
          <a:xfrm>
            <a:off x="9649430" y="8434236"/>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02" name="Google Shape;4702;p168"/>
          <p:cNvSpPr/>
          <p:nvPr/>
        </p:nvSpPr>
        <p:spPr>
          <a:xfrm>
            <a:off x="9649430" y="856762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03" name="Google Shape;4703;p168"/>
          <p:cNvSpPr/>
          <p:nvPr/>
        </p:nvSpPr>
        <p:spPr>
          <a:xfrm>
            <a:off x="12287257" y="1935996"/>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04" name="Google Shape;4704;p168"/>
          <p:cNvSpPr txBox="1"/>
          <p:nvPr/>
        </p:nvSpPr>
        <p:spPr>
          <a:xfrm>
            <a:off x="12401944" y="1633538"/>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705" name="Google Shape;4705;p168"/>
          <p:cNvSpPr txBox="1"/>
          <p:nvPr/>
        </p:nvSpPr>
        <p:spPr>
          <a:xfrm>
            <a:off x="13894820" y="1633538"/>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706" name="Google Shape;4706;p168"/>
          <p:cNvSpPr txBox="1"/>
          <p:nvPr/>
        </p:nvSpPr>
        <p:spPr>
          <a:xfrm>
            <a:off x="12420907" y="2098446"/>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i="0" u="none" strike="noStrike" cap="non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707" name="Google Shape;4707;p168"/>
          <p:cNvSpPr txBox="1"/>
          <p:nvPr/>
        </p:nvSpPr>
        <p:spPr>
          <a:xfrm>
            <a:off x="15578108" y="1633538"/>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708" name="Google Shape;4708;p168"/>
          <p:cNvSpPr txBox="1"/>
          <p:nvPr/>
        </p:nvSpPr>
        <p:spPr>
          <a:xfrm>
            <a:off x="13913408" y="1936129"/>
            <a:ext cx="830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Digital Enablement</a:t>
            </a:r>
            <a:endParaRPr sz="1600"/>
          </a:p>
        </p:txBody>
      </p:sp>
      <p:sp>
        <p:nvSpPr>
          <p:cNvPr id="4709" name="Google Shape;4709;p168"/>
          <p:cNvSpPr txBox="1"/>
          <p:nvPr/>
        </p:nvSpPr>
        <p:spPr>
          <a:xfrm>
            <a:off x="13908470" y="4352006"/>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Cyber</a:t>
            </a:r>
            <a:endParaRPr sz="1600"/>
          </a:p>
        </p:txBody>
      </p:sp>
      <p:sp>
        <p:nvSpPr>
          <p:cNvPr id="4710" name="Google Shape;4710;p168"/>
          <p:cNvSpPr txBox="1"/>
          <p:nvPr/>
        </p:nvSpPr>
        <p:spPr>
          <a:xfrm>
            <a:off x="13908459" y="2215858"/>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1600"/>
          </a:p>
        </p:txBody>
      </p:sp>
      <p:sp>
        <p:nvSpPr>
          <p:cNvPr id="4711" name="Google Shape;4711;p168"/>
          <p:cNvSpPr txBox="1"/>
          <p:nvPr/>
        </p:nvSpPr>
        <p:spPr>
          <a:xfrm>
            <a:off x="13908459" y="3958132"/>
            <a:ext cx="7716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IT Helpdesk</a:t>
            </a:r>
            <a:endParaRPr sz="1600"/>
          </a:p>
        </p:txBody>
      </p:sp>
      <p:sp>
        <p:nvSpPr>
          <p:cNvPr id="4712" name="Google Shape;4712;p168"/>
          <p:cNvSpPr/>
          <p:nvPr/>
        </p:nvSpPr>
        <p:spPr>
          <a:xfrm>
            <a:off x="15280837" y="1982326"/>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3" name="Google Shape;4713;p168"/>
          <p:cNvSpPr/>
          <p:nvPr/>
        </p:nvSpPr>
        <p:spPr>
          <a:xfrm>
            <a:off x="15280837" y="211647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4" name="Google Shape;4714;p168"/>
          <p:cNvSpPr/>
          <p:nvPr/>
        </p:nvSpPr>
        <p:spPr>
          <a:xfrm>
            <a:off x="15280837" y="2370886"/>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5" name="Google Shape;4715;p168"/>
          <p:cNvSpPr/>
          <p:nvPr/>
        </p:nvSpPr>
        <p:spPr>
          <a:xfrm>
            <a:off x="15280837" y="249631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6" name="Google Shape;4716;p168"/>
          <p:cNvSpPr/>
          <p:nvPr/>
        </p:nvSpPr>
        <p:spPr>
          <a:xfrm>
            <a:off x="15280837" y="2631271"/>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7" name="Google Shape;4717;p168"/>
          <p:cNvSpPr/>
          <p:nvPr/>
        </p:nvSpPr>
        <p:spPr>
          <a:xfrm>
            <a:off x="15280837" y="287577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8" name="Google Shape;4718;p168"/>
          <p:cNvSpPr/>
          <p:nvPr/>
        </p:nvSpPr>
        <p:spPr>
          <a:xfrm>
            <a:off x="15280837" y="299803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19" name="Google Shape;4719;p168"/>
          <p:cNvSpPr/>
          <p:nvPr/>
        </p:nvSpPr>
        <p:spPr>
          <a:xfrm>
            <a:off x="15280837" y="3246718"/>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0" name="Google Shape;4720;p168"/>
          <p:cNvSpPr/>
          <p:nvPr/>
        </p:nvSpPr>
        <p:spPr>
          <a:xfrm>
            <a:off x="15280837" y="3507431"/>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1" name="Google Shape;4721;p168"/>
          <p:cNvSpPr/>
          <p:nvPr/>
        </p:nvSpPr>
        <p:spPr>
          <a:xfrm>
            <a:off x="15280837" y="362826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2" name="Google Shape;4722;p168"/>
          <p:cNvSpPr/>
          <p:nvPr/>
        </p:nvSpPr>
        <p:spPr>
          <a:xfrm>
            <a:off x="15280837" y="374909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3" name="Google Shape;4723;p168"/>
          <p:cNvSpPr/>
          <p:nvPr/>
        </p:nvSpPr>
        <p:spPr>
          <a:xfrm>
            <a:off x="15280837" y="399648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4" name="Google Shape;4724;p168"/>
          <p:cNvSpPr/>
          <p:nvPr/>
        </p:nvSpPr>
        <p:spPr>
          <a:xfrm>
            <a:off x="15280837" y="411601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5" name="Google Shape;4725;p168"/>
          <p:cNvSpPr/>
          <p:nvPr/>
        </p:nvSpPr>
        <p:spPr>
          <a:xfrm>
            <a:off x="15280837" y="4236579"/>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6" name="Google Shape;4726;p168"/>
          <p:cNvSpPr/>
          <p:nvPr/>
        </p:nvSpPr>
        <p:spPr>
          <a:xfrm>
            <a:off x="15280837" y="47736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7" name="Google Shape;4727;p168"/>
          <p:cNvSpPr/>
          <p:nvPr/>
        </p:nvSpPr>
        <p:spPr>
          <a:xfrm>
            <a:off x="15280837" y="514562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8" name="Google Shape;4728;p168"/>
          <p:cNvSpPr/>
          <p:nvPr/>
        </p:nvSpPr>
        <p:spPr>
          <a:xfrm>
            <a:off x="15280837" y="5269889"/>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29" name="Google Shape;4729;p168"/>
          <p:cNvSpPr/>
          <p:nvPr/>
        </p:nvSpPr>
        <p:spPr>
          <a:xfrm>
            <a:off x="15280837" y="539415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0" name="Google Shape;4730;p168"/>
          <p:cNvSpPr/>
          <p:nvPr/>
        </p:nvSpPr>
        <p:spPr>
          <a:xfrm>
            <a:off x="15280837" y="651732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1" name="Google Shape;4731;p168"/>
          <p:cNvSpPr/>
          <p:nvPr/>
        </p:nvSpPr>
        <p:spPr>
          <a:xfrm>
            <a:off x="15280837" y="66436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2" name="Google Shape;4732;p168"/>
          <p:cNvSpPr/>
          <p:nvPr/>
        </p:nvSpPr>
        <p:spPr>
          <a:xfrm>
            <a:off x="15280837" y="6769889"/>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3" name="Google Shape;4733;p168"/>
          <p:cNvSpPr/>
          <p:nvPr/>
        </p:nvSpPr>
        <p:spPr>
          <a:xfrm>
            <a:off x="15280837" y="6896173"/>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4" name="Google Shape;4734;p168"/>
          <p:cNvSpPr/>
          <p:nvPr/>
        </p:nvSpPr>
        <p:spPr>
          <a:xfrm>
            <a:off x="15280837" y="7022457"/>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5" name="Google Shape;4735;p168"/>
          <p:cNvSpPr/>
          <p:nvPr/>
        </p:nvSpPr>
        <p:spPr>
          <a:xfrm>
            <a:off x="15280837" y="7158163"/>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6" name="Google Shape;4736;p168"/>
          <p:cNvSpPr/>
          <p:nvPr/>
        </p:nvSpPr>
        <p:spPr>
          <a:xfrm>
            <a:off x="15285490" y="766340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7" name="Google Shape;4737;p168"/>
          <p:cNvSpPr txBox="1"/>
          <p:nvPr/>
        </p:nvSpPr>
        <p:spPr>
          <a:xfrm>
            <a:off x="13908459" y="2582340"/>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Attraction</a:t>
            </a:r>
            <a:endParaRPr sz="1600"/>
          </a:p>
        </p:txBody>
      </p:sp>
      <p:sp>
        <p:nvSpPr>
          <p:cNvPr id="4738" name="Google Shape;4738;p168"/>
          <p:cNvSpPr/>
          <p:nvPr/>
        </p:nvSpPr>
        <p:spPr>
          <a:xfrm>
            <a:off x="15280837" y="275352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39" name="Google Shape;4739;p168"/>
          <p:cNvSpPr/>
          <p:nvPr/>
        </p:nvSpPr>
        <p:spPr>
          <a:xfrm>
            <a:off x="15280837" y="3362786"/>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40" name="Google Shape;4740;p168"/>
          <p:cNvSpPr txBox="1"/>
          <p:nvPr/>
        </p:nvSpPr>
        <p:spPr>
          <a:xfrm>
            <a:off x="13908459" y="3076695"/>
            <a:ext cx="1130100" cy="291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a:t>
            </a:r>
            <a:r>
              <a:rPr lang="en" sz="900" b="1">
                <a:solidFill>
                  <a:srgbClr val="066AFE"/>
                </a:solidFill>
                <a:latin typeface="Salesforce Sans"/>
                <a:ea typeface="Salesforce Sans"/>
                <a:cs typeface="Salesforce Sans"/>
                <a:sym typeface="Salesforce Sans"/>
              </a:rPr>
              <a:t>Mgmt</a:t>
            </a:r>
            <a:r>
              <a:rPr lang="en" sz="900" b="1" i="0" u="none" strike="noStrike" cap="none">
                <a:solidFill>
                  <a:srgbClr val="066AFE"/>
                </a:solidFill>
                <a:latin typeface="Salesforce Sans"/>
                <a:ea typeface="Salesforce Sans"/>
                <a:cs typeface="Salesforce Sans"/>
                <a:sym typeface="Salesforce Sans"/>
              </a:rPr>
              <a:t> &amp; Development</a:t>
            </a:r>
            <a:endParaRPr sz="1600"/>
          </a:p>
        </p:txBody>
      </p:sp>
      <p:sp>
        <p:nvSpPr>
          <p:cNvPr id="4741" name="Google Shape;4741;p168"/>
          <p:cNvSpPr txBox="1"/>
          <p:nvPr/>
        </p:nvSpPr>
        <p:spPr>
          <a:xfrm>
            <a:off x="13908459" y="3483864"/>
            <a:ext cx="1130100" cy="1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People Operations</a:t>
            </a:r>
            <a:endParaRPr sz="1600"/>
          </a:p>
        </p:txBody>
      </p:sp>
      <p:sp>
        <p:nvSpPr>
          <p:cNvPr id="4742" name="Google Shape;4742;p168"/>
          <p:cNvSpPr txBox="1"/>
          <p:nvPr/>
        </p:nvSpPr>
        <p:spPr>
          <a:xfrm>
            <a:off x="13908470" y="4726206"/>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Infra &amp; Application Management</a:t>
            </a:r>
            <a:endParaRPr sz="1600"/>
          </a:p>
        </p:txBody>
      </p:sp>
      <p:sp>
        <p:nvSpPr>
          <p:cNvPr id="4743" name="Google Shape;4743;p168"/>
          <p:cNvSpPr txBox="1"/>
          <p:nvPr/>
        </p:nvSpPr>
        <p:spPr>
          <a:xfrm>
            <a:off x="13908470" y="5104964"/>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Hospital Operations</a:t>
            </a:r>
            <a:endParaRPr sz="1600"/>
          </a:p>
        </p:txBody>
      </p:sp>
      <p:sp>
        <p:nvSpPr>
          <p:cNvPr id="4744" name="Google Shape;4744;p168"/>
          <p:cNvSpPr txBox="1"/>
          <p:nvPr/>
        </p:nvSpPr>
        <p:spPr>
          <a:xfrm>
            <a:off x="13908470" y="5486618"/>
            <a:ext cx="1199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Clinical Strategy &amp; Planning</a:t>
            </a:r>
            <a:endParaRPr sz="1600"/>
          </a:p>
        </p:txBody>
      </p:sp>
      <p:sp>
        <p:nvSpPr>
          <p:cNvPr id="4745" name="Google Shape;4745;p168"/>
          <p:cNvSpPr txBox="1"/>
          <p:nvPr/>
        </p:nvSpPr>
        <p:spPr>
          <a:xfrm>
            <a:off x="13908470" y="5869219"/>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Claims Mgmt</a:t>
            </a:r>
            <a:endParaRPr sz="1600"/>
          </a:p>
        </p:txBody>
      </p:sp>
      <p:sp>
        <p:nvSpPr>
          <p:cNvPr id="4746" name="Google Shape;4746;p168"/>
          <p:cNvSpPr txBox="1"/>
          <p:nvPr/>
        </p:nvSpPr>
        <p:spPr>
          <a:xfrm>
            <a:off x="13908470" y="6488286"/>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Billing &amp; Revenue Reconciliation</a:t>
            </a:r>
            <a:endParaRPr sz="1600"/>
          </a:p>
        </p:txBody>
      </p:sp>
      <p:sp>
        <p:nvSpPr>
          <p:cNvPr id="4747" name="Google Shape;4747;p168"/>
          <p:cNvSpPr txBox="1"/>
          <p:nvPr/>
        </p:nvSpPr>
        <p:spPr>
          <a:xfrm>
            <a:off x="13908470" y="7113722"/>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1600"/>
          </a:p>
        </p:txBody>
      </p:sp>
      <p:sp>
        <p:nvSpPr>
          <p:cNvPr id="4748" name="Google Shape;4748;p168"/>
          <p:cNvSpPr txBox="1"/>
          <p:nvPr/>
        </p:nvSpPr>
        <p:spPr>
          <a:xfrm>
            <a:off x="13908470" y="7496140"/>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Finance Operations</a:t>
            </a:r>
            <a:endParaRPr sz="1600"/>
          </a:p>
        </p:txBody>
      </p:sp>
      <p:sp>
        <p:nvSpPr>
          <p:cNvPr id="4749" name="Google Shape;4749;p168"/>
          <p:cNvSpPr txBox="1"/>
          <p:nvPr/>
        </p:nvSpPr>
        <p:spPr>
          <a:xfrm>
            <a:off x="13908470" y="7989077"/>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Treasury</a:t>
            </a:r>
            <a:endParaRPr sz="1600"/>
          </a:p>
        </p:txBody>
      </p:sp>
      <p:sp>
        <p:nvSpPr>
          <p:cNvPr id="4750" name="Google Shape;4750;p168"/>
          <p:cNvSpPr txBox="1"/>
          <p:nvPr/>
        </p:nvSpPr>
        <p:spPr>
          <a:xfrm>
            <a:off x="13908470" y="8517473"/>
            <a:ext cx="11301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Management and Board Reporting Generation</a:t>
            </a:r>
            <a:endParaRPr sz="1600"/>
          </a:p>
        </p:txBody>
      </p:sp>
      <p:sp>
        <p:nvSpPr>
          <p:cNvPr id="4751" name="Google Shape;4751;p168"/>
          <p:cNvSpPr txBox="1"/>
          <p:nvPr/>
        </p:nvSpPr>
        <p:spPr>
          <a:xfrm>
            <a:off x="13908470" y="9025125"/>
            <a:ext cx="11301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Litigation &amp; I</a:t>
            </a:r>
            <a:r>
              <a:rPr lang="en" sz="900" b="1">
                <a:solidFill>
                  <a:srgbClr val="066AFE"/>
                </a:solidFill>
                <a:latin typeface="Salesforce Sans"/>
                <a:ea typeface="Salesforce Sans"/>
                <a:cs typeface="Salesforce Sans"/>
                <a:sym typeface="Salesforce Sans"/>
              </a:rPr>
              <a:t>P</a:t>
            </a:r>
            <a:r>
              <a:rPr lang="en" sz="900" b="1" i="0" u="none" strike="noStrike" cap="none">
                <a:solidFill>
                  <a:srgbClr val="066AFE"/>
                </a:solidFill>
                <a:latin typeface="Salesforce Sans"/>
                <a:ea typeface="Salesforce Sans"/>
                <a:cs typeface="Salesforce Sans"/>
                <a:sym typeface="Salesforce Sans"/>
              </a:rPr>
              <a:t> Protection </a:t>
            </a:r>
            <a:endParaRPr sz="1600"/>
          </a:p>
        </p:txBody>
      </p:sp>
      <p:sp>
        <p:nvSpPr>
          <p:cNvPr id="4752" name="Google Shape;4752;p168"/>
          <p:cNvSpPr/>
          <p:nvPr/>
        </p:nvSpPr>
        <p:spPr>
          <a:xfrm>
            <a:off x="15280837" y="5534286"/>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53" name="Google Shape;4753;p168"/>
          <p:cNvSpPr/>
          <p:nvPr/>
        </p:nvSpPr>
        <p:spPr>
          <a:xfrm>
            <a:off x="15280837" y="5771012"/>
            <a:ext cx="78900" cy="789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54" name="Google Shape;4754;p168"/>
          <p:cNvSpPr/>
          <p:nvPr/>
        </p:nvSpPr>
        <p:spPr>
          <a:xfrm>
            <a:off x="15280837" y="727620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55" name="Google Shape;4755;p168"/>
          <p:cNvSpPr/>
          <p:nvPr/>
        </p:nvSpPr>
        <p:spPr>
          <a:xfrm>
            <a:off x="15280837" y="7394245"/>
            <a:ext cx="78900" cy="78900"/>
          </a:xfrm>
          <a:prstGeom prst="ellipse">
            <a:avLst/>
          </a:prstGeom>
          <a:solidFill>
            <a:srgbClr val="F3830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56" name="Google Shape;4756;p168"/>
          <p:cNvSpPr txBox="1"/>
          <p:nvPr/>
        </p:nvSpPr>
        <p:spPr>
          <a:xfrm>
            <a:off x="13913125" y="8250368"/>
            <a:ext cx="11301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i="0" u="none" strike="noStrike" cap="none">
                <a:solidFill>
                  <a:srgbClr val="066AFE"/>
                </a:solidFill>
                <a:latin typeface="Salesforce Sans"/>
                <a:ea typeface="Salesforce Sans"/>
                <a:cs typeface="Salesforce Sans"/>
                <a:sym typeface="Salesforce Sans"/>
              </a:rPr>
              <a:t>Tax And Compliance</a:t>
            </a:r>
            <a:endParaRPr sz="1600"/>
          </a:p>
        </p:txBody>
      </p:sp>
      <p:sp>
        <p:nvSpPr>
          <p:cNvPr id="4757" name="Google Shape;4757;p168"/>
          <p:cNvSpPr/>
          <p:nvPr/>
        </p:nvSpPr>
        <p:spPr>
          <a:xfrm>
            <a:off x="15280837" y="8564542"/>
            <a:ext cx="78900" cy="789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758" name="Google Shape;4758;p168"/>
          <p:cNvSpPr txBox="1"/>
          <p:nvPr/>
        </p:nvSpPr>
        <p:spPr>
          <a:xfrm>
            <a:off x="15455001" y="194870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Workflow Digitization </a:t>
            </a:r>
            <a:endParaRPr sz="800"/>
          </a:p>
        </p:txBody>
      </p:sp>
      <p:sp>
        <p:nvSpPr>
          <p:cNvPr id="4759" name="Google Shape;4759;p168"/>
          <p:cNvSpPr txBox="1"/>
          <p:nvPr/>
        </p:nvSpPr>
        <p:spPr>
          <a:xfrm>
            <a:off x="15455001" y="221841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Workforce Of Future And Skills Assessment </a:t>
            </a:r>
            <a:endParaRPr sz="800"/>
          </a:p>
        </p:txBody>
      </p:sp>
      <p:sp>
        <p:nvSpPr>
          <p:cNvPr id="4760" name="Google Shape;4760;p168"/>
          <p:cNvSpPr txBox="1"/>
          <p:nvPr/>
        </p:nvSpPr>
        <p:spPr>
          <a:xfrm>
            <a:off x="15455001" y="207879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SOP And Record Management  </a:t>
            </a:r>
            <a:endParaRPr sz="800"/>
          </a:p>
        </p:txBody>
      </p:sp>
      <p:sp>
        <p:nvSpPr>
          <p:cNvPr id="4761" name="Google Shape;4761;p168"/>
          <p:cNvSpPr txBox="1"/>
          <p:nvPr/>
        </p:nvSpPr>
        <p:spPr>
          <a:xfrm>
            <a:off x="15455001" y="233898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Workforce Planning  </a:t>
            </a:r>
            <a:endParaRPr sz="800"/>
          </a:p>
        </p:txBody>
      </p:sp>
      <p:sp>
        <p:nvSpPr>
          <p:cNvPr id="4762" name="Google Shape;4762;p168"/>
          <p:cNvSpPr txBox="1"/>
          <p:nvPr/>
        </p:nvSpPr>
        <p:spPr>
          <a:xfrm>
            <a:off x="15455001" y="321154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Content Design &amp; Delivery </a:t>
            </a:r>
            <a:endParaRPr sz="800"/>
          </a:p>
        </p:txBody>
      </p:sp>
      <p:sp>
        <p:nvSpPr>
          <p:cNvPr id="4763" name="Google Shape;4763;p168"/>
          <p:cNvSpPr txBox="1"/>
          <p:nvPr/>
        </p:nvSpPr>
        <p:spPr>
          <a:xfrm>
            <a:off x="15455001" y="333211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Performance Management </a:t>
            </a:r>
            <a:endParaRPr sz="800"/>
          </a:p>
        </p:txBody>
      </p:sp>
      <p:sp>
        <p:nvSpPr>
          <p:cNvPr id="4764" name="Google Shape;4764;p168"/>
          <p:cNvSpPr txBox="1"/>
          <p:nvPr/>
        </p:nvSpPr>
        <p:spPr>
          <a:xfrm>
            <a:off x="15455001" y="245955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People Measurement &amp; Reporting </a:t>
            </a:r>
            <a:endParaRPr sz="800"/>
          </a:p>
        </p:txBody>
      </p:sp>
      <p:sp>
        <p:nvSpPr>
          <p:cNvPr id="4765" name="Google Shape;4765;p168"/>
          <p:cNvSpPr txBox="1"/>
          <p:nvPr/>
        </p:nvSpPr>
        <p:spPr>
          <a:xfrm>
            <a:off x="15455001" y="259917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Sourcing Strategy Development </a:t>
            </a:r>
            <a:endParaRPr sz="800"/>
          </a:p>
        </p:txBody>
      </p:sp>
      <p:sp>
        <p:nvSpPr>
          <p:cNvPr id="4766" name="Google Shape;4766;p168"/>
          <p:cNvSpPr txBox="1"/>
          <p:nvPr/>
        </p:nvSpPr>
        <p:spPr>
          <a:xfrm>
            <a:off x="15455001" y="271974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Outreach </a:t>
            </a:r>
            <a:endParaRPr sz="800"/>
          </a:p>
        </p:txBody>
      </p:sp>
      <p:sp>
        <p:nvSpPr>
          <p:cNvPr id="4767" name="Google Shape;4767;p168"/>
          <p:cNvSpPr txBox="1"/>
          <p:nvPr/>
        </p:nvSpPr>
        <p:spPr>
          <a:xfrm>
            <a:off x="15455001" y="284031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Coaching</a:t>
            </a:r>
            <a:endParaRPr sz="800"/>
          </a:p>
        </p:txBody>
      </p:sp>
      <p:sp>
        <p:nvSpPr>
          <p:cNvPr id="4768" name="Google Shape;4768;p168"/>
          <p:cNvSpPr txBox="1"/>
          <p:nvPr/>
        </p:nvSpPr>
        <p:spPr>
          <a:xfrm>
            <a:off x="15455001" y="296088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Talent Onboarding </a:t>
            </a:r>
            <a:endParaRPr sz="800"/>
          </a:p>
        </p:txBody>
      </p:sp>
      <p:sp>
        <p:nvSpPr>
          <p:cNvPr id="4769" name="Google Shape;4769;p168"/>
          <p:cNvSpPr txBox="1"/>
          <p:nvPr/>
        </p:nvSpPr>
        <p:spPr>
          <a:xfrm>
            <a:off x="15455001" y="347173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Compensation &amp; Benefit Creation &amp; Delivery </a:t>
            </a:r>
            <a:endParaRPr sz="800"/>
          </a:p>
        </p:txBody>
      </p:sp>
      <p:sp>
        <p:nvSpPr>
          <p:cNvPr id="4770" name="Google Shape;4770;p168"/>
          <p:cNvSpPr txBox="1"/>
          <p:nvPr/>
        </p:nvSpPr>
        <p:spPr>
          <a:xfrm>
            <a:off x="15455001" y="371287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Payroll &amp; Vacation Monitoring </a:t>
            </a:r>
            <a:endParaRPr sz="800"/>
          </a:p>
        </p:txBody>
      </p:sp>
      <p:sp>
        <p:nvSpPr>
          <p:cNvPr id="4771" name="Google Shape;4771;p168"/>
          <p:cNvSpPr txBox="1"/>
          <p:nvPr/>
        </p:nvSpPr>
        <p:spPr>
          <a:xfrm>
            <a:off x="15455001" y="3592304"/>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Employee Experience &amp; Health Monitoring </a:t>
            </a:r>
            <a:endParaRPr sz="800"/>
          </a:p>
        </p:txBody>
      </p:sp>
      <p:sp>
        <p:nvSpPr>
          <p:cNvPr id="4772" name="Google Shape;4772;p168"/>
          <p:cNvSpPr txBox="1"/>
          <p:nvPr/>
        </p:nvSpPr>
        <p:spPr>
          <a:xfrm>
            <a:off x="15455001" y="383344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Compliance &amp; Labour Relations Monitoring </a:t>
            </a:r>
            <a:endParaRPr sz="800"/>
          </a:p>
        </p:txBody>
      </p:sp>
      <p:sp>
        <p:nvSpPr>
          <p:cNvPr id="4773" name="Google Shape;4773;p168"/>
          <p:cNvSpPr txBox="1"/>
          <p:nvPr/>
        </p:nvSpPr>
        <p:spPr>
          <a:xfrm>
            <a:off x="15455001" y="309097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Career Path Design </a:t>
            </a:r>
            <a:endParaRPr sz="800"/>
          </a:p>
        </p:txBody>
      </p:sp>
      <p:sp>
        <p:nvSpPr>
          <p:cNvPr id="4774" name="Google Shape;4774;p168"/>
          <p:cNvSpPr txBox="1"/>
          <p:nvPr/>
        </p:nvSpPr>
        <p:spPr>
          <a:xfrm>
            <a:off x="15455001" y="409363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Resolution &amp; Troubleshooting </a:t>
            </a:r>
            <a:endParaRPr sz="800"/>
          </a:p>
        </p:txBody>
      </p:sp>
      <p:sp>
        <p:nvSpPr>
          <p:cNvPr id="4775" name="Google Shape;4775;p168"/>
          <p:cNvSpPr txBox="1"/>
          <p:nvPr/>
        </p:nvSpPr>
        <p:spPr>
          <a:xfrm>
            <a:off x="15455001" y="421420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Knowledge Base Updates &amp; Content Creation </a:t>
            </a:r>
            <a:endParaRPr sz="800"/>
          </a:p>
        </p:txBody>
      </p:sp>
      <p:sp>
        <p:nvSpPr>
          <p:cNvPr id="4776" name="Google Shape;4776;p168"/>
          <p:cNvSpPr txBox="1"/>
          <p:nvPr/>
        </p:nvSpPr>
        <p:spPr>
          <a:xfrm>
            <a:off x="15455001" y="447439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Incident Response </a:t>
            </a:r>
            <a:endParaRPr sz="800"/>
          </a:p>
        </p:txBody>
      </p:sp>
      <p:sp>
        <p:nvSpPr>
          <p:cNvPr id="4777" name="Google Shape;4777;p168"/>
          <p:cNvSpPr txBox="1"/>
          <p:nvPr/>
        </p:nvSpPr>
        <p:spPr>
          <a:xfrm>
            <a:off x="15455001" y="473458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Asset &amp; Infra Lifecycle Management </a:t>
            </a:r>
            <a:endParaRPr sz="800"/>
          </a:p>
        </p:txBody>
      </p:sp>
      <p:sp>
        <p:nvSpPr>
          <p:cNvPr id="4778" name="Google Shape;4778;p168"/>
          <p:cNvSpPr txBox="1"/>
          <p:nvPr/>
        </p:nvSpPr>
        <p:spPr>
          <a:xfrm>
            <a:off x="15455001" y="485514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Development </a:t>
            </a:r>
            <a:endParaRPr sz="800"/>
          </a:p>
        </p:txBody>
      </p:sp>
      <p:sp>
        <p:nvSpPr>
          <p:cNvPr id="4779" name="Google Shape;4779;p168"/>
          <p:cNvSpPr txBox="1"/>
          <p:nvPr/>
        </p:nvSpPr>
        <p:spPr>
          <a:xfrm>
            <a:off x="15455001" y="459496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Access &amp; Security Policy Creation </a:t>
            </a:r>
            <a:endParaRPr sz="800"/>
          </a:p>
        </p:txBody>
      </p:sp>
      <p:sp>
        <p:nvSpPr>
          <p:cNvPr id="4780" name="Google Shape;4780;p168"/>
          <p:cNvSpPr txBox="1"/>
          <p:nvPr/>
        </p:nvSpPr>
        <p:spPr>
          <a:xfrm>
            <a:off x="15455001" y="549609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Demand Forecasting </a:t>
            </a:r>
            <a:endParaRPr sz="800"/>
          </a:p>
        </p:txBody>
      </p:sp>
      <p:sp>
        <p:nvSpPr>
          <p:cNvPr id="4781" name="Google Shape;4781;p168"/>
          <p:cNvSpPr txBox="1"/>
          <p:nvPr/>
        </p:nvSpPr>
        <p:spPr>
          <a:xfrm>
            <a:off x="15455001" y="523590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Patient Flow </a:t>
            </a:r>
            <a:endParaRPr sz="800"/>
          </a:p>
        </p:txBody>
      </p:sp>
      <p:sp>
        <p:nvSpPr>
          <p:cNvPr id="4782" name="Google Shape;4782;p168"/>
          <p:cNvSpPr txBox="1"/>
          <p:nvPr/>
        </p:nvSpPr>
        <p:spPr>
          <a:xfrm>
            <a:off x="15455001" y="573723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VBC Outcome Tracking </a:t>
            </a:r>
            <a:endParaRPr sz="800"/>
          </a:p>
        </p:txBody>
      </p:sp>
      <p:sp>
        <p:nvSpPr>
          <p:cNvPr id="4783" name="Google Shape;4783;p168"/>
          <p:cNvSpPr txBox="1"/>
          <p:nvPr/>
        </p:nvSpPr>
        <p:spPr>
          <a:xfrm>
            <a:off x="15455001" y="561666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OR Optimization </a:t>
            </a:r>
            <a:endParaRPr sz="800"/>
          </a:p>
        </p:txBody>
      </p:sp>
      <p:sp>
        <p:nvSpPr>
          <p:cNvPr id="4784" name="Google Shape;4784;p168"/>
          <p:cNvSpPr txBox="1"/>
          <p:nvPr/>
        </p:nvSpPr>
        <p:spPr>
          <a:xfrm>
            <a:off x="15455001" y="673989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Payment Processing </a:t>
            </a:r>
            <a:endParaRPr sz="800"/>
          </a:p>
        </p:txBody>
      </p:sp>
      <p:sp>
        <p:nvSpPr>
          <p:cNvPr id="4785" name="Google Shape;4785;p168"/>
          <p:cNvSpPr txBox="1"/>
          <p:nvPr/>
        </p:nvSpPr>
        <p:spPr>
          <a:xfrm>
            <a:off x="15455001" y="686046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 Analysis &amp; Reporting </a:t>
            </a:r>
            <a:endParaRPr sz="800"/>
          </a:p>
        </p:txBody>
      </p:sp>
      <p:sp>
        <p:nvSpPr>
          <p:cNvPr id="4786" name="Google Shape;4786;p168"/>
          <p:cNvSpPr txBox="1"/>
          <p:nvPr/>
        </p:nvSpPr>
        <p:spPr>
          <a:xfrm>
            <a:off x="15455001" y="497571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Application Testing </a:t>
            </a:r>
            <a:endParaRPr sz="800"/>
          </a:p>
        </p:txBody>
      </p:sp>
      <p:sp>
        <p:nvSpPr>
          <p:cNvPr id="4787" name="Google Shape;4787;p168"/>
          <p:cNvSpPr txBox="1"/>
          <p:nvPr/>
        </p:nvSpPr>
        <p:spPr>
          <a:xfrm>
            <a:off x="15455001" y="535647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Asset Lifecycle </a:t>
            </a:r>
            <a:endParaRPr sz="800"/>
          </a:p>
        </p:txBody>
      </p:sp>
      <p:sp>
        <p:nvSpPr>
          <p:cNvPr id="4788" name="Google Shape;4788;p168"/>
          <p:cNvSpPr txBox="1"/>
          <p:nvPr/>
        </p:nvSpPr>
        <p:spPr>
          <a:xfrm>
            <a:off x="15455001" y="599742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 Adjudication </a:t>
            </a:r>
            <a:endParaRPr sz="800"/>
          </a:p>
        </p:txBody>
      </p:sp>
      <p:sp>
        <p:nvSpPr>
          <p:cNvPr id="4789" name="Google Shape;4789;p168"/>
          <p:cNvSpPr txBox="1"/>
          <p:nvPr/>
        </p:nvSpPr>
        <p:spPr>
          <a:xfrm>
            <a:off x="15455001" y="611799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 Distribution </a:t>
            </a:r>
            <a:endParaRPr sz="800"/>
          </a:p>
        </p:txBody>
      </p:sp>
      <p:sp>
        <p:nvSpPr>
          <p:cNvPr id="4790" name="Google Shape;4790;p168"/>
          <p:cNvSpPr txBox="1"/>
          <p:nvPr/>
        </p:nvSpPr>
        <p:spPr>
          <a:xfrm>
            <a:off x="15455001" y="623856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Submission Processing </a:t>
            </a:r>
            <a:endParaRPr sz="800"/>
          </a:p>
        </p:txBody>
      </p:sp>
      <p:sp>
        <p:nvSpPr>
          <p:cNvPr id="4791" name="Google Shape;4791;p168"/>
          <p:cNvSpPr txBox="1"/>
          <p:nvPr/>
        </p:nvSpPr>
        <p:spPr>
          <a:xfrm>
            <a:off x="15455001" y="635913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Summary</a:t>
            </a:r>
            <a:endParaRPr sz="800"/>
          </a:p>
        </p:txBody>
      </p:sp>
      <p:sp>
        <p:nvSpPr>
          <p:cNvPr id="4792" name="Google Shape;4792;p168"/>
          <p:cNvSpPr txBox="1"/>
          <p:nvPr/>
        </p:nvSpPr>
        <p:spPr>
          <a:xfrm>
            <a:off x="15455001" y="649875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Billing Management </a:t>
            </a:r>
            <a:endParaRPr sz="800"/>
          </a:p>
        </p:txBody>
      </p:sp>
      <p:sp>
        <p:nvSpPr>
          <p:cNvPr id="4793" name="Google Shape;4793;p168"/>
          <p:cNvSpPr txBox="1"/>
          <p:nvPr/>
        </p:nvSpPr>
        <p:spPr>
          <a:xfrm>
            <a:off x="15455001" y="698103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Accounts Receivable </a:t>
            </a:r>
            <a:endParaRPr sz="800"/>
          </a:p>
        </p:txBody>
      </p:sp>
      <p:sp>
        <p:nvSpPr>
          <p:cNvPr id="4794" name="Google Shape;4794;p168"/>
          <p:cNvSpPr txBox="1"/>
          <p:nvPr/>
        </p:nvSpPr>
        <p:spPr>
          <a:xfrm>
            <a:off x="15455001" y="6619323"/>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Billing &amp; Invoicing </a:t>
            </a:r>
            <a:endParaRPr sz="800"/>
          </a:p>
        </p:txBody>
      </p:sp>
      <p:sp>
        <p:nvSpPr>
          <p:cNvPr id="4795" name="Google Shape;4795;p168"/>
          <p:cNvSpPr txBox="1"/>
          <p:nvPr/>
        </p:nvSpPr>
        <p:spPr>
          <a:xfrm>
            <a:off x="15455001" y="735637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Performance Management &amp; KPI Monitoring </a:t>
            </a:r>
            <a:endParaRPr sz="800"/>
          </a:p>
        </p:txBody>
      </p:sp>
      <p:sp>
        <p:nvSpPr>
          <p:cNvPr id="4796" name="Google Shape;4796;p168"/>
          <p:cNvSpPr txBox="1"/>
          <p:nvPr/>
        </p:nvSpPr>
        <p:spPr>
          <a:xfrm>
            <a:off x="15455001" y="712065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Long-Term &amp; Annual Budgeting </a:t>
            </a:r>
            <a:endParaRPr sz="800"/>
          </a:p>
        </p:txBody>
      </p:sp>
      <p:sp>
        <p:nvSpPr>
          <p:cNvPr id="4797" name="Google Shape;4797;p168"/>
          <p:cNvSpPr txBox="1"/>
          <p:nvPr/>
        </p:nvSpPr>
        <p:spPr>
          <a:xfrm>
            <a:off x="15455001" y="7241220"/>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Financial Forecasting &amp; Scenario Modeling </a:t>
            </a:r>
            <a:endParaRPr sz="800"/>
          </a:p>
        </p:txBody>
      </p:sp>
      <p:sp>
        <p:nvSpPr>
          <p:cNvPr id="4798" name="Google Shape;4798;p168"/>
          <p:cNvSpPr txBox="1"/>
          <p:nvPr/>
        </p:nvSpPr>
        <p:spPr>
          <a:xfrm>
            <a:off x="15455001" y="762197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Quote-To-Cash Management</a:t>
            </a:r>
            <a:endParaRPr sz="800"/>
          </a:p>
        </p:txBody>
      </p:sp>
      <p:sp>
        <p:nvSpPr>
          <p:cNvPr id="4799" name="Google Shape;4799;p168"/>
          <p:cNvSpPr txBox="1"/>
          <p:nvPr/>
        </p:nvSpPr>
        <p:spPr>
          <a:xfrm>
            <a:off x="15455001" y="774254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Procurement &amp; Vendor Management </a:t>
            </a:r>
            <a:endParaRPr sz="800"/>
          </a:p>
        </p:txBody>
      </p:sp>
      <p:sp>
        <p:nvSpPr>
          <p:cNvPr id="4800" name="Google Shape;4800;p168"/>
          <p:cNvSpPr txBox="1"/>
          <p:nvPr/>
        </p:nvSpPr>
        <p:spPr>
          <a:xfrm>
            <a:off x="15455001" y="786311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Accounting Reconciliation</a:t>
            </a:r>
            <a:endParaRPr sz="800"/>
          </a:p>
        </p:txBody>
      </p:sp>
      <p:sp>
        <p:nvSpPr>
          <p:cNvPr id="4801" name="Google Shape;4801;p168"/>
          <p:cNvSpPr txBox="1"/>
          <p:nvPr/>
        </p:nvSpPr>
        <p:spPr>
          <a:xfrm>
            <a:off x="15455001" y="826292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Tax Filing</a:t>
            </a:r>
            <a:endParaRPr sz="800"/>
          </a:p>
        </p:txBody>
      </p:sp>
      <p:sp>
        <p:nvSpPr>
          <p:cNvPr id="4802" name="Google Shape;4802;p168"/>
          <p:cNvSpPr txBox="1"/>
          <p:nvPr/>
        </p:nvSpPr>
        <p:spPr>
          <a:xfrm>
            <a:off x="15455001" y="852311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Analytics</a:t>
            </a:r>
            <a:endParaRPr sz="800"/>
          </a:p>
        </p:txBody>
      </p:sp>
      <p:sp>
        <p:nvSpPr>
          <p:cNvPr id="4803" name="Google Shape;4803;p168"/>
          <p:cNvSpPr txBox="1"/>
          <p:nvPr/>
        </p:nvSpPr>
        <p:spPr>
          <a:xfrm>
            <a:off x="15455001" y="864368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Presentation Creation</a:t>
            </a:r>
            <a:endParaRPr sz="800"/>
          </a:p>
        </p:txBody>
      </p:sp>
      <p:sp>
        <p:nvSpPr>
          <p:cNvPr id="4804" name="Google Shape;4804;p168"/>
          <p:cNvSpPr txBox="1"/>
          <p:nvPr/>
        </p:nvSpPr>
        <p:spPr>
          <a:xfrm>
            <a:off x="15455001" y="812330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Risk Management</a:t>
            </a:r>
            <a:endParaRPr sz="800"/>
          </a:p>
        </p:txBody>
      </p:sp>
      <p:sp>
        <p:nvSpPr>
          <p:cNvPr id="4805" name="Google Shape;4805;p168"/>
          <p:cNvSpPr txBox="1"/>
          <p:nvPr/>
        </p:nvSpPr>
        <p:spPr>
          <a:xfrm>
            <a:off x="15455001" y="838349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Regulatory Reporting </a:t>
            </a:r>
            <a:endParaRPr sz="800"/>
          </a:p>
        </p:txBody>
      </p:sp>
      <p:sp>
        <p:nvSpPr>
          <p:cNvPr id="4806" name="Google Shape;4806;p168"/>
          <p:cNvSpPr txBox="1"/>
          <p:nvPr/>
        </p:nvSpPr>
        <p:spPr>
          <a:xfrm>
            <a:off x="15455001" y="7501409"/>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Transaction Monitoring</a:t>
            </a:r>
            <a:endParaRPr sz="800"/>
          </a:p>
        </p:txBody>
      </p:sp>
      <p:sp>
        <p:nvSpPr>
          <p:cNvPr id="4807" name="Google Shape;4807;p168"/>
          <p:cNvSpPr txBox="1"/>
          <p:nvPr/>
        </p:nvSpPr>
        <p:spPr>
          <a:xfrm>
            <a:off x="15455001" y="8002737"/>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Cash &amp; Liquidity Management</a:t>
            </a:r>
            <a:endParaRPr sz="800"/>
          </a:p>
        </p:txBody>
      </p:sp>
      <p:sp>
        <p:nvSpPr>
          <p:cNvPr id="4808" name="Google Shape;4808;p168"/>
          <p:cNvSpPr txBox="1"/>
          <p:nvPr/>
        </p:nvSpPr>
        <p:spPr>
          <a:xfrm>
            <a:off x="15455001" y="915152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IP Enforcement</a:t>
            </a:r>
            <a:endParaRPr sz="800"/>
          </a:p>
        </p:txBody>
      </p:sp>
      <p:sp>
        <p:nvSpPr>
          <p:cNvPr id="4809" name="Google Shape;4809;p168"/>
          <p:cNvSpPr txBox="1"/>
          <p:nvPr/>
        </p:nvSpPr>
        <p:spPr>
          <a:xfrm>
            <a:off x="15455001" y="9030955"/>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IP Registration </a:t>
            </a:r>
            <a:endParaRPr sz="800"/>
          </a:p>
        </p:txBody>
      </p:sp>
      <p:sp>
        <p:nvSpPr>
          <p:cNvPr id="4810" name="Google Shape;4810;p168"/>
          <p:cNvSpPr txBox="1"/>
          <p:nvPr/>
        </p:nvSpPr>
        <p:spPr>
          <a:xfrm>
            <a:off x="15455001" y="3973062"/>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Ticket Intake </a:t>
            </a:r>
            <a:endParaRPr sz="800"/>
          </a:p>
        </p:txBody>
      </p:sp>
      <p:sp>
        <p:nvSpPr>
          <p:cNvPr id="4811" name="Google Shape;4811;p168"/>
          <p:cNvSpPr txBox="1"/>
          <p:nvPr/>
        </p:nvSpPr>
        <p:spPr>
          <a:xfrm>
            <a:off x="15455001" y="4353821"/>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Threat Detection </a:t>
            </a:r>
            <a:endParaRPr sz="800"/>
          </a:p>
        </p:txBody>
      </p:sp>
      <p:sp>
        <p:nvSpPr>
          <p:cNvPr id="4812" name="Google Shape;4812;p168"/>
          <p:cNvSpPr txBox="1"/>
          <p:nvPr/>
        </p:nvSpPr>
        <p:spPr>
          <a:xfrm>
            <a:off x="15455001" y="5115338"/>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Capacity Management</a:t>
            </a:r>
            <a:endParaRPr sz="800"/>
          </a:p>
        </p:txBody>
      </p:sp>
      <p:sp>
        <p:nvSpPr>
          <p:cNvPr id="4813" name="Google Shape;4813;p168"/>
          <p:cNvSpPr txBox="1"/>
          <p:nvPr/>
        </p:nvSpPr>
        <p:spPr>
          <a:xfrm>
            <a:off x="15455001" y="5876856"/>
            <a:ext cx="23190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900"/>
              <a:buFont typeface="Salesforce Sans"/>
              <a:buNone/>
            </a:pPr>
            <a:r>
              <a:rPr lang="en" sz="800" b="0" i="0" u="none" strike="noStrike" cap="none">
                <a:latin typeface="Salesforce Sans"/>
                <a:ea typeface="Salesforce Sans"/>
                <a:cs typeface="Salesforce Sans"/>
                <a:sym typeface="Salesforce Sans"/>
              </a:rPr>
              <a:t>Claims Pre-Processing </a:t>
            </a:r>
            <a:endParaRPr sz="800"/>
          </a:p>
        </p:txBody>
      </p:sp>
      <p:sp>
        <p:nvSpPr>
          <p:cNvPr id="4814" name="Google Shape;4814;p168"/>
          <p:cNvSpPr/>
          <p:nvPr/>
        </p:nvSpPr>
        <p:spPr>
          <a:xfrm>
            <a:off x="15280837" y="6391035"/>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815" name="Google Shape;4815;p168"/>
          <p:cNvSpPr/>
          <p:nvPr/>
        </p:nvSpPr>
        <p:spPr>
          <a:xfrm>
            <a:off x="15285490" y="7783974"/>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816" name="Google Shape;4816;p168"/>
          <p:cNvSpPr/>
          <p:nvPr/>
        </p:nvSpPr>
        <p:spPr>
          <a:xfrm>
            <a:off x="15285490" y="7901260"/>
            <a:ext cx="78900" cy="789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817" name="Google Shape;4817;p168"/>
          <p:cNvSpPr txBox="1"/>
          <p:nvPr/>
        </p:nvSpPr>
        <p:spPr>
          <a:xfrm>
            <a:off x="12578375" y="9692475"/>
            <a:ext cx="50805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xmlns:ahyp="http://schemas.microsoft.com/office/drawing/2018/hyperlinkcolo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sp>
        <p:nvSpPr>
          <p:cNvPr id="4818" name="Google Shape;4818;p168"/>
          <p:cNvSpPr txBox="1"/>
          <p:nvPr/>
        </p:nvSpPr>
        <p:spPr>
          <a:xfrm>
            <a:off x="346500" y="381000"/>
            <a:ext cx="17595000" cy="90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4819" name="Google Shape;4819;p168"/>
          <p:cNvGrpSpPr/>
          <p:nvPr/>
        </p:nvGrpSpPr>
        <p:grpSpPr>
          <a:xfrm>
            <a:off x="5987400" y="1143000"/>
            <a:ext cx="6313200" cy="312153"/>
            <a:chOff x="18111450" y="1344920"/>
            <a:chExt cx="6313200" cy="312153"/>
          </a:xfrm>
        </p:grpSpPr>
        <p:sp>
          <p:nvSpPr>
            <p:cNvPr id="4820" name="Google Shape;4820;p168"/>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4821" name="Google Shape;4821;p168"/>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4822" name="Google Shape;4822;p168"/>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4823" name="Google Shape;4823;p168"/>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4824" name="Google Shape;4824;p168"/>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4825" name="Google Shape;4825;p168"/>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4826" name="Google Shape;4826;p168"/>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4827" name="Google Shape;4827;p168"/>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4828" name="Google Shape;4828;p168"/>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matchingName="Industry_Provider">
  <p:cSld name="TITLE_AND_BODY_5_1_1">
    <p:spTree>
      <p:nvGrpSpPr>
        <p:cNvPr id="1" name="Shape 4829"/>
        <p:cNvGrpSpPr/>
        <p:nvPr/>
      </p:nvGrpSpPr>
      <p:grpSpPr>
        <a:xfrm>
          <a:off x="0" y="0"/>
          <a:ext cx="0" cy="0"/>
          <a:chOff x="0" y="0"/>
          <a:chExt cx="0" cy="0"/>
        </a:xfrm>
      </p:grpSpPr>
      <p:sp>
        <p:nvSpPr>
          <p:cNvPr id="4830" name="Google Shape;4830;p169"/>
          <p:cNvSpPr txBox="1"/>
          <p:nvPr/>
        </p:nvSpPr>
        <p:spPr>
          <a:xfrm>
            <a:off x="849750" y="381000"/>
            <a:ext cx="16588500" cy="90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4831" name="Google Shape;4831;p169"/>
          <p:cNvSpPr txBox="1"/>
          <p:nvPr/>
        </p:nvSpPr>
        <p:spPr>
          <a:xfrm>
            <a:off x="12643350" y="9693275"/>
            <a:ext cx="5445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xmlns:ahyp="http://schemas.microsoft.com/office/drawing/2018/hyperlinkcolo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a:latin typeface="Salesforce Sans"/>
              <a:ea typeface="Salesforce Sans"/>
              <a:cs typeface="Salesforce Sans"/>
              <a:sym typeface="Salesforce Sans"/>
            </a:endParaRPr>
          </a:p>
        </p:txBody>
      </p:sp>
      <p:sp>
        <p:nvSpPr>
          <p:cNvPr id="4832" name="Google Shape;4832;p169"/>
          <p:cNvSpPr txBox="1"/>
          <p:nvPr/>
        </p:nvSpPr>
        <p:spPr>
          <a:xfrm>
            <a:off x="3820748" y="340553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Lead Identification </a:t>
            </a:r>
            <a:endParaRPr sz="800" i="0" u="none" strike="noStrike" cap="none">
              <a:latin typeface="Salesforce Sans"/>
              <a:ea typeface="Salesforce Sans"/>
              <a:cs typeface="Salesforce Sans"/>
              <a:sym typeface="Salesforce Sans"/>
            </a:endParaRPr>
          </a:p>
        </p:txBody>
      </p:sp>
      <p:sp>
        <p:nvSpPr>
          <p:cNvPr id="4833" name="Google Shape;4833;p169"/>
          <p:cNvSpPr/>
          <p:nvPr/>
        </p:nvSpPr>
        <p:spPr>
          <a:xfrm>
            <a:off x="3663735" y="608618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34" name="Google Shape;4834;p169"/>
          <p:cNvSpPr txBox="1"/>
          <p:nvPr/>
        </p:nvSpPr>
        <p:spPr>
          <a:xfrm>
            <a:off x="3820748" y="606428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sz="800" i="0" u="none" strike="noStrike" cap="none">
              <a:latin typeface="Salesforce Sans"/>
              <a:ea typeface="Salesforce Sans"/>
              <a:cs typeface="Salesforce Sans"/>
              <a:sym typeface="Salesforce Sans"/>
            </a:endParaRPr>
          </a:p>
        </p:txBody>
      </p:sp>
      <p:sp>
        <p:nvSpPr>
          <p:cNvPr id="4835" name="Google Shape;4835;p169"/>
          <p:cNvSpPr/>
          <p:nvPr/>
        </p:nvSpPr>
        <p:spPr>
          <a:xfrm>
            <a:off x="3663735" y="6637444"/>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36" name="Google Shape;4836;p169"/>
          <p:cNvSpPr txBox="1"/>
          <p:nvPr/>
        </p:nvSpPr>
        <p:spPr>
          <a:xfrm>
            <a:off x="3820748" y="661554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sz="800" i="0" u="none" strike="noStrike" cap="none">
              <a:latin typeface="Salesforce Sans"/>
              <a:ea typeface="Salesforce Sans"/>
              <a:cs typeface="Salesforce Sans"/>
              <a:sym typeface="Salesforce Sans"/>
            </a:endParaRPr>
          </a:p>
        </p:txBody>
      </p:sp>
      <p:sp>
        <p:nvSpPr>
          <p:cNvPr id="4837" name="Google Shape;4837;p169"/>
          <p:cNvSpPr/>
          <p:nvPr/>
        </p:nvSpPr>
        <p:spPr>
          <a:xfrm>
            <a:off x="3663735" y="718508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38" name="Google Shape;4838;p169"/>
          <p:cNvSpPr txBox="1"/>
          <p:nvPr/>
        </p:nvSpPr>
        <p:spPr>
          <a:xfrm>
            <a:off x="3820748" y="716318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sz="800" i="0" u="none" strike="noStrike" cap="none">
              <a:latin typeface="Salesforce Sans"/>
              <a:ea typeface="Salesforce Sans"/>
              <a:cs typeface="Salesforce Sans"/>
              <a:sym typeface="Salesforce Sans"/>
            </a:endParaRPr>
          </a:p>
        </p:txBody>
      </p:sp>
      <p:sp>
        <p:nvSpPr>
          <p:cNvPr id="4839" name="Google Shape;4839;p169"/>
          <p:cNvSpPr/>
          <p:nvPr/>
        </p:nvSpPr>
        <p:spPr>
          <a:xfrm>
            <a:off x="3663735" y="734242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40" name="Google Shape;4840;p169"/>
          <p:cNvSpPr txBox="1"/>
          <p:nvPr/>
        </p:nvSpPr>
        <p:spPr>
          <a:xfrm>
            <a:off x="3820748" y="732052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sz="800" i="0" u="none" strike="noStrike" cap="none">
              <a:latin typeface="Salesforce Sans"/>
              <a:ea typeface="Salesforce Sans"/>
              <a:cs typeface="Salesforce Sans"/>
              <a:sym typeface="Salesforce Sans"/>
            </a:endParaRPr>
          </a:p>
        </p:txBody>
      </p:sp>
      <p:sp>
        <p:nvSpPr>
          <p:cNvPr id="4841" name="Google Shape;4841;p169"/>
          <p:cNvSpPr/>
          <p:nvPr/>
        </p:nvSpPr>
        <p:spPr>
          <a:xfrm>
            <a:off x="3663735" y="7494869"/>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42" name="Google Shape;4842;p169"/>
          <p:cNvSpPr txBox="1"/>
          <p:nvPr/>
        </p:nvSpPr>
        <p:spPr>
          <a:xfrm>
            <a:off x="3820748" y="747296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sz="800" i="0" u="none" strike="noStrike" cap="none">
              <a:latin typeface="Salesforce Sans"/>
              <a:ea typeface="Salesforce Sans"/>
              <a:cs typeface="Salesforce Sans"/>
              <a:sym typeface="Salesforce Sans"/>
            </a:endParaRPr>
          </a:p>
        </p:txBody>
      </p:sp>
      <p:sp>
        <p:nvSpPr>
          <p:cNvPr id="4843" name="Google Shape;4843;p169"/>
          <p:cNvSpPr txBox="1"/>
          <p:nvPr/>
        </p:nvSpPr>
        <p:spPr>
          <a:xfrm>
            <a:off x="3820748" y="76352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Registry Curation (Disease, Donor) </a:t>
            </a:r>
            <a:endParaRPr sz="800" i="0" u="none" strike="noStrike" cap="none">
              <a:latin typeface="Salesforce Sans"/>
              <a:ea typeface="Salesforce Sans"/>
              <a:cs typeface="Salesforce Sans"/>
              <a:sym typeface="Salesforce Sans"/>
            </a:endParaRPr>
          </a:p>
        </p:txBody>
      </p:sp>
      <p:sp>
        <p:nvSpPr>
          <p:cNvPr id="4844" name="Google Shape;4844;p169"/>
          <p:cNvSpPr txBox="1"/>
          <p:nvPr/>
        </p:nvSpPr>
        <p:spPr>
          <a:xfrm>
            <a:off x="3820748" y="779254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Risk Management </a:t>
            </a:r>
            <a:endParaRPr sz="800" i="0" u="none" strike="noStrike" cap="none">
              <a:latin typeface="Salesforce Sans"/>
              <a:ea typeface="Salesforce Sans"/>
              <a:cs typeface="Salesforce Sans"/>
              <a:sym typeface="Salesforce Sans"/>
            </a:endParaRPr>
          </a:p>
        </p:txBody>
      </p:sp>
      <p:sp>
        <p:nvSpPr>
          <p:cNvPr id="4845" name="Google Shape;4845;p169"/>
          <p:cNvSpPr txBox="1"/>
          <p:nvPr/>
        </p:nvSpPr>
        <p:spPr>
          <a:xfrm>
            <a:off x="3820748" y="79498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lang="en" sz="800" i="0" u="none" strike="noStrike" cap="none">
                <a:latin typeface="Salesforce Sans"/>
                <a:ea typeface="Salesforce Sans"/>
                <a:cs typeface="Salesforce Sans"/>
                <a:sym typeface="Salesforce Sans"/>
              </a:rPr>
              <a:t> Surveillance </a:t>
            </a:r>
            <a:endParaRPr sz="800" i="0" u="none" strike="noStrike" cap="none">
              <a:latin typeface="Salesforce Sans"/>
              <a:ea typeface="Salesforce Sans"/>
              <a:cs typeface="Salesforce Sans"/>
              <a:sym typeface="Salesforce Sans"/>
            </a:endParaRPr>
          </a:p>
        </p:txBody>
      </p:sp>
      <p:sp>
        <p:nvSpPr>
          <p:cNvPr id="4846" name="Google Shape;4846;p169"/>
          <p:cNvSpPr txBox="1"/>
          <p:nvPr/>
        </p:nvSpPr>
        <p:spPr>
          <a:xfrm>
            <a:off x="3820748" y="810722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Attribution Modeling &amp; Management </a:t>
            </a:r>
            <a:endParaRPr sz="800" i="0" u="none" strike="noStrike" cap="none">
              <a:latin typeface="Salesforce Sans"/>
              <a:ea typeface="Salesforce Sans"/>
              <a:cs typeface="Salesforce Sans"/>
              <a:sym typeface="Salesforce Sans"/>
            </a:endParaRPr>
          </a:p>
        </p:txBody>
      </p:sp>
      <p:sp>
        <p:nvSpPr>
          <p:cNvPr id="4847" name="Google Shape;4847;p169"/>
          <p:cNvSpPr txBox="1"/>
          <p:nvPr/>
        </p:nvSpPr>
        <p:spPr>
          <a:xfrm>
            <a:off x="3820748" y="826456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Health Analytics </a:t>
            </a:r>
            <a:endParaRPr sz="800" i="0" u="none" strike="noStrike" cap="none">
              <a:latin typeface="Salesforce Sans"/>
              <a:ea typeface="Salesforce Sans"/>
              <a:cs typeface="Salesforce Sans"/>
              <a:sym typeface="Salesforce Sans"/>
            </a:endParaRPr>
          </a:p>
        </p:txBody>
      </p:sp>
      <p:sp>
        <p:nvSpPr>
          <p:cNvPr id="4848" name="Google Shape;4848;p169"/>
          <p:cNvSpPr txBox="1"/>
          <p:nvPr/>
        </p:nvSpPr>
        <p:spPr>
          <a:xfrm>
            <a:off x="3820748" y="842190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Population Health Program Management </a:t>
            </a:r>
            <a:endParaRPr sz="800" i="0" u="none" strike="noStrike" cap="none">
              <a:latin typeface="Salesforce Sans"/>
              <a:ea typeface="Salesforce Sans"/>
              <a:cs typeface="Salesforce Sans"/>
              <a:sym typeface="Salesforce Sans"/>
            </a:endParaRPr>
          </a:p>
        </p:txBody>
      </p:sp>
      <p:sp>
        <p:nvSpPr>
          <p:cNvPr id="4849" name="Google Shape;4849;p169"/>
          <p:cNvSpPr/>
          <p:nvPr/>
        </p:nvSpPr>
        <p:spPr>
          <a:xfrm>
            <a:off x="2362728" y="2998465"/>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Event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4850" name="Google Shape;4850;p169"/>
          <p:cNvSpPr/>
          <p:nvPr/>
        </p:nvSpPr>
        <p:spPr>
          <a:xfrm>
            <a:off x="2362728" y="3424867"/>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Customer Lifecycle and Conversion</a:t>
            </a:r>
            <a:endParaRPr sz="900" b="1" i="0" u="none" strike="noStrike" cap="none">
              <a:solidFill>
                <a:srgbClr val="066AFE"/>
              </a:solidFill>
              <a:latin typeface="Salesforce Sans"/>
              <a:ea typeface="Salesforce Sans"/>
              <a:cs typeface="Salesforce Sans"/>
              <a:sym typeface="Salesforce Sans"/>
            </a:endParaRPr>
          </a:p>
        </p:txBody>
      </p:sp>
      <p:sp>
        <p:nvSpPr>
          <p:cNvPr id="4851" name="Google Shape;4851;p169"/>
          <p:cNvSpPr/>
          <p:nvPr/>
        </p:nvSpPr>
        <p:spPr>
          <a:xfrm>
            <a:off x="2362728" y="3822065"/>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External Stakeholder Engagement</a:t>
            </a:r>
            <a:endParaRPr sz="900" b="1" i="0" u="none" strike="noStrike" cap="none">
              <a:solidFill>
                <a:srgbClr val="066AFE"/>
              </a:solidFill>
              <a:latin typeface="Salesforce Sans"/>
              <a:ea typeface="Salesforce Sans"/>
              <a:cs typeface="Salesforce Sans"/>
              <a:sym typeface="Salesforce Sans"/>
            </a:endParaRPr>
          </a:p>
        </p:txBody>
      </p:sp>
      <p:sp>
        <p:nvSpPr>
          <p:cNvPr id="4852" name="Google Shape;4852;p169"/>
          <p:cNvSpPr/>
          <p:nvPr/>
        </p:nvSpPr>
        <p:spPr>
          <a:xfrm>
            <a:off x="2362728" y="4492537"/>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Contact &amp;</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Inquiry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4853" name="Google Shape;4853;p169"/>
          <p:cNvSpPr/>
          <p:nvPr/>
        </p:nvSpPr>
        <p:spPr>
          <a:xfrm>
            <a:off x="2362728" y="4809685"/>
            <a:ext cx="1099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Patient Registration &amp; Appointment </a:t>
            </a:r>
            <a:r>
              <a:rPr lang="en" sz="900" b="1">
                <a:solidFill>
                  <a:srgbClr val="066AFE"/>
                </a:solidFill>
                <a:latin typeface="Salesforce Sans"/>
                <a:ea typeface="Salesforce Sans"/>
                <a:cs typeface="Salesforce Sans"/>
                <a:sym typeface="Salesforce Sans"/>
              </a:rPr>
              <a:t>Mgmt</a:t>
            </a:r>
            <a:endParaRPr sz="900" b="1" i="0" u="none" strike="noStrike" cap="none">
              <a:solidFill>
                <a:srgbClr val="066AFE"/>
              </a:solidFill>
              <a:latin typeface="Salesforce Sans"/>
              <a:ea typeface="Salesforce Sans"/>
              <a:cs typeface="Salesforce Sans"/>
              <a:sym typeface="Salesforce Sans"/>
            </a:endParaRPr>
          </a:p>
        </p:txBody>
      </p:sp>
      <p:sp>
        <p:nvSpPr>
          <p:cNvPr id="4854" name="Google Shape;4854;p169"/>
          <p:cNvSpPr/>
          <p:nvPr/>
        </p:nvSpPr>
        <p:spPr>
          <a:xfrm>
            <a:off x="2362728" y="5665978"/>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Assessments</a:t>
            </a:r>
            <a:endParaRPr sz="900" b="1" i="0" u="none" strike="noStrike" cap="none">
              <a:solidFill>
                <a:srgbClr val="066AFE"/>
              </a:solidFill>
              <a:latin typeface="Salesforce Sans"/>
              <a:ea typeface="Salesforce Sans"/>
              <a:cs typeface="Salesforce Sans"/>
              <a:sym typeface="Salesforce Sans"/>
            </a:endParaRPr>
          </a:p>
        </p:txBody>
      </p:sp>
      <p:sp>
        <p:nvSpPr>
          <p:cNvPr id="4855" name="Google Shape;4855;p169"/>
          <p:cNvSpPr/>
          <p:nvPr/>
        </p:nvSpPr>
        <p:spPr>
          <a:xfrm>
            <a:off x="2362728" y="6065754"/>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Action and Planning</a:t>
            </a:r>
            <a:endParaRPr sz="900" b="1" i="0" u="none" strike="noStrike" cap="none">
              <a:solidFill>
                <a:srgbClr val="066AFE"/>
              </a:solidFill>
              <a:latin typeface="Salesforce Sans"/>
              <a:ea typeface="Salesforce Sans"/>
              <a:cs typeface="Salesforce Sans"/>
              <a:sym typeface="Salesforce Sans"/>
            </a:endParaRPr>
          </a:p>
        </p:txBody>
      </p:sp>
      <p:sp>
        <p:nvSpPr>
          <p:cNvPr id="4856" name="Google Shape;4856;p169"/>
          <p:cNvSpPr/>
          <p:nvPr/>
        </p:nvSpPr>
        <p:spPr>
          <a:xfrm>
            <a:off x="2362728" y="6624603"/>
            <a:ext cx="1099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Data &amp; Documentation Management</a:t>
            </a:r>
            <a:endParaRPr sz="900" b="1" i="0" u="none" strike="noStrike" cap="none">
              <a:solidFill>
                <a:srgbClr val="066AFE"/>
              </a:solidFill>
              <a:latin typeface="Salesforce Sans"/>
              <a:ea typeface="Salesforce Sans"/>
              <a:cs typeface="Salesforce Sans"/>
              <a:sym typeface="Salesforce Sans"/>
            </a:endParaRPr>
          </a:p>
        </p:txBody>
      </p:sp>
      <p:sp>
        <p:nvSpPr>
          <p:cNvPr id="4857" name="Google Shape;4857;p169"/>
          <p:cNvSpPr/>
          <p:nvPr/>
        </p:nvSpPr>
        <p:spPr>
          <a:xfrm>
            <a:off x="2362728" y="7159822"/>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Population Health Management</a:t>
            </a:r>
            <a:endParaRPr sz="900" b="1" i="0" u="none" strike="noStrike" cap="none">
              <a:solidFill>
                <a:srgbClr val="066AFE"/>
              </a:solidFill>
              <a:latin typeface="Salesforce Sans"/>
              <a:ea typeface="Salesforce Sans"/>
              <a:cs typeface="Salesforce Sans"/>
              <a:sym typeface="Salesforce Sans"/>
            </a:endParaRPr>
          </a:p>
        </p:txBody>
      </p:sp>
      <p:sp>
        <p:nvSpPr>
          <p:cNvPr id="4858" name="Google Shape;4858;p169"/>
          <p:cNvSpPr/>
          <p:nvPr/>
        </p:nvSpPr>
        <p:spPr>
          <a:xfrm>
            <a:off x="2362728" y="8658131"/>
            <a:ext cx="1099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Care Orchestration</a:t>
            </a:r>
            <a:endParaRPr sz="900" b="1" i="0" u="none" strike="noStrike" cap="none">
              <a:solidFill>
                <a:srgbClr val="066AFE"/>
              </a:solidFill>
              <a:latin typeface="Salesforce Sans"/>
              <a:ea typeface="Salesforce Sans"/>
              <a:cs typeface="Salesforce Sans"/>
              <a:sym typeface="Salesforce Sans"/>
            </a:endParaRPr>
          </a:p>
        </p:txBody>
      </p:sp>
      <p:sp>
        <p:nvSpPr>
          <p:cNvPr id="4859" name="Google Shape;4859;p169"/>
          <p:cNvSpPr/>
          <p:nvPr/>
        </p:nvSpPr>
        <p:spPr>
          <a:xfrm>
            <a:off x="2362728" y="9525416"/>
            <a:ext cx="1099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Patient Relationship &amp; Activation</a:t>
            </a:r>
            <a:endParaRPr sz="900" b="1" i="0" u="none" strike="noStrike" cap="none">
              <a:solidFill>
                <a:srgbClr val="066AFE"/>
              </a:solidFill>
              <a:latin typeface="Salesforce Sans"/>
              <a:ea typeface="Salesforce Sans"/>
              <a:cs typeface="Salesforce Sans"/>
              <a:sym typeface="Salesforce Sans"/>
            </a:endParaRPr>
          </a:p>
        </p:txBody>
      </p:sp>
      <p:sp>
        <p:nvSpPr>
          <p:cNvPr id="4860" name="Google Shape;4860;p169"/>
          <p:cNvSpPr/>
          <p:nvPr/>
        </p:nvSpPr>
        <p:spPr>
          <a:xfrm>
            <a:off x="2362728" y="2298197"/>
            <a:ext cx="1099800" cy="357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Campaign Execution</a:t>
            </a:r>
            <a:endParaRPr sz="900" b="1" i="0" u="none" strike="noStrike" cap="none">
              <a:solidFill>
                <a:srgbClr val="066AFE"/>
              </a:solidFill>
              <a:latin typeface="Salesforce Sans"/>
              <a:ea typeface="Salesforce Sans"/>
              <a:cs typeface="Salesforce Sans"/>
              <a:sym typeface="Salesforce Sans"/>
            </a:endParaRPr>
          </a:p>
        </p:txBody>
      </p:sp>
      <p:sp>
        <p:nvSpPr>
          <p:cNvPr id="4861" name="Google Shape;4861;p169"/>
          <p:cNvSpPr txBox="1"/>
          <p:nvPr/>
        </p:nvSpPr>
        <p:spPr>
          <a:xfrm>
            <a:off x="3820748" y="229401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Campaign Design &amp; Delivery </a:t>
            </a:r>
            <a:endParaRPr sz="800" i="0" u="none" strike="noStrike" cap="none">
              <a:latin typeface="Salesforce Sans"/>
              <a:ea typeface="Salesforce Sans"/>
              <a:cs typeface="Salesforce Sans"/>
              <a:sym typeface="Salesforce Sans"/>
            </a:endParaRPr>
          </a:p>
        </p:txBody>
      </p:sp>
      <p:sp>
        <p:nvSpPr>
          <p:cNvPr id="4862" name="Google Shape;4862;p169"/>
          <p:cNvSpPr/>
          <p:nvPr/>
        </p:nvSpPr>
        <p:spPr>
          <a:xfrm>
            <a:off x="3663735" y="231591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63" name="Google Shape;4863;p169"/>
          <p:cNvSpPr txBox="1"/>
          <p:nvPr/>
        </p:nvSpPr>
        <p:spPr>
          <a:xfrm>
            <a:off x="3820748" y="2451355"/>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4864" name="Google Shape;4864;p169"/>
          <p:cNvSpPr/>
          <p:nvPr/>
        </p:nvSpPr>
        <p:spPr>
          <a:xfrm>
            <a:off x="3663735" y="2473255"/>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65" name="Google Shape;4865;p169"/>
          <p:cNvSpPr txBox="1"/>
          <p:nvPr/>
        </p:nvSpPr>
        <p:spPr>
          <a:xfrm>
            <a:off x="3820748" y="260869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4866" name="Google Shape;4866;p169"/>
          <p:cNvSpPr/>
          <p:nvPr/>
        </p:nvSpPr>
        <p:spPr>
          <a:xfrm>
            <a:off x="3663735" y="263059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67" name="Google Shape;4867;p169"/>
          <p:cNvSpPr txBox="1"/>
          <p:nvPr/>
        </p:nvSpPr>
        <p:spPr>
          <a:xfrm>
            <a:off x="3820748" y="276603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sz="800" i="0" u="none" strike="noStrike" cap="none">
              <a:latin typeface="Salesforce Sans"/>
              <a:ea typeface="Salesforce Sans"/>
              <a:cs typeface="Salesforce Sans"/>
              <a:sym typeface="Salesforce Sans"/>
            </a:endParaRPr>
          </a:p>
        </p:txBody>
      </p:sp>
      <p:sp>
        <p:nvSpPr>
          <p:cNvPr id="4868" name="Google Shape;4868;p169"/>
          <p:cNvSpPr/>
          <p:nvPr/>
        </p:nvSpPr>
        <p:spPr>
          <a:xfrm>
            <a:off x="3663735" y="2787933"/>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69" name="Google Shape;4869;p169"/>
          <p:cNvSpPr txBox="1"/>
          <p:nvPr/>
        </p:nvSpPr>
        <p:spPr>
          <a:xfrm>
            <a:off x="3820748" y="300274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Event Outreach </a:t>
            </a:r>
            <a:endParaRPr sz="800" i="0" u="none" strike="noStrike" cap="none">
              <a:latin typeface="Salesforce Sans"/>
              <a:ea typeface="Salesforce Sans"/>
              <a:cs typeface="Salesforce Sans"/>
              <a:sym typeface="Salesforce Sans"/>
            </a:endParaRPr>
          </a:p>
        </p:txBody>
      </p:sp>
      <p:sp>
        <p:nvSpPr>
          <p:cNvPr id="4870" name="Google Shape;4870;p169"/>
          <p:cNvSpPr/>
          <p:nvPr/>
        </p:nvSpPr>
        <p:spPr>
          <a:xfrm>
            <a:off x="3663735" y="30246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71" name="Google Shape;4871;p169"/>
          <p:cNvSpPr txBox="1"/>
          <p:nvPr/>
        </p:nvSpPr>
        <p:spPr>
          <a:xfrm>
            <a:off x="3820748" y="31600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Event Planner </a:t>
            </a:r>
            <a:endParaRPr sz="800" i="0" u="none" strike="noStrike" cap="none">
              <a:latin typeface="Salesforce Sans"/>
              <a:ea typeface="Salesforce Sans"/>
              <a:cs typeface="Salesforce Sans"/>
              <a:sym typeface="Salesforce Sans"/>
            </a:endParaRPr>
          </a:p>
        </p:txBody>
      </p:sp>
      <p:sp>
        <p:nvSpPr>
          <p:cNvPr id="4872" name="Google Shape;4872;p169"/>
          <p:cNvSpPr/>
          <p:nvPr/>
        </p:nvSpPr>
        <p:spPr>
          <a:xfrm>
            <a:off x="3663735" y="3181987"/>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73" name="Google Shape;4873;p169"/>
          <p:cNvSpPr/>
          <p:nvPr/>
        </p:nvSpPr>
        <p:spPr>
          <a:xfrm>
            <a:off x="3663735" y="3415901"/>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74" name="Google Shape;4874;p169"/>
          <p:cNvSpPr txBox="1"/>
          <p:nvPr/>
        </p:nvSpPr>
        <p:spPr>
          <a:xfrm>
            <a:off x="3820748" y="355334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Customer Journey </a:t>
            </a:r>
            <a:endParaRPr sz="800" i="0" u="none" strike="noStrike" cap="none">
              <a:latin typeface="Salesforce Sans"/>
              <a:ea typeface="Salesforce Sans"/>
              <a:cs typeface="Salesforce Sans"/>
              <a:sym typeface="Salesforce Sans"/>
            </a:endParaRPr>
          </a:p>
        </p:txBody>
      </p:sp>
      <p:sp>
        <p:nvSpPr>
          <p:cNvPr id="4875" name="Google Shape;4875;p169"/>
          <p:cNvSpPr/>
          <p:nvPr/>
        </p:nvSpPr>
        <p:spPr>
          <a:xfrm>
            <a:off x="3663735" y="35752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76" name="Google Shape;4876;p169"/>
          <p:cNvSpPr txBox="1"/>
          <p:nvPr/>
        </p:nvSpPr>
        <p:spPr>
          <a:xfrm>
            <a:off x="3820748" y="378926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sz="800" i="0" u="none" strike="noStrike" cap="none">
              <a:latin typeface="Salesforce Sans"/>
              <a:ea typeface="Salesforce Sans"/>
              <a:cs typeface="Salesforce Sans"/>
              <a:sym typeface="Salesforce Sans"/>
            </a:endParaRPr>
          </a:p>
        </p:txBody>
      </p:sp>
      <p:sp>
        <p:nvSpPr>
          <p:cNvPr id="4877" name="Google Shape;4877;p169"/>
          <p:cNvSpPr/>
          <p:nvPr/>
        </p:nvSpPr>
        <p:spPr>
          <a:xfrm>
            <a:off x="3663735" y="3811168"/>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78" name="Google Shape;4878;p169"/>
          <p:cNvSpPr txBox="1"/>
          <p:nvPr/>
        </p:nvSpPr>
        <p:spPr>
          <a:xfrm>
            <a:off x="3820748" y="39466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Donor Management </a:t>
            </a:r>
            <a:endParaRPr sz="800" i="0" u="none" strike="noStrike" cap="none">
              <a:latin typeface="Salesforce Sans"/>
              <a:ea typeface="Salesforce Sans"/>
              <a:cs typeface="Salesforce Sans"/>
              <a:sym typeface="Salesforce Sans"/>
            </a:endParaRPr>
          </a:p>
        </p:txBody>
      </p:sp>
      <p:sp>
        <p:nvSpPr>
          <p:cNvPr id="4879" name="Google Shape;4879;p169"/>
          <p:cNvSpPr/>
          <p:nvPr/>
        </p:nvSpPr>
        <p:spPr>
          <a:xfrm>
            <a:off x="3663735" y="396850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80" name="Google Shape;4880;p169"/>
          <p:cNvSpPr txBox="1"/>
          <p:nvPr/>
        </p:nvSpPr>
        <p:spPr>
          <a:xfrm>
            <a:off x="3820748" y="410394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Community Relations </a:t>
            </a:r>
            <a:endParaRPr sz="800" i="0" u="none" strike="noStrike" cap="none">
              <a:latin typeface="Salesforce Sans"/>
              <a:ea typeface="Salesforce Sans"/>
              <a:cs typeface="Salesforce Sans"/>
              <a:sym typeface="Salesforce Sans"/>
            </a:endParaRPr>
          </a:p>
        </p:txBody>
      </p:sp>
      <p:sp>
        <p:nvSpPr>
          <p:cNvPr id="4881" name="Google Shape;4881;p169"/>
          <p:cNvSpPr/>
          <p:nvPr/>
        </p:nvSpPr>
        <p:spPr>
          <a:xfrm>
            <a:off x="3663735" y="4125847"/>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82" name="Google Shape;4882;p169"/>
          <p:cNvSpPr txBox="1"/>
          <p:nvPr/>
        </p:nvSpPr>
        <p:spPr>
          <a:xfrm>
            <a:off x="3820748" y="426128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Policy     </a:t>
            </a:r>
            <a:endParaRPr sz="800" i="0" u="none" strike="noStrike" cap="none">
              <a:latin typeface="Salesforce Sans"/>
              <a:ea typeface="Salesforce Sans"/>
              <a:cs typeface="Salesforce Sans"/>
              <a:sym typeface="Salesforce Sans"/>
            </a:endParaRPr>
          </a:p>
        </p:txBody>
      </p:sp>
      <p:sp>
        <p:nvSpPr>
          <p:cNvPr id="4883" name="Google Shape;4883;p169"/>
          <p:cNvSpPr/>
          <p:nvPr/>
        </p:nvSpPr>
        <p:spPr>
          <a:xfrm>
            <a:off x="3663735" y="428318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84" name="Google Shape;4884;p169"/>
          <p:cNvSpPr txBox="1"/>
          <p:nvPr/>
        </p:nvSpPr>
        <p:spPr>
          <a:xfrm>
            <a:off x="3820748" y="449626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Support </a:t>
            </a:r>
            <a:endParaRPr sz="800" i="0" u="none" strike="noStrike" cap="none">
              <a:latin typeface="Salesforce Sans"/>
              <a:ea typeface="Salesforce Sans"/>
              <a:cs typeface="Salesforce Sans"/>
              <a:sym typeface="Salesforce Sans"/>
            </a:endParaRPr>
          </a:p>
        </p:txBody>
      </p:sp>
      <p:sp>
        <p:nvSpPr>
          <p:cNvPr id="4885" name="Google Shape;4885;p169"/>
          <p:cNvSpPr/>
          <p:nvPr/>
        </p:nvSpPr>
        <p:spPr>
          <a:xfrm>
            <a:off x="3663735" y="451816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86" name="Google Shape;4886;p169"/>
          <p:cNvSpPr txBox="1"/>
          <p:nvPr/>
        </p:nvSpPr>
        <p:spPr>
          <a:xfrm>
            <a:off x="3820748" y="480698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Intake </a:t>
            </a:r>
            <a:endParaRPr sz="800" i="0" u="none" strike="noStrike" cap="none">
              <a:latin typeface="Salesforce Sans"/>
              <a:ea typeface="Salesforce Sans"/>
              <a:cs typeface="Salesforce Sans"/>
              <a:sym typeface="Salesforce Sans"/>
            </a:endParaRPr>
          </a:p>
        </p:txBody>
      </p:sp>
      <p:sp>
        <p:nvSpPr>
          <p:cNvPr id="4887" name="Google Shape;4887;p169"/>
          <p:cNvSpPr/>
          <p:nvPr/>
        </p:nvSpPr>
        <p:spPr>
          <a:xfrm>
            <a:off x="3663735" y="4828882"/>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88" name="Google Shape;4888;p169"/>
          <p:cNvSpPr txBox="1"/>
          <p:nvPr/>
        </p:nvSpPr>
        <p:spPr>
          <a:xfrm>
            <a:off x="3820748" y="496403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4889" name="Google Shape;4889;p169"/>
          <p:cNvSpPr/>
          <p:nvPr/>
        </p:nvSpPr>
        <p:spPr>
          <a:xfrm>
            <a:off x="3663735" y="4985934"/>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90" name="Google Shape;4890;p169"/>
          <p:cNvSpPr txBox="1"/>
          <p:nvPr/>
        </p:nvSpPr>
        <p:spPr>
          <a:xfrm>
            <a:off x="3820748" y="5121086"/>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sz="800" i="0" u="none" strike="noStrike" cap="none">
              <a:latin typeface="Salesforce Sans"/>
              <a:ea typeface="Salesforce Sans"/>
              <a:cs typeface="Salesforce Sans"/>
              <a:sym typeface="Salesforce Sans"/>
            </a:endParaRPr>
          </a:p>
        </p:txBody>
      </p:sp>
      <p:sp>
        <p:nvSpPr>
          <p:cNvPr id="4891" name="Google Shape;4891;p169"/>
          <p:cNvSpPr/>
          <p:nvPr/>
        </p:nvSpPr>
        <p:spPr>
          <a:xfrm>
            <a:off x="3663735" y="5142986"/>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92" name="Google Shape;4892;p169"/>
          <p:cNvSpPr txBox="1"/>
          <p:nvPr/>
        </p:nvSpPr>
        <p:spPr>
          <a:xfrm>
            <a:off x="3820748" y="527813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Scheduling </a:t>
            </a:r>
            <a:endParaRPr sz="800" i="0" u="none" strike="noStrike" cap="none">
              <a:latin typeface="Salesforce Sans"/>
              <a:ea typeface="Salesforce Sans"/>
              <a:cs typeface="Salesforce Sans"/>
              <a:sym typeface="Salesforce Sans"/>
            </a:endParaRPr>
          </a:p>
        </p:txBody>
      </p:sp>
      <p:sp>
        <p:nvSpPr>
          <p:cNvPr id="4893" name="Google Shape;4893;p169"/>
          <p:cNvSpPr/>
          <p:nvPr/>
        </p:nvSpPr>
        <p:spPr>
          <a:xfrm>
            <a:off x="3663735" y="5300038"/>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94" name="Google Shape;4894;p169"/>
          <p:cNvSpPr txBox="1"/>
          <p:nvPr/>
        </p:nvSpPr>
        <p:spPr>
          <a:xfrm>
            <a:off x="3820748" y="543519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4895" name="Google Shape;4895;p169"/>
          <p:cNvSpPr/>
          <p:nvPr/>
        </p:nvSpPr>
        <p:spPr>
          <a:xfrm>
            <a:off x="3663735" y="545709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96" name="Google Shape;4896;p169"/>
          <p:cNvSpPr txBox="1"/>
          <p:nvPr/>
        </p:nvSpPr>
        <p:spPr>
          <a:xfrm>
            <a:off x="3820748" y="566902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sz="800" i="0" u="none" strike="noStrike" cap="none">
              <a:latin typeface="Salesforce Sans"/>
              <a:ea typeface="Salesforce Sans"/>
              <a:cs typeface="Salesforce Sans"/>
              <a:sym typeface="Salesforce Sans"/>
            </a:endParaRPr>
          </a:p>
        </p:txBody>
      </p:sp>
      <p:sp>
        <p:nvSpPr>
          <p:cNvPr id="4897" name="Google Shape;4897;p169"/>
          <p:cNvSpPr/>
          <p:nvPr/>
        </p:nvSpPr>
        <p:spPr>
          <a:xfrm>
            <a:off x="3663735" y="569092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898" name="Google Shape;4898;p169"/>
          <p:cNvSpPr txBox="1"/>
          <p:nvPr/>
        </p:nvSpPr>
        <p:spPr>
          <a:xfrm>
            <a:off x="3820748" y="622451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Behavioral Health </a:t>
            </a:r>
            <a:endParaRPr sz="800" i="0" u="none" strike="noStrike" cap="none">
              <a:latin typeface="Salesforce Sans"/>
              <a:ea typeface="Salesforce Sans"/>
              <a:cs typeface="Salesforce Sans"/>
              <a:sym typeface="Salesforce Sans"/>
            </a:endParaRPr>
          </a:p>
        </p:txBody>
      </p:sp>
      <p:sp>
        <p:nvSpPr>
          <p:cNvPr id="4899" name="Google Shape;4899;p169"/>
          <p:cNvSpPr/>
          <p:nvPr/>
        </p:nvSpPr>
        <p:spPr>
          <a:xfrm>
            <a:off x="3663735" y="624641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00" name="Google Shape;4900;p169"/>
          <p:cNvSpPr txBox="1"/>
          <p:nvPr/>
        </p:nvSpPr>
        <p:spPr>
          <a:xfrm>
            <a:off x="3820748" y="677288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Medical Document Review </a:t>
            </a:r>
            <a:endParaRPr sz="800" i="0" u="none" strike="noStrike" cap="none">
              <a:latin typeface="Salesforce Sans"/>
              <a:ea typeface="Salesforce Sans"/>
              <a:cs typeface="Salesforce Sans"/>
              <a:sym typeface="Salesforce Sans"/>
            </a:endParaRPr>
          </a:p>
        </p:txBody>
      </p:sp>
      <p:sp>
        <p:nvSpPr>
          <p:cNvPr id="4901" name="Google Shape;4901;p169"/>
          <p:cNvSpPr/>
          <p:nvPr/>
        </p:nvSpPr>
        <p:spPr>
          <a:xfrm>
            <a:off x="3663735" y="679478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02" name="Google Shape;4902;p169"/>
          <p:cNvSpPr txBox="1"/>
          <p:nvPr/>
        </p:nvSpPr>
        <p:spPr>
          <a:xfrm>
            <a:off x="3820748" y="8662124"/>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Coordination </a:t>
            </a:r>
            <a:endParaRPr sz="800" i="0" u="none" strike="noStrike" cap="none">
              <a:latin typeface="Salesforce Sans"/>
              <a:ea typeface="Salesforce Sans"/>
              <a:cs typeface="Salesforce Sans"/>
              <a:sym typeface="Salesforce Sans"/>
            </a:endParaRPr>
          </a:p>
        </p:txBody>
      </p:sp>
      <p:sp>
        <p:nvSpPr>
          <p:cNvPr id="4903" name="Google Shape;4903;p169"/>
          <p:cNvSpPr/>
          <p:nvPr/>
        </p:nvSpPr>
        <p:spPr>
          <a:xfrm>
            <a:off x="3663735" y="8684024"/>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04" name="Google Shape;4904;p169"/>
          <p:cNvSpPr txBox="1"/>
          <p:nvPr/>
        </p:nvSpPr>
        <p:spPr>
          <a:xfrm>
            <a:off x="3820748" y="881946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Utilization Management </a:t>
            </a:r>
            <a:endParaRPr sz="800" i="0" u="none" strike="noStrike" cap="none">
              <a:latin typeface="Salesforce Sans"/>
              <a:ea typeface="Salesforce Sans"/>
              <a:cs typeface="Salesforce Sans"/>
              <a:sym typeface="Salesforce Sans"/>
            </a:endParaRPr>
          </a:p>
        </p:txBody>
      </p:sp>
      <p:sp>
        <p:nvSpPr>
          <p:cNvPr id="4905" name="Google Shape;4905;p169"/>
          <p:cNvSpPr/>
          <p:nvPr/>
        </p:nvSpPr>
        <p:spPr>
          <a:xfrm>
            <a:off x="3663735" y="884136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06" name="Google Shape;4906;p169"/>
          <p:cNvSpPr txBox="1"/>
          <p:nvPr/>
        </p:nvSpPr>
        <p:spPr>
          <a:xfrm>
            <a:off x="3820748" y="897680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Clinical Support </a:t>
            </a:r>
            <a:endParaRPr sz="800" i="0" u="none" strike="noStrike" cap="none">
              <a:latin typeface="Salesforce Sans"/>
              <a:ea typeface="Salesforce Sans"/>
              <a:cs typeface="Salesforce Sans"/>
              <a:sym typeface="Salesforce Sans"/>
            </a:endParaRPr>
          </a:p>
        </p:txBody>
      </p:sp>
      <p:sp>
        <p:nvSpPr>
          <p:cNvPr id="4907" name="Google Shape;4907;p169"/>
          <p:cNvSpPr/>
          <p:nvPr/>
        </p:nvSpPr>
        <p:spPr>
          <a:xfrm>
            <a:off x="3663735" y="899870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08" name="Google Shape;4908;p169"/>
          <p:cNvSpPr txBox="1"/>
          <p:nvPr/>
        </p:nvSpPr>
        <p:spPr>
          <a:xfrm>
            <a:off x="3820748" y="913414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4909" name="Google Shape;4909;p169"/>
          <p:cNvSpPr/>
          <p:nvPr/>
        </p:nvSpPr>
        <p:spPr>
          <a:xfrm>
            <a:off x="3663735" y="9156042"/>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10" name="Google Shape;4910;p169"/>
          <p:cNvSpPr txBox="1"/>
          <p:nvPr/>
        </p:nvSpPr>
        <p:spPr>
          <a:xfrm>
            <a:off x="3820748" y="929148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sz="800" i="0" u="none" strike="noStrike" cap="none">
              <a:latin typeface="Salesforce Sans"/>
              <a:ea typeface="Salesforce Sans"/>
              <a:cs typeface="Salesforce Sans"/>
              <a:sym typeface="Salesforce Sans"/>
            </a:endParaRPr>
          </a:p>
        </p:txBody>
      </p:sp>
      <p:sp>
        <p:nvSpPr>
          <p:cNvPr id="4911" name="Google Shape;4911;p169"/>
          <p:cNvSpPr/>
          <p:nvPr/>
        </p:nvSpPr>
        <p:spPr>
          <a:xfrm>
            <a:off x="3663735" y="9313382"/>
            <a:ext cx="79200" cy="79200"/>
          </a:xfrm>
          <a:prstGeom prst="ellipse">
            <a:avLst/>
          </a:prstGeom>
          <a:solidFill>
            <a:srgbClr val="1360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12" name="Google Shape;4912;p169"/>
          <p:cNvSpPr txBox="1"/>
          <p:nvPr/>
        </p:nvSpPr>
        <p:spPr>
          <a:xfrm>
            <a:off x="3820748" y="9529667"/>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Engagement </a:t>
            </a:r>
            <a:endParaRPr sz="800" i="0" u="none" strike="noStrike" cap="none">
              <a:latin typeface="Salesforce Sans"/>
              <a:ea typeface="Salesforce Sans"/>
              <a:cs typeface="Salesforce Sans"/>
              <a:sym typeface="Salesforce Sans"/>
            </a:endParaRPr>
          </a:p>
        </p:txBody>
      </p:sp>
      <p:sp>
        <p:nvSpPr>
          <p:cNvPr id="4913" name="Google Shape;4913;p169"/>
          <p:cNvSpPr/>
          <p:nvPr/>
        </p:nvSpPr>
        <p:spPr>
          <a:xfrm>
            <a:off x="3663735" y="9551567"/>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14" name="Google Shape;4914;p169"/>
          <p:cNvSpPr txBox="1"/>
          <p:nvPr/>
        </p:nvSpPr>
        <p:spPr>
          <a:xfrm>
            <a:off x="3820748" y="9687009"/>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sz="800" i="0" u="none" strike="noStrike" cap="none">
              <a:latin typeface="Salesforce Sans"/>
              <a:ea typeface="Salesforce Sans"/>
              <a:cs typeface="Salesforce Sans"/>
              <a:sym typeface="Salesforce Sans"/>
            </a:endParaRPr>
          </a:p>
        </p:txBody>
      </p:sp>
      <p:sp>
        <p:nvSpPr>
          <p:cNvPr id="4915" name="Google Shape;4915;p169"/>
          <p:cNvSpPr/>
          <p:nvPr/>
        </p:nvSpPr>
        <p:spPr>
          <a:xfrm>
            <a:off x="3663735" y="970890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16" name="Google Shape;4916;p169"/>
          <p:cNvSpPr txBox="1"/>
          <p:nvPr/>
        </p:nvSpPr>
        <p:spPr>
          <a:xfrm>
            <a:off x="3820748" y="9844350"/>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Program Enrollment </a:t>
            </a:r>
            <a:endParaRPr sz="800" i="0" u="none" strike="noStrike" cap="none">
              <a:latin typeface="Salesforce Sans"/>
              <a:ea typeface="Salesforce Sans"/>
              <a:cs typeface="Salesforce Sans"/>
              <a:sym typeface="Salesforce Sans"/>
            </a:endParaRPr>
          </a:p>
        </p:txBody>
      </p:sp>
      <p:sp>
        <p:nvSpPr>
          <p:cNvPr id="4917" name="Google Shape;4917;p169"/>
          <p:cNvSpPr/>
          <p:nvPr/>
        </p:nvSpPr>
        <p:spPr>
          <a:xfrm>
            <a:off x="3663735" y="986625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18" name="Google Shape;4918;p169"/>
          <p:cNvSpPr txBox="1"/>
          <p:nvPr/>
        </p:nvSpPr>
        <p:spPr>
          <a:xfrm>
            <a:off x="3820748" y="5829601"/>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sz="800" i="0" u="none" strike="noStrike" cap="none">
              <a:latin typeface="Salesforce Sans"/>
              <a:ea typeface="Salesforce Sans"/>
              <a:cs typeface="Salesforce Sans"/>
              <a:sym typeface="Salesforce Sans"/>
            </a:endParaRPr>
          </a:p>
        </p:txBody>
      </p:sp>
      <p:sp>
        <p:nvSpPr>
          <p:cNvPr id="4919" name="Google Shape;4919;p169"/>
          <p:cNvSpPr/>
          <p:nvPr/>
        </p:nvSpPr>
        <p:spPr>
          <a:xfrm>
            <a:off x="3663735" y="5851501"/>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20" name="Google Shape;4920;p169"/>
          <p:cNvSpPr txBox="1"/>
          <p:nvPr/>
        </p:nvSpPr>
        <p:spPr>
          <a:xfrm>
            <a:off x="3820748" y="6930223"/>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Scribe </a:t>
            </a:r>
            <a:endParaRPr sz="800" i="0" u="none" strike="noStrike" cap="none">
              <a:latin typeface="Salesforce Sans"/>
              <a:ea typeface="Salesforce Sans"/>
              <a:cs typeface="Salesforce Sans"/>
              <a:sym typeface="Salesforce Sans"/>
            </a:endParaRPr>
          </a:p>
        </p:txBody>
      </p:sp>
      <p:sp>
        <p:nvSpPr>
          <p:cNvPr id="4921" name="Google Shape;4921;p169"/>
          <p:cNvSpPr/>
          <p:nvPr/>
        </p:nvSpPr>
        <p:spPr>
          <a:xfrm>
            <a:off x="3663735" y="695212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22" name="Google Shape;4922;p169"/>
          <p:cNvSpPr txBox="1"/>
          <p:nvPr/>
        </p:nvSpPr>
        <p:spPr>
          <a:xfrm>
            <a:off x="3820748" y="638120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Virtual Care </a:t>
            </a:r>
            <a:endParaRPr sz="800" i="0" u="none" strike="noStrike" cap="none">
              <a:latin typeface="Salesforce Sans"/>
              <a:ea typeface="Salesforce Sans"/>
              <a:cs typeface="Salesforce Sans"/>
              <a:sym typeface="Salesforce Sans"/>
            </a:endParaRPr>
          </a:p>
        </p:txBody>
      </p:sp>
      <p:sp>
        <p:nvSpPr>
          <p:cNvPr id="4923" name="Google Shape;4923;p169"/>
          <p:cNvSpPr/>
          <p:nvPr/>
        </p:nvSpPr>
        <p:spPr>
          <a:xfrm>
            <a:off x="3663735" y="640310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24" name="Google Shape;4924;p169"/>
          <p:cNvSpPr txBox="1"/>
          <p:nvPr/>
        </p:nvSpPr>
        <p:spPr>
          <a:xfrm>
            <a:off x="869852"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925" name="Google Shape;4925;p169"/>
          <p:cNvSpPr txBox="1"/>
          <p:nvPr/>
        </p:nvSpPr>
        <p:spPr>
          <a:xfrm>
            <a:off x="2362728"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4926" name="Google Shape;4926;p169"/>
          <p:cNvGrpSpPr/>
          <p:nvPr/>
        </p:nvGrpSpPr>
        <p:grpSpPr>
          <a:xfrm>
            <a:off x="755165" y="1921709"/>
            <a:ext cx="1322400" cy="449700"/>
            <a:chOff x="755165" y="1828821"/>
            <a:chExt cx="1322400" cy="449700"/>
          </a:xfrm>
        </p:grpSpPr>
        <p:sp>
          <p:nvSpPr>
            <p:cNvPr id="4927" name="Google Shape;4927;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928" name="Google Shape;4928;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4929" name="Google Shape;4929;p169"/>
          <p:cNvSpPr txBox="1"/>
          <p:nvPr/>
        </p:nvSpPr>
        <p:spPr>
          <a:xfrm>
            <a:off x="3820741"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930" name="Google Shape;4930;p169"/>
          <p:cNvSpPr txBox="1"/>
          <p:nvPr/>
        </p:nvSpPr>
        <p:spPr>
          <a:xfrm>
            <a:off x="3820748" y="1902762"/>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Customer Segmentation </a:t>
            </a:r>
            <a:endParaRPr sz="800" i="0" u="none" strike="noStrike" cap="none">
              <a:latin typeface="Salesforce Sans"/>
              <a:ea typeface="Salesforce Sans"/>
              <a:cs typeface="Salesforce Sans"/>
              <a:sym typeface="Salesforce Sans"/>
            </a:endParaRPr>
          </a:p>
        </p:txBody>
      </p:sp>
      <p:sp>
        <p:nvSpPr>
          <p:cNvPr id="4931" name="Google Shape;4931;p169"/>
          <p:cNvSpPr/>
          <p:nvPr/>
        </p:nvSpPr>
        <p:spPr>
          <a:xfrm>
            <a:off x="3663735" y="192466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32" name="Google Shape;4932;p169"/>
          <p:cNvSpPr txBox="1"/>
          <p:nvPr/>
        </p:nvSpPr>
        <p:spPr>
          <a:xfrm>
            <a:off x="3820748" y="2060138"/>
            <a:ext cx="229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Brand Builder </a:t>
            </a:r>
            <a:endParaRPr sz="800" i="0" u="none" strike="noStrike" cap="none">
              <a:latin typeface="Salesforce Sans"/>
              <a:ea typeface="Salesforce Sans"/>
              <a:cs typeface="Salesforce Sans"/>
              <a:sym typeface="Salesforce Sans"/>
            </a:endParaRPr>
          </a:p>
        </p:txBody>
      </p:sp>
      <p:sp>
        <p:nvSpPr>
          <p:cNvPr id="4933" name="Google Shape;4933;p169"/>
          <p:cNvSpPr/>
          <p:nvPr/>
        </p:nvSpPr>
        <p:spPr>
          <a:xfrm>
            <a:off x="3663735" y="208203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34" name="Google Shape;4934;p169"/>
          <p:cNvSpPr txBox="1"/>
          <p:nvPr/>
        </p:nvSpPr>
        <p:spPr>
          <a:xfrm>
            <a:off x="2362728" y="1896441"/>
            <a:ext cx="830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Strategic Planning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4935" name="Google Shape;4935;p169"/>
          <p:cNvGrpSpPr/>
          <p:nvPr/>
        </p:nvGrpSpPr>
        <p:grpSpPr>
          <a:xfrm>
            <a:off x="755165" y="4519559"/>
            <a:ext cx="1322400" cy="449700"/>
            <a:chOff x="755165" y="1828821"/>
            <a:chExt cx="1322400" cy="449700"/>
          </a:xfrm>
        </p:grpSpPr>
        <p:sp>
          <p:nvSpPr>
            <p:cNvPr id="4936" name="Google Shape;4936;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937" name="Google Shape;4937;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4938" name="Google Shape;4938;p169"/>
          <p:cNvGrpSpPr/>
          <p:nvPr/>
        </p:nvGrpSpPr>
        <p:grpSpPr>
          <a:xfrm>
            <a:off x="755165" y="8686534"/>
            <a:ext cx="1322400" cy="449700"/>
            <a:chOff x="755165" y="1828821"/>
            <a:chExt cx="1322400" cy="449700"/>
          </a:xfrm>
        </p:grpSpPr>
        <p:sp>
          <p:nvSpPr>
            <p:cNvPr id="4939" name="Google Shape;4939;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4940" name="Google Shape;4940;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4941" name="Google Shape;4941;p169"/>
          <p:cNvSpPr txBox="1"/>
          <p:nvPr/>
        </p:nvSpPr>
        <p:spPr>
          <a:xfrm>
            <a:off x="9761632" y="8397204"/>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Workforce Of Future And Skills Assessment </a:t>
            </a:r>
            <a:endParaRPr sz="800" i="0" u="none" strike="noStrike" cap="none">
              <a:latin typeface="Salesforce Sans"/>
              <a:ea typeface="Salesforce Sans"/>
              <a:cs typeface="Salesforce Sans"/>
              <a:sym typeface="Salesforce Sans"/>
            </a:endParaRPr>
          </a:p>
        </p:txBody>
      </p:sp>
      <p:sp>
        <p:nvSpPr>
          <p:cNvPr id="4942" name="Google Shape;4942;p169"/>
          <p:cNvSpPr/>
          <p:nvPr/>
        </p:nvSpPr>
        <p:spPr>
          <a:xfrm>
            <a:off x="8296054" y="1896585"/>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Provider Network Development &amp; Setup</a:t>
            </a:r>
            <a:endParaRPr sz="900" b="1" i="0" u="none" strike="noStrike" cap="none">
              <a:solidFill>
                <a:srgbClr val="066AFE"/>
              </a:solidFill>
              <a:latin typeface="Salesforce Sans"/>
              <a:ea typeface="Salesforce Sans"/>
              <a:cs typeface="Salesforce Sans"/>
              <a:sym typeface="Salesforce Sans"/>
            </a:endParaRPr>
          </a:p>
        </p:txBody>
      </p:sp>
      <p:sp>
        <p:nvSpPr>
          <p:cNvPr id="4943" name="Google Shape;4943;p169"/>
          <p:cNvSpPr/>
          <p:nvPr/>
        </p:nvSpPr>
        <p:spPr>
          <a:xfrm>
            <a:off x="8296050" y="2450962"/>
            <a:ext cx="1092600" cy="4395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Provider</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Relationship &amp; Performance Mgmt</a:t>
            </a:r>
            <a:endParaRPr sz="900" b="1" i="0" u="none" strike="noStrike" cap="none">
              <a:solidFill>
                <a:srgbClr val="066AFE"/>
              </a:solidFill>
              <a:latin typeface="Salesforce Sans"/>
              <a:ea typeface="Salesforce Sans"/>
              <a:cs typeface="Salesforce Sans"/>
              <a:sym typeface="Salesforce Sans"/>
            </a:endParaRPr>
          </a:p>
        </p:txBody>
      </p:sp>
      <p:sp>
        <p:nvSpPr>
          <p:cNvPr id="4944" name="Google Shape;4944;p169"/>
          <p:cNvSpPr/>
          <p:nvPr/>
        </p:nvSpPr>
        <p:spPr>
          <a:xfrm>
            <a:off x="8296050" y="2914937"/>
            <a:ext cx="1092600" cy="2637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Study Startupz</a:t>
            </a:r>
            <a:endParaRPr sz="900" b="1" i="0" u="none" strike="noStrike" cap="none">
              <a:solidFill>
                <a:srgbClr val="066AFE"/>
              </a:solidFill>
              <a:latin typeface="Salesforce Sans"/>
              <a:ea typeface="Salesforce Sans"/>
              <a:cs typeface="Salesforce Sans"/>
              <a:sym typeface="Salesforce Sans"/>
            </a:endParaRPr>
          </a:p>
        </p:txBody>
      </p:sp>
      <p:sp>
        <p:nvSpPr>
          <p:cNvPr id="4945" name="Google Shape;4945;p169"/>
          <p:cNvSpPr/>
          <p:nvPr/>
        </p:nvSpPr>
        <p:spPr>
          <a:xfrm>
            <a:off x="8296050" y="3465387"/>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Study</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Pre-Approval</a:t>
            </a:r>
            <a:endParaRPr sz="900" b="1" i="0" u="none" strike="noStrike" cap="none">
              <a:solidFill>
                <a:srgbClr val="066AFE"/>
              </a:solidFill>
              <a:latin typeface="Salesforce Sans"/>
              <a:ea typeface="Salesforce Sans"/>
              <a:cs typeface="Salesforce Sans"/>
              <a:sym typeface="Salesforce Sans"/>
            </a:endParaRPr>
          </a:p>
        </p:txBody>
      </p:sp>
      <p:sp>
        <p:nvSpPr>
          <p:cNvPr id="4946" name="Google Shape;4946;p169"/>
          <p:cNvSpPr/>
          <p:nvPr/>
        </p:nvSpPr>
        <p:spPr>
          <a:xfrm>
            <a:off x="8296042" y="3857951"/>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Trial Execution</a:t>
            </a:r>
            <a:endParaRPr sz="900" b="1" i="0" u="none" strike="noStrike" cap="none">
              <a:solidFill>
                <a:srgbClr val="066AFE"/>
              </a:solidFill>
              <a:latin typeface="Salesforce Sans"/>
              <a:ea typeface="Salesforce Sans"/>
              <a:cs typeface="Salesforce Sans"/>
              <a:sym typeface="Salesforce Sans"/>
            </a:endParaRPr>
          </a:p>
        </p:txBody>
      </p:sp>
      <p:sp>
        <p:nvSpPr>
          <p:cNvPr id="4947" name="Google Shape;4947;p169"/>
          <p:cNvSpPr/>
          <p:nvPr/>
        </p:nvSpPr>
        <p:spPr>
          <a:xfrm>
            <a:off x="8296042" y="4407125"/>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Data Analysis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Results</a:t>
            </a:r>
            <a:endParaRPr sz="900" b="1" i="0" u="none" strike="noStrike" cap="none">
              <a:solidFill>
                <a:srgbClr val="066AFE"/>
              </a:solidFill>
              <a:latin typeface="Salesforce Sans"/>
              <a:ea typeface="Salesforce Sans"/>
              <a:cs typeface="Salesforce Sans"/>
              <a:sym typeface="Salesforce Sans"/>
            </a:endParaRPr>
          </a:p>
        </p:txBody>
      </p:sp>
      <p:sp>
        <p:nvSpPr>
          <p:cNvPr id="4948" name="Google Shape;4948;p169"/>
          <p:cNvSpPr/>
          <p:nvPr/>
        </p:nvSpPr>
        <p:spPr>
          <a:xfrm>
            <a:off x="8296042" y="4954670"/>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Supply Chain Operations &amp; Management</a:t>
            </a:r>
            <a:endParaRPr sz="900" b="1" i="0" u="none" strike="noStrike" cap="none">
              <a:solidFill>
                <a:srgbClr val="066AFE"/>
              </a:solidFill>
              <a:latin typeface="Salesforce Sans"/>
              <a:ea typeface="Salesforce Sans"/>
              <a:cs typeface="Salesforce Sans"/>
              <a:sym typeface="Salesforce Sans"/>
            </a:endParaRPr>
          </a:p>
        </p:txBody>
      </p:sp>
      <p:sp>
        <p:nvSpPr>
          <p:cNvPr id="4949" name="Google Shape;4949;p169"/>
          <p:cNvSpPr/>
          <p:nvPr/>
        </p:nvSpPr>
        <p:spPr>
          <a:xfrm>
            <a:off x="8296042" y="5678728"/>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Procurement</a:t>
            </a:r>
            <a:endParaRPr sz="900" b="1" i="0" u="none" strike="noStrike" cap="none">
              <a:solidFill>
                <a:srgbClr val="066AFE"/>
              </a:solidFill>
              <a:latin typeface="Salesforce Sans"/>
              <a:ea typeface="Salesforce Sans"/>
              <a:cs typeface="Salesforce Sans"/>
              <a:sym typeface="Salesforce Sans"/>
            </a:endParaRPr>
          </a:p>
        </p:txBody>
      </p:sp>
      <p:sp>
        <p:nvSpPr>
          <p:cNvPr id="4950" name="Google Shape;4950;p169"/>
          <p:cNvSpPr/>
          <p:nvPr/>
        </p:nvSpPr>
        <p:spPr>
          <a:xfrm>
            <a:off x="8296042" y="6220060"/>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Logistics Management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Delivery</a:t>
            </a:r>
            <a:endParaRPr sz="900" b="1" i="0" u="none" strike="noStrike" cap="none">
              <a:solidFill>
                <a:srgbClr val="066AFE"/>
              </a:solidFill>
              <a:latin typeface="Salesforce Sans"/>
              <a:ea typeface="Salesforce Sans"/>
              <a:cs typeface="Salesforce Sans"/>
              <a:sym typeface="Salesforce Sans"/>
            </a:endParaRPr>
          </a:p>
        </p:txBody>
      </p:sp>
      <p:sp>
        <p:nvSpPr>
          <p:cNvPr id="4951" name="Google Shape;4951;p169"/>
          <p:cNvSpPr/>
          <p:nvPr/>
        </p:nvSpPr>
        <p:spPr>
          <a:xfrm>
            <a:off x="8296042" y="6937036"/>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Specialized Clinical Resource Management</a:t>
            </a:r>
            <a:endParaRPr sz="900" b="1" i="0" u="none" strike="noStrike" cap="none">
              <a:solidFill>
                <a:srgbClr val="066AFE"/>
              </a:solidFill>
              <a:latin typeface="Salesforce Sans"/>
              <a:ea typeface="Salesforce Sans"/>
              <a:cs typeface="Salesforce Sans"/>
              <a:sym typeface="Salesforce Sans"/>
            </a:endParaRPr>
          </a:p>
        </p:txBody>
      </p:sp>
      <p:sp>
        <p:nvSpPr>
          <p:cNvPr id="4952" name="Google Shape;4952;p169"/>
          <p:cNvSpPr/>
          <p:nvPr/>
        </p:nvSpPr>
        <p:spPr>
          <a:xfrm>
            <a:off x="8296042" y="7609744"/>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Workforce Management</a:t>
            </a:r>
            <a:endParaRPr sz="900" b="1" i="0" u="none" strike="noStrike" cap="none">
              <a:solidFill>
                <a:srgbClr val="066AFE"/>
              </a:solidFill>
              <a:latin typeface="Salesforce Sans"/>
              <a:ea typeface="Salesforce Sans"/>
              <a:cs typeface="Salesforce Sans"/>
              <a:sym typeface="Salesforce Sans"/>
            </a:endParaRPr>
          </a:p>
        </p:txBody>
      </p:sp>
      <p:sp>
        <p:nvSpPr>
          <p:cNvPr id="4953" name="Google Shape;4953;p169"/>
          <p:cNvSpPr/>
          <p:nvPr/>
        </p:nvSpPr>
        <p:spPr>
          <a:xfrm>
            <a:off x="8296050" y="7997005"/>
            <a:ext cx="1021800" cy="357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Digital Enablement</a:t>
            </a:r>
            <a:endParaRPr sz="900" b="1" i="0" u="none" strike="noStrike" cap="none">
              <a:solidFill>
                <a:srgbClr val="066AFE"/>
              </a:solidFill>
              <a:latin typeface="Salesforce Sans"/>
              <a:ea typeface="Salesforce Sans"/>
              <a:cs typeface="Salesforce Sans"/>
              <a:sym typeface="Salesforce Sans"/>
            </a:endParaRPr>
          </a:p>
        </p:txBody>
      </p:sp>
      <p:sp>
        <p:nvSpPr>
          <p:cNvPr id="4954" name="Google Shape;4954;p169"/>
          <p:cNvSpPr/>
          <p:nvPr/>
        </p:nvSpPr>
        <p:spPr>
          <a:xfrm>
            <a:off x="8296042" y="8384069"/>
            <a:ext cx="10218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4955" name="Google Shape;4955;p169"/>
          <p:cNvSpPr/>
          <p:nvPr/>
        </p:nvSpPr>
        <p:spPr>
          <a:xfrm>
            <a:off x="8296042" y="8926420"/>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Attraction</a:t>
            </a:r>
            <a:endParaRPr sz="900" b="1" i="0" u="none" strike="noStrike" cap="none">
              <a:solidFill>
                <a:srgbClr val="066AFE"/>
              </a:solidFill>
              <a:latin typeface="Salesforce Sans"/>
              <a:ea typeface="Salesforce Sans"/>
              <a:cs typeface="Salesforce Sans"/>
              <a:sym typeface="Salesforce Sans"/>
            </a:endParaRPr>
          </a:p>
        </p:txBody>
      </p:sp>
      <p:sp>
        <p:nvSpPr>
          <p:cNvPr id="4956" name="Google Shape;4956;p169"/>
          <p:cNvSpPr txBox="1"/>
          <p:nvPr/>
        </p:nvSpPr>
        <p:spPr>
          <a:xfrm>
            <a:off x="9761633" y="189763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Acquisition </a:t>
            </a:r>
            <a:endParaRPr sz="800" i="0" u="none" strike="noStrike" cap="none">
              <a:latin typeface="Salesforce Sans"/>
              <a:ea typeface="Salesforce Sans"/>
              <a:cs typeface="Salesforce Sans"/>
              <a:sym typeface="Salesforce Sans"/>
            </a:endParaRPr>
          </a:p>
        </p:txBody>
      </p:sp>
      <p:sp>
        <p:nvSpPr>
          <p:cNvPr id="4957" name="Google Shape;4957;p169"/>
          <p:cNvSpPr/>
          <p:nvPr/>
        </p:nvSpPr>
        <p:spPr>
          <a:xfrm>
            <a:off x="9590884" y="1919543"/>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a:solidFill>
                <a:srgbClr val="002775"/>
              </a:solidFill>
              <a:latin typeface="Salesforce Sans"/>
              <a:ea typeface="Salesforce Sans"/>
              <a:cs typeface="Salesforce Sans"/>
              <a:sym typeface="Salesforce Sans"/>
            </a:endParaRPr>
          </a:p>
        </p:txBody>
      </p:sp>
      <p:sp>
        <p:nvSpPr>
          <p:cNvPr id="4958" name="Google Shape;4958;p169"/>
          <p:cNvSpPr txBox="1"/>
          <p:nvPr/>
        </p:nvSpPr>
        <p:spPr>
          <a:xfrm>
            <a:off x="9761633" y="205496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Onboarding </a:t>
            </a:r>
            <a:endParaRPr sz="800" i="0" u="none" strike="noStrike" cap="none">
              <a:latin typeface="Salesforce Sans"/>
              <a:ea typeface="Salesforce Sans"/>
              <a:cs typeface="Salesforce Sans"/>
              <a:sym typeface="Salesforce Sans"/>
            </a:endParaRPr>
          </a:p>
        </p:txBody>
      </p:sp>
      <p:sp>
        <p:nvSpPr>
          <p:cNvPr id="4959" name="Google Shape;4959;p169"/>
          <p:cNvSpPr/>
          <p:nvPr/>
        </p:nvSpPr>
        <p:spPr>
          <a:xfrm>
            <a:off x="9590884" y="2076874"/>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60" name="Google Shape;4960;p169"/>
          <p:cNvSpPr txBox="1"/>
          <p:nvPr/>
        </p:nvSpPr>
        <p:spPr>
          <a:xfrm>
            <a:off x="9761633" y="221283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Relations </a:t>
            </a:r>
            <a:endParaRPr sz="800" i="0" u="none" strike="noStrike" cap="none">
              <a:latin typeface="Salesforce Sans"/>
              <a:ea typeface="Salesforce Sans"/>
              <a:cs typeface="Salesforce Sans"/>
              <a:sym typeface="Salesforce Sans"/>
            </a:endParaRPr>
          </a:p>
        </p:txBody>
      </p:sp>
      <p:sp>
        <p:nvSpPr>
          <p:cNvPr id="4961" name="Google Shape;4961;p169"/>
          <p:cNvSpPr/>
          <p:nvPr/>
        </p:nvSpPr>
        <p:spPr>
          <a:xfrm>
            <a:off x="9590884" y="223473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62" name="Google Shape;4962;p169"/>
          <p:cNvSpPr txBox="1"/>
          <p:nvPr/>
        </p:nvSpPr>
        <p:spPr>
          <a:xfrm>
            <a:off x="9761633" y="244761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lang="en" sz="800" i="0" u="none" strike="noStrike" cap="none">
                <a:latin typeface="Salesforce Sans"/>
                <a:ea typeface="Salesforce Sans"/>
                <a:cs typeface="Salesforce Sans"/>
                <a:sym typeface="Salesforce Sans"/>
              </a:rPr>
              <a:t> </a:t>
            </a:r>
            <a:endParaRPr sz="800" i="0" u="none" strike="noStrike" cap="none">
              <a:latin typeface="Salesforce Sans"/>
              <a:ea typeface="Salesforce Sans"/>
              <a:cs typeface="Salesforce Sans"/>
              <a:sym typeface="Salesforce Sans"/>
            </a:endParaRPr>
          </a:p>
        </p:txBody>
      </p:sp>
      <p:sp>
        <p:nvSpPr>
          <p:cNvPr id="4963" name="Google Shape;4963;p169"/>
          <p:cNvSpPr/>
          <p:nvPr/>
        </p:nvSpPr>
        <p:spPr>
          <a:xfrm>
            <a:off x="9590884" y="2469513"/>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64" name="Google Shape;4964;p169"/>
          <p:cNvSpPr txBox="1"/>
          <p:nvPr/>
        </p:nvSpPr>
        <p:spPr>
          <a:xfrm>
            <a:off x="9761633" y="260529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Provider Service </a:t>
            </a:r>
            <a:endParaRPr sz="800" i="0" u="none" strike="noStrike" cap="none">
              <a:latin typeface="Salesforce Sans"/>
              <a:ea typeface="Salesforce Sans"/>
              <a:cs typeface="Salesforce Sans"/>
              <a:sym typeface="Salesforce Sans"/>
            </a:endParaRPr>
          </a:p>
        </p:txBody>
      </p:sp>
      <p:sp>
        <p:nvSpPr>
          <p:cNvPr id="4965" name="Google Shape;4965;p169"/>
          <p:cNvSpPr/>
          <p:nvPr/>
        </p:nvSpPr>
        <p:spPr>
          <a:xfrm>
            <a:off x="9590884" y="2627193"/>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66" name="Google Shape;4966;p169"/>
          <p:cNvSpPr txBox="1"/>
          <p:nvPr/>
        </p:nvSpPr>
        <p:spPr>
          <a:xfrm>
            <a:off x="9761633" y="291655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Regional Identification </a:t>
            </a:r>
            <a:endParaRPr sz="800" i="0" u="none" strike="noStrike" cap="none">
              <a:latin typeface="Salesforce Sans"/>
              <a:ea typeface="Salesforce Sans"/>
              <a:cs typeface="Salesforce Sans"/>
              <a:sym typeface="Salesforce Sans"/>
            </a:endParaRPr>
          </a:p>
        </p:txBody>
      </p:sp>
      <p:sp>
        <p:nvSpPr>
          <p:cNvPr id="4967" name="Google Shape;4967;p169"/>
          <p:cNvSpPr/>
          <p:nvPr/>
        </p:nvSpPr>
        <p:spPr>
          <a:xfrm>
            <a:off x="9590884" y="293845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68" name="Google Shape;4968;p169"/>
          <p:cNvSpPr txBox="1"/>
          <p:nvPr/>
        </p:nvSpPr>
        <p:spPr>
          <a:xfrm>
            <a:off x="9761633" y="307442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Site Feasibility </a:t>
            </a:r>
            <a:endParaRPr sz="800" i="0" u="none" strike="noStrike" cap="none">
              <a:latin typeface="Salesforce Sans"/>
              <a:ea typeface="Salesforce Sans"/>
              <a:cs typeface="Salesforce Sans"/>
              <a:sym typeface="Salesforce Sans"/>
            </a:endParaRPr>
          </a:p>
        </p:txBody>
      </p:sp>
      <p:sp>
        <p:nvSpPr>
          <p:cNvPr id="4969" name="Google Shape;4969;p169"/>
          <p:cNvSpPr/>
          <p:nvPr/>
        </p:nvSpPr>
        <p:spPr>
          <a:xfrm>
            <a:off x="9590884" y="3096322"/>
            <a:ext cx="79200" cy="79200"/>
          </a:xfrm>
          <a:prstGeom prst="ellipse">
            <a:avLst/>
          </a:prstGeom>
          <a:solidFill>
            <a:srgbClr val="0B5CAB"/>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70" name="Google Shape;4970;p169"/>
          <p:cNvSpPr txBox="1"/>
          <p:nvPr/>
        </p:nvSpPr>
        <p:spPr>
          <a:xfrm>
            <a:off x="9761633" y="3232294"/>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Vendor Activation </a:t>
            </a:r>
            <a:endParaRPr sz="800" i="0" u="none" strike="noStrike" cap="none">
              <a:latin typeface="Salesforce Sans"/>
              <a:ea typeface="Salesforce Sans"/>
              <a:cs typeface="Salesforce Sans"/>
              <a:sym typeface="Salesforce Sans"/>
            </a:endParaRPr>
          </a:p>
        </p:txBody>
      </p:sp>
      <p:sp>
        <p:nvSpPr>
          <p:cNvPr id="4971" name="Google Shape;4971;p169"/>
          <p:cNvSpPr/>
          <p:nvPr/>
        </p:nvSpPr>
        <p:spPr>
          <a:xfrm>
            <a:off x="9590884" y="325419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72" name="Google Shape;4972;p169"/>
          <p:cNvSpPr txBox="1"/>
          <p:nvPr/>
        </p:nvSpPr>
        <p:spPr>
          <a:xfrm>
            <a:off x="9761633" y="346636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Country And Administrative Regulations </a:t>
            </a:r>
            <a:endParaRPr sz="800" i="0" u="none" strike="noStrike" cap="none">
              <a:latin typeface="Salesforce Sans"/>
              <a:ea typeface="Salesforce Sans"/>
              <a:cs typeface="Salesforce Sans"/>
              <a:sym typeface="Salesforce Sans"/>
            </a:endParaRPr>
          </a:p>
        </p:txBody>
      </p:sp>
      <p:sp>
        <p:nvSpPr>
          <p:cNvPr id="4973" name="Google Shape;4973;p169"/>
          <p:cNvSpPr/>
          <p:nvPr/>
        </p:nvSpPr>
        <p:spPr>
          <a:xfrm>
            <a:off x="9590884" y="348826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74" name="Google Shape;4974;p169"/>
          <p:cNvSpPr txBox="1"/>
          <p:nvPr/>
        </p:nvSpPr>
        <p:spPr>
          <a:xfrm>
            <a:off x="9761633" y="362424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Core Document Authoring </a:t>
            </a:r>
            <a:endParaRPr sz="800" i="0" u="none" strike="noStrike" cap="none">
              <a:latin typeface="Salesforce Sans"/>
              <a:ea typeface="Salesforce Sans"/>
              <a:cs typeface="Salesforce Sans"/>
              <a:sym typeface="Salesforce Sans"/>
            </a:endParaRPr>
          </a:p>
        </p:txBody>
      </p:sp>
      <p:sp>
        <p:nvSpPr>
          <p:cNvPr id="4975" name="Google Shape;4975;p169"/>
          <p:cNvSpPr/>
          <p:nvPr/>
        </p:nvSpPr>
        <p:spPr>
          <a:xfrm>
            <a:off x="9590884" y="3646141"/>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76" name="Google Shape;4976;p169"/>
          <p:cNvSpPr txBox="1"/>
          <p:nvPr/>
        </p:nvSpPr>
        <p:spPr>
          <a:xfrm>
            <a:off x="9761633" y="386069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CTMS </a:t>
            </a:r>
            <a:endParaRPr sz="800" i="0" u="none" strike="noStrike" cap="none">
              <a:latin typeface="Salesforce Sans"/>
              <a:ea typeface="Salesforce Sans"/>
              <a:cs typeface="Salesforce Sans"/>
              <a:sym typeface="Salesforce Sans"/>
            </a:endParaRPr>
          </a:p>
        </p:txBody>
      </p:sp>
      <p:sp>
        <p:nvSpPr>
          <p:cNvPr id="4977" name="Google Shape;4977;p169"/>
          <p:cNvSpPr/>
          <p:nvPr/>
        </p:nvSpPr>
        <p:spPr>
          <a:xfrm>
            <a:off x="9590884" y="3882593"/>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78" name="Google Shape;4978;p169"/>
          <p:cNvSpPr txBox="1"/>
          <p:nvPr/>
        </p:nvSpPr>
        <p:spPr>
          <a:xfrm>
            <a:off x="9761633" y="401641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sz="800" i="0" u="none" strike="noStrike" cap="none">
              <a:latin typeface="Salesforce Sans"/>
              <a:ea typeface="Salesforce Sans"/>
              <a:cs typeface="Salesforce Sans"/>
              <a:sym typeface="Salesforce Sans"/>
            </a:endParaRPr>
          </a:p>
        </p:txBody>
      </p:sp>
      <p:sp>
        <p:nvSpPr>
          <p:cNvPr id="4979" name="Google Shape;4979;p169"/>
          <p:cNvSpPr/>
          <p:nvPr/>
        </p:nvSpPr>
        <p:spPr>
          <a:xfrm>
            <a:off x="9590884" y="4038319"/>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80" name="Google Shape;4980;p169"/>
          <p:cNvSpPr txBox="1"/>
          <p:nvPr/>
        </p:nvSpPr>
        <p:spPr>
          <a:xfrm>
            <a:off x="9761633" y="440693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Data Cleaning </a:t>
            </a:r>
            <a:endParaRPr sz="800" i="0" u="none" strike="noStrike" cap="none">
              <a:latin typeface="Salesforce Sans"/>
              <a:ea typeface="Salesforce Sans"/>
              <a:cs typeface="Salesforce Sans"/>
              <a:sym typeface="Salesforce Sans"/>
            </a:endParaRPr>
          </a:p>
        </p:txBody>
      </p:sp>
      <p:sp>
        <p:nvSpPr>
          <p:cNvPr id="4981" name="Google Shape;4981;p169"/>
          <p:cNvSpPr/>
          <p:nvPr/>
        </p:nvSpPr>
        <p:spPr>
          <a:xfrm>
            <a:off x="9590884" y="442883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82" name="Google Shape;4982;p169"/>
          <p:cNvSpPr txBox="1"/>
          <p:nvPr/>
        </p:nvSpPr>
        <p:spPr>
          <a:xfrm>
            <a:off x="9761633" y="472208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Publication Development </a:t>
            </a:r>
            <a:endParaRPr sz="800" i="0" u="none" strike="noStrike" cap="none">
              <a:latin typeface="Salesforce Sans"/>
              <a:ea typeface="Salesforce Sans"/>
              <a:cs typeface="Salesforce Sans"/>
              <a:sym typeface="Salesforce Sans"/>
            </a:endParaRPr>
          </a:p>
        </p:txBody>
      </p:sp>
      <p:sp>
        <p:nvSpPr>
          <p:cNvPr id="4983" name="Google Shape;4983;p169"/>
          <p:cNvSpPr/>
          <p:nvPr/>
        </p:nvSpPr>
        <p:spPr>
          <a:xfrm>
            <a:off x="9590884" y="4743985"/>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84" name="Google Shape;4984;p169"/>
          <p:cNvSpPr txBox="1"/>
          <p:nvPr/>
        </p:nvSpPr>
        <p:spPr>
          <a:xfrm>
            <a:off x="9761633" y="495615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Supply Chain </a:t>
            </a:r>
            <a:endParaRPr sz="800" i="0" u="none" strike="noStrike" cap="none">
              <a:latin typeface="Salesforce Sans"/>
              <a:ea typeface="Salesforce Sans"/>
              <a:cs typeface="Salesforce Sans"/>
              <a:sym typeface="Salesforce Sans"/>
            </a:endParaRPr>
          </a:p>
        </p:txBody>
      </p:sp>
      <p:sp>
        <p:nvSpPr>
          <p:cNvPr id="4985" name="Google Shape;4985;p169"/>
          <p:cNvSpPr/>
          <p:nvPr/>
        </p:nvSpPr>
        <p:spPr>
          <a:xfrm>
            <a:off x="9590884" y="497805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86" name="Google Shape;4986;p169"/>
          <p:cNvSpPr txBox="1"/>
          <p:nvPr/>
        </p:nvSpPr>
        <p:spPr>
          <a:xfrm>
            <a:off x="9761633" y="511522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Management </a:t>
            </a:r>
            <a:endParaRPr sz="800" i="0" u="none" strike="noStrike" cap="none">
              <a:latin typeface="Salesforce Sans"/>
              <a:ea typeface="Salesforce Sans"/>
              <a:cs typeface="Salesforce Sans"/>
              <a:sym typeface="Salesforce Sans"/>
            </a:endParaRPr>
          </a:p>
        </p:txBody>
      </p:sp>
      <p:sp>
        <p:nvSpPr>
          <p:cNvPr id="4987" name="Google Shape;4987;p169"/>
          <p:cNvSpPr/>
          <p:nvPr/>
        </p:nvSpPr>
        <p:spPr>
          <a:xfrm>
            <a:off x="9590884" y="513712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88" name="Google Shape;4988;p169"/>
          <p:cNvSpPr txBox="1"/>
          <p:nvPr/>
        </p:nvSpPr>
        <p:spPr>
          <a:xfrm>
            <a:off x="9761633" y="527428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Inventory </a:t>
            </a:r>
            <a:endParaRPr sz="800" i="0" u="none" strike="noStrike" cap="none">
              <a:latin typeface="Salesforce Sans"/>
              <a:ea typeface="Salesforce Sans"/>
              <a:cs typeface="Salesforce Sans"/>
              <a:sym typeface="Salesforce Sans"/>
            </a:endParaRPr>
          </a:p>
        </p:txBody>
      </p:sp>
      <p:sp>
        <p:nvSpPr>
          <p:cNvPr id="4989" name="Google Shape;4989;p169"/>
          <p:cNvSpPr/>
          <p:nvPr/>
        </p:nvSpPr>
        <p:spPr>
          <a:xfrm>
            <a:off x="9590884" y="529618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90" name="Google Shape;4990;p169"/>
          <p:cNvSpPr txBox="1"/>
          <p:nvPr/>
        </p:nvSpPr>
        <p:spPr>
          <a:xfrm>
            <a:off x="9761633" y="543334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Logistics </a:t>
            </a:r>
            <a:endParaRPr sz="800" i="0" u="none" strike="noStrike" cap="none">
              <a:latin typeface="Salesforce Sans"/>
              <a:ea typeface="Salesforce Sans"/>
              <a:cs typeface="Salesforce Sans"/>
              <a:sym typeface="Salesforce Sans"/>
            </a:endParaRPr>
          </a:p>
        </p:txBody>
      </p:sp>
      <p:sp>
        <p:nvSpPr>
          <p:cNvPr id="4991" name="Google Shape;4991;p169"/>
          <p:cNvSpPr/>
          <p:nvPr/>
        </p:nvSpPr>
        <p:spPr>
          <a:xfrm>
            <a:off x="9590884" y="545524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92" name="Google Shape;4992;p169"/>
          <p:cNvSpPr txBox="1"/>
          <p:nvPr/>
        </p:nvSpPr>
        <p:spPr>
          <a:xfrm>
            <a:off x="9761632" y="5669063"/>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Qualification &amp; Contracting </a:t>
            </a:r>
            <a:endParaRPr sz="800" i="0" u="none" strike="noStrike" cap="none">
              <a:latin typeface="Salesforce Sans"/>
              <a:ea typeface="Salesforce Sans"/>
              <a:cs typeface="Salesforce Sans"/>
              <a:sym typeface="Salesforce Sans"/>
            </a:endParaRPr>
          </a:p>
        </p:txBody>
      </p:sp>
      <p:sp>
        <p:nvSpPr>
          <p:cNvPr id="4993" name="Google Shape;4993;p169"/>
          <p:cNvSpPr/>
          <p:nvPr/>
        </p:nvSpPr>
        <p:spPr>
          <a:xfrm>
            <a:off x="9590884" y="569096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94" name="Google Shape;4994;p169"/>
          <p:cNvSpPr txBox="1"/>
          <p:nvPr/>
        </p:nvSpPr>
        <p:spPr>
          <a:xfrm>
            <a:off x="9761632" y="582663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Sourcing And Negotiation </a:t>
            </a:r>
            <a:endParaRPr sz="800" i="0" u="none" strike="noStrike" cap="none">
              <a:latin typeface="Salesforce Sans"/>
              <a:ea typeface="Salesforce Sans"/>
              <a:cs typeface="Salesforce Sans"/>
              <a:sym typeface="Salesforce Sans"/>
            </a:endParaRPr>
          </a:p>
        </p:txBody>
      </p:sp>
      <p:sp>
        <p:nvSpPr>
          <p:cNvPr id="4995" name="Google Shape;4995;p169"/>
          <p:cNvSpPr/>
          <p:nvPr/>
        </p:nvSpPr>
        <p:spPr>
          <a:xfrm>
            <a:off x="9590884" y="584853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96" name="Google Shape;4996;p169"/>
          <p:cNvSpPr txBox="1"/>
          <p:nvPr/>
        </p:nvSpPr>
        <p:spPr>
          <a:xfrm>
            <a:off x="9761632" y="598614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Supplier Performance Monitoring </a:t>
            </a:r>
            <a:endParaRPr sz="800" i="0" u="none" strike="noStrike" cap="none">
              <a:latin typeface="Salesforce Sans"/>
              <a:ea typeface="Salesforce Sans"/>
              <a:cs typeface="Salesforce Sans"/>
              <a:sym typeface="Salesforce Sans"/>
            </a:endParaRPr>
          </a:p>
        </p:txBody>
      </p:sp>
      <p:sp>
        <p:nvSpPr>
          <p:cNvPr id="4997" name="Google Shape;4997;p169"/>
          <p:cNvSpPr/>
          <p:nvPr/>
        </p:nvSpPr>
        <p:spPr>
          <a:xfrm>
            <a:off x="9590884" y="600804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4998" name="Google Shape;4998;p169"/>
          <p:cNvSpPr txBox="1"/>
          <p:nvPr/>
        </p:nvSpPr>
        <p:spPr>
          <a:xfrm>
            <a:off x="9761632" y="622235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Inventory And Warehouse Optimization </a:t>
            </a:r>
            <a:endParaRPr sz="800" i="0" u="none" strike="noStrike" cap="none">
              <a:latin typeface="Salesforce Sans"/>
              <a:ea typeface="Salesforce Sans"/>
              <a:cs typeface="Salesforce Sans"/>
              <a:sym typeface="Salesforce Sans"/>
            </a:endParaRPr>
          </a:p>
        </p:txBody>
      </p:sp>
      <p:sp>
        <p:nvSpPr>
          <p:cNvPr id="4999" name="Google Shape;4999;p169"/>
          <p:cNvSpPr/>
          <p:nvPr/>
        </p:nvSpPr>
        <p:spPr>
          <a:xfrm>
            <a:off x="9590884" y="6244255"/>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00" name="Google Shape;5000;p169"/>
          <p:cNvSpPr txBox="1"/>
          <p:nvPr/>
        </p:nvSpPr>
        <p:spPr>
          <a:xfrm>
            <a:off x="9761632" y="637650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Distribution Control </a:t>
            </a:r>
            <a:endParaRPr sz="800" i="0" u="none" strike="noStrike" cap="none">
              <a:latin typeface="Salesforce Sans"/>
              <a:ea typeface="Salesforce Sans"/>
              <a:cs typeface="Salesforce Sans"/>
              <a:sym typeface="Salesforce Sans"/>
            </a:endParaRPr>
          </a:p>
        </p:txBody>
      </p:sp>
      <p:sp>
        <p:nvSpPr>
          <p:cNvPr id="5001" name="Google Shape;5001;p169"/>
          <p:cNvSpPr/>
          <p:nvPr/>
        </p:nvSpPr>
        <p:spPr>
          <a:xfrm>
            <a:off x="9590884" y="639840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r>
              <a:rPr lang="en" sz="800" baseline="30000">
                <a:solidFill>
                  <a:srgbClr val="002775"/>
                </a:solidFill>
                <a:latin typeface="Salesforce Sans"/>
                <a:ea typeface="Salesforce Sans"/>
                <a:cs typeface="Salesforce Sans"/>
                <a:sym typeface="Salesforce Sans"/>
              </a:rPr>
              <a:t> </a:t>
            </a:r>
            <a:endParaRPr sz="800" i="0" u="none" strike="noStrike" cap="none" baseline="30000">
              <a:solidFill>
                <a:srgbClr val="002775"/>
              </a:solidFill>
              <a:latin typeface="Salesforce Sans"/>
              <a:ea typeface="Salesforce Sans"/>
              <a:cs typeface="Salesforce Sans"/>
              <a:sym typeface="Salesforce Sans"/>
            </a:endParaRPr>
          </a:p>
        </p:txBody>
      </p:sp>
      <p:sp>
        <p:nvSpPr>
          <p:cNvPr id="5002" name="Google Shape;5002;p169"/>
          <p:cNvSpPr txBox="1"/>
          <p:nvPr/>
        </p:nvSpPr>
        <p:spPr>
          <a:xfrm>
            <a:off x="9761632" y="653199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Transportation Planning </a:t>
            </a:r>
            <a:endParaRPr sz="800" i="0" u="none" strike="noStrike" cap="none">
              <a:latin typeface="Salesforce Sans"/>
              <a:ea typeface="Salesforce Sans"/>
              <a:cs typeface="Salesforce Sans"/>
              <a:sym typeface="Salesforce Sans"/>
            </a:endParaRPr>
          </a:p>
        </p:txBody>
      </p:sp>
      <p:sp>
        <p:nvSpPr>
          <p:cNvPr id="5003" name="Google Shape;5003;p169"/>
          <p:cNvSpPr/>
          <p:nvPr/>
        </p:nvSpPr>
        <p:spPr>
          <a:xfrm>
            <a:off x="9590884" y="655389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04" name="Google Shape;5004;p169"/>
          <p:cNvSpPr txBox="1"/>
          <p:nvPr/>
        </p:nvSpPr>
        <p:spPr>
          <a:xfrm>
            <a:off x="9761632" y="668749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Returns And Reporting </a:t>
            </a:r>
            <a:endParaRPr sz="800" i="0" u="none" strike="noStrike" cap="none">
              <a:latin typeface="Salesforce Sans"/>
              <a:ea typeface="Salesforce Sans"/>
              <a:cs typeface="Salesforce Sans"/>
              <a:sym typeface="Salesforce Sans"/>
            </a:endParaRPr>
          </a:p>
        </p:txBody>
      </p:sp>
      <p:sp>
        <p:nvSpPr>
          <p:cNvPr id="5005" name="Google Shape;5005;p169"/>
          <p:cNvSpPr/>
          <p:nvPr/>
        </p:nvSpPr>
        <p:spPr>
          <a:xfrm>
            <a:off x="9590884" y="6709391"/>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06" name="Google Shape;5006;p169"/>
          <p:cNvSpPr txBox="1"/>
          <p:nvPr/>
        </p:nvSpPr>
        <p:spPr>
          <a:xfrm>
            <a:off x="9761632" y="691759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Pharmacy Inventory </a:t>
            </a:r>
            <a:endParaRPr sz="800" i="0" u="none" strike="noStrike" cap="none">
              <a:latin typeface="Salesforce Sans"/>
              <a:ea typeface="Salesforce Sans"/>
              <a:cs typeface="Salesforce Sans"/>
              <a:sym typeface="Salesforce Sans"/>
            </a:endParaRPr>
          </a:p>
        </p:txBody>
      </p:sp>
      <p:sp>
        <p:nvSpPr>
          <p:cNvPr id="5007" name="Google Shape;5007;p169"/>
          <p:cNvSpPr/>
          <p:nvPr/>
        </p:nvSpPr>
        <p:spPr>
          <a:xfrm>
            <a:off x="9590884" y="6939495"/>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08" name="Google Shape;5008;p169"/>
          <p:cNvSpPr txBox="1"/>
          <p:nvPr/>
        </p:nvSpPr>
        <p:spPr>
          <a:xfrm>
            <a:off x="9761632" y="707308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Blood Inventory </a:t>
            </a:r>
            <a:endParaRPr sz="800" i="0" u="none" strike="noStrike" cap="none">
              <a:latin typeface="Salesforce Sans"/>
              <a:ea typeface="Salesforce Sans"/>
              <a:cs typeface="Salesforce Sans"/>
              <a:sym typeface="Salesforce Sans"/>
            </a:endParaRPr>
          </a:p>
        </p:txBody>
      </p:sp>
      <p:sp>
        <p:nvSpPr>
          <p:cNvPr id="5009" name="Google Shape;5009;p169"/>
          <p:cNvSpPr/>
          <p:nvPr/>
        </p:nvSpPr>
        <p:spPr>
          <a:xfrm>
            <a:off x="9590884" y="709498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10" name="Google Shape;5010;p169"/>
          <p:cNvSpPr txBox="1"/>
          <p:nvPr/>
        </p:nvSpPr>
        <p:spPr>
          <a:xfrm>
            <a:off x="9761632" y="722857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Sterilization </a:t>
            </a:r>
            <a:endParaRPr sz="800" i="0" u="none" strike="noStrike" cap="none">
              <a:latin typeface="Salesforce Sans"/>
              <a:ea typeface="Salesforce Sans"/>
              <a:cs typeface="Salesforce Sans"/>
              <a:sym typeface="Salesforce Sans"/>
            </a:endParaRPr>
          </a:p>
        </p:txBody>
      </p:sp>
      <p:sp>
        <p:nvSpPr>
          <p:cNvPr id="5011" name="Google Shape;5011;p169"/>
          <p:cNvSpPr/>
          <p:nvPr/>
        </p:nvSpPr>
        <p:spPr>
          <a:xfrm>
            <a:off x="9590884" y="7250479"/>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12" name="Google Shape;5012;p169"/>
          <p:cNvSpPr txBox="1"/>
          <p:nvPr/>
        </p:nvSpPr>
        <p:spPr>
          <a:xfrm>
            <a:off x="9761632" y="738407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Waste Management </a:t>
            </a:r>
            <a:endParaRPr sz="800" i="0" u="none" strike="noStrike" cap="none">
              <a:latin typeface="Salesforce Sans"/>
              <a:ea typeface="Salesforce Sans"/>
              <a:cs typeface="Salesforce Sans"/>
              <a:sym typeface="Salesforce Sans"/>
            </a:endParaRPr>
          </a:p>
        </p:txBody>
      </p:sp>
      <p:sp>
        <p:nvSpPr>
          <p:cNvPr id="5013" name="Google Shape;5013;p169"/>
          <p:cNvSpPr/>
          <p:nvPr/>
        </p:nvSpPr>
        <p:spPr>
          <a:xfrm>
            <a:off x="9590884" y="740597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14" name="Google Shape;5014;p169"/>
          <p:cNvSpPr txBox="1"/>
          <p:nvPr/>
        </p:nvSpPr>
        <p:spPr>
          <a:xfrm>
            <a:off x="9761632" y="761496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Acquisition </a:t>
            </a:r>
            <a:endParaRPr sz="800" i="0" u="none" strike="noStrike" cap="none">
              <a:latin typeface="Salesforce Sans"/>
              <a:ea typeface="Salesforce Sans"/>
              <a:cs typeface="Salesforce Sans"/>
              <a:sym typeface="Salesforce Sans"/>
            </a:endParaRPr>
          </a:p>
        </p:txBody>
      </p:sp>
      <p:sp>
        <p:nvSpPr>
          <p:cNvPr id="5015" name="Google Shape;5015;p169"/>
          <p:cNvSpPr/>
          <p:nvPr/>
        </p:nvSpPr>
        <p:spPr>
          <a:xfrm>
            <a:off x="9590884" y="763686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16" name="Google Shape;5016;p169"/>
          <p:cNvSpPr txBox="1"/>
          <p:nvPr/>
        </p:nvSpPr>
        <p:spPr>
          <a:xfrm>
            <a:off x="9761632" y="777018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Employee Operations </a:t>
            </a:r>
            <a:endParaRPr sz="800" i="0" u="none" strike="noStrike" cap="none">
              <a:latin typeface="Salesforce Sans"/>
              <a:ea typeface="Salesforce Sans"/>
              <a:cs typeface="Salesforce Sans"/>
              <a:sym typeface="Salesforce Sans"/>
            </a:endParaRPr>
          </a:p>
        </p:txBody>
      </p:sp>
      <p:sp>
        <p:nvSpPr>
          <p:cNvPr id="5017" name="Google Shape;5017;p169"/>
          <p:cNvSpPr/>
          <p:nvPr/>
        </p:nvSpPr>
        <p:spPr>
          <a:xfrm>
            <a:off x="9590884" y="7792085"/>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18" name="Google Shape;5018;p169"/>
          <p:cNvSpPr txBox="1"/>
          <p:nvPr/>
        </p:nvSpPr>
        <p:spPr>
          <a:xfrm>
            <a:off x="9761632" y="8000561"/>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Workflow Digitization </a:t>
            </a:r>
            <a:endParaRPr sz="800" i="0" u="none" strike="noStrike" cap="none">
              <a:latin typeface="Salesforce Sans"/>
              <a:ea typeface="Salesforce Sans"/>
              <a:cs typeface="Salesforce Sans"/>
              <a:sym typeface="Salesforce Sans"/>
            </a:endParaRPr>
          </a:p>
        </p:txBody>
      </p:sp>
      <p:sp>
        <p:nvSpPr>
          <p:cNvPr id="5019" name="Google Shape;5019;p169"/>
          <p:cNvSpPr/>
          <p:nvPr/>
        </p:nvSpPr>
        <p:spPr>
          <a:xfrm>
            <a:off x="9590884" y="8022461"/>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20" name="Google Shape;5020;p169"/>
          <p:cNvSpPr txBox="1"/>
          <p:nvPr/>
        </p:nvSpPr>
        <p:spPr>
          <a:xfrm>
            <a:off x="9761632" y="8165577"/>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Sop And Record Management </a:t>
            </a:r>
            <a:endParaRPr sz="800" i="0" u="none" strike="noStrike" cap="none">
              <a:latin typeface="Salesforce Sans"/>
              <a:ea typeface="Salesforce Sans"/>
              <a:cs typeface="Salesforce Sans"/>
              <a:sym typeface="Salesforce Sans"/>
            </a:endParaRPr>
          </a:p>
        </p:txBody>
      </p:sp>
      <p:sp>
        <p:nvSpPr>
          <p:cNvPr id="5021" name="Google Shape;5021;p169"/>
          <p:cNvSpPr/>
          <p:nvPr/>
        </p:nvSpPr>
        <p:spPr>
          <a:xfrm>
            <a:off x="9590884" y="8187477"/>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22" name="Google Shape;5022;p169"/>
          <p:cNvSpPr txBox="1"/>
          <p:nvPr/>
        </p:nvSpPr>
        <p:spPr>
          <a:xfrm>
            <a:off x="9761632" y="8547995"/>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Workforce Planning </a:t>
            </a:r>
            <a:endParaRPr sz="800" i="0" u="none" strike="noStrike" cap="none">
              <a:latin typeface="Salesforce Sans"/>
              <a:ea typeface="Salesforce Sans"/>
              <a:cs typeface="Salesforce Sans"/>
              <a:sym typeface="Salesforce Sans"/>
            </a:endParaRPr>
          </a:p>
        </p:txBody>
      </p:sp>
      <p:sp>
        <p:nvSpPr>
          <p:cNvPr id="5023" name="Google Shape;5023;p169"/>
          <p:cNvSpPr/>
          <p:nvPr/>
        </p:nvSpPr>
        <p:spPr>
          <a:xfrm>
            <a:off x="9590884" y="8569895"/>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24" name="Google Shape;5024;p169"/>
          <p:cNvSpPr txBox="1"/>
          <p:nvPr/>
        </p:nvSpPr>
        <p:spPr>
          <a:xfrm>
            <a:off x="9761632" y="8703486"/>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People Measurement &amp; Reporting </a:t>
            </a:r>
            <a:endParaRPr sz="800" i="0" u="none" strike="noStrike" cap="none">
              <a:latin typeface="Salesforce Sans"/>
              <a:ea typeface="Salesforce Sans"/>
              <a:cs typeface="Salesforce Sans"/>
              <a:sym typeface="Salesforce Sans"/>
            </a:endParaRPr>
          </a:p>
        </p:txBody>
      </p:sp>
      <p:sp>
        <p:nvSpPr>
          <p:cNvPr id="5025" name="Google Shape;5025;p169"/>
          <p:cNvSpPr/>
          <p:nvPr/>
        </p:nvSpPr>
        <p:spPr>
          <a:xfrm>
            <a:off x="9590884" y="8725386"/>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26" name="Google Shape;5026;p169"/>
          <p:cNvSpPr txBox="1"/>
          <p:nvPr/>
        </p:nvSpPr>
        <p:spPr>
          <a:xfrm>
            <a:off x="9761632" y="893425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Sourcing Strategy Development </a:t>
            </a:r>
            <a:endParaRPr sz="800" i="0" u="none" strike="noStrike" cap="none">
              <a:latin typeface="Salesforce Sans"/>
              <a:ea typeface="Salesforce Sans"/>
              <a:cs typeface="Salesforce Sans"/>
              <a:sym typeface="Salesforce Sans"/>
            </a:endParaRPr>
          </a:p>
        </p:txBody>
      </p:sp>
      <p:sp>
        <p:nvSpPr>
          <p:cNvPr id="5027" name="Google Shape;5027;p169"/>
          <p:cNvSpPr/>
          <p:nvPr/>
        </p:nvSpPr>
        <p:spPr>
          <a:xfrm>
            <a:off x="9590884" y="8956152"/>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28" name="Google Shape;5028;p169"/>
          <p:cNvSpPr txBox="1"/>
          <p:nvPr/>
        </p:nvSpPr>
        <p:spPr>
          <a:xfrm>
            <a:off x="9761632" y="9097812"/>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Outreach </a:t>
            </a:r>
            <a:endParaRPr sz="800" i="0" u="none" strike="noStrike" cap="none">
              <a:latin typeface="Salesforce Sans"/>
              <a:ea typeface="Salesforce Sans"/>
              <a:cs typeface="Salesforce Sans"/>
              <a:sym typeface="Salesforce Sans"/>
            </a:endParaRPr>
          </a:p>
        </p:txBody>
      </p:sp>
      <p:sp>
        <p:nvSpPr>
          <p:cNvPr id="5029" name="Google Shape;5029;p169"/>
          <p:cNvSpPr/>
          <p:nvPr/>
        </p:nvSpPr>
        <p:spPr>
          <a:xfrm>
            <a:off x="9590884" y="9119712"/>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30" name="Google Shape;5030;p169"/>
          <p:cNvSpPr txBox="1"/>
          <p:nvPr/>
        </p:nvSpPr>
        <p:spPr>
          <a:xfrm>
            <a:off x="9761632" y="9262828"/>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Coaching </a:t>
            </a:r>
            <a:endParaRPr sz="800" i="0" u="none" strike="noStrike" cap="none">
              <a:latin typeface="Salesforce Sans"/>
              <a:ea typeface="Salesforce Sans"/>
              <a:cs typeface="Salesforce Sans"/>
              <a:sym typeface="Salesforce Sans"/>
            </a:endParaRPr>
          </a:p>
        </p:txBody>
      </p:sp>
      <p:sp>
        <p:nvSpPr>
          <p:cNvPr id="5031" name="Google Shape;5031;p169"/>
          <p:cNvSpPr/>
          <p:nvPr/>
        </p:nvSpPr>
        <p:spPr>
          <a:xfrm>
            <a:off x="9590884" y="9284728"/>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32" name="Google Shape;5032;p169"/>
          <p:cNvSpPr txBox="1"/>
          <p:nvPr/>
        </p:nvSpPr>
        <p:spPr>
          <a:xfrm>
            <a:off x="9761632" y="9427806"/>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Talent Onboarding </a:t>
            </a:r>
            <a:endParaRPr sz="800" i="0" u="none" strike="noStrike" cap="none">
              <a:latin typeface="Salesforce Sans"/>
              <a:ea typeface="Salesforce Sans"/>
              <a:cs typeface="Salesforce Sans"/>
              <a:sym typeface="Salesforce Sans"/>
            </a:endParaRPr>
          </a:p>
        </p:txBody>
      </p:sp>
      <p:sp>
        <p:nvSpPr>
          <p:cNvPr id="5033" name="Google Shape;5033;p169"/>
          <p:cNvSpPr/>
          <p:nvPr/>
        </p:nvSpPr>
        <p:spPr>
          <a:xfrm>
            <a:off x="9590884" y="944970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34" name="Google Shape;5034;p169"/>
          <p:cNvSpPr txBox="1"/>
          <p:nvPr/>
        </p:nvSpPr>
        <p:spPr>
          <a:xfrm>
            <a:off x="9761633" y="4174280"/>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sz="800" i="0" u="none" strike="noStrike" cap="none">
              <a:latin typeface="Salesforce Sans"/>
              <a:ea typeface="Salesforce Sans"/>
              <a:cs typeface="Salesforce Sans"/>
              <a:sym typeface="Salesforce Sans"/>
            </a:endParaRPr>
          </a:p>
        </p:txBody>
      </p:sp>
      <p:sp>
        <p:nvSpPr>
          <p:cNvPr id="5035" name="Google Shape;5035;p169"/>
          <p:cNvSpPr/>
          <p:nvPr/>
        </p:nvSpPr>
        <p:spPr>
          <a:xfrm>
            <a:off x="9590884" y="4196180"/>
            <a:ext cx="79200" cy="79200"/>
          </a:xfrm>
          <a:prstGeom prst="ellipse">
            <a:avLst/>
          </a:prstGeom>
          <a:solidFill>
            <a:srgbClr val="066A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grpSp>
        <p:nvGrpSpPr>
          <p:cNvPr id="5036" name="Google Shape;5036;p169"/>
          <p:cNvGrpSpPr/>
          <p:nvPr/>
        </p:nvGrpSpPr>
        <p:grpSpPr>
          <a:xfrm>
            <a:off x="6692090" y="1921709"/>
            <a:ext cx="1322400" cy="449700"/>
            <a:chOff x="755165" y="1828821"/>
            <a:chExt cx="1322400" cy="449700"/>
          </a:xfrm>
        </p:grpSpPr>
        <p:sp>
          <p:nvSpPr>
            <p:cNvPr id="5037" name="Google Shape;5037;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038" name="Google Shape;5038;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5039" name="Google Shape;5039;p169"/>
          <p:cNvGrpSpPr/>
          <p:nvPr/>
        </p:nvGrpSpPr>
        <p:grpSpPr>
          <a:xfrm>
            <a:off x="6692090" y="2878284"/>
            <a:ext cx="1322400" cy="449700"/>
            <a:chOff x="755165" y="1828821"/>
            <a:chExt cx="1322400" cy="449700"/>
          </a:xfrm>
        </p:grpSpPr>
        <p:sp>
          <p:nvSpPr>
            <p:cNvPr id="5040" name="Google Shape;5040;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041" name="Google Shape;5041;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5042" name="Google Shape;5042;p169"/>
          <p:cNvGrpSpPr/>
          <p:nvPr/>
        </p:nvGrpSpPr>
        <p:grpSpPr>
          <a:xfrm>
            <a:off x="6692090" y="7639321"/>
            <a:ext cx="1322400" cy="449700"/>
            <a:chOff x="755165" y="1828821"/>
            <a:chExt cx="1322400" cy="449700"/>
          </a:xfrm>
        </p:grpSpPr>
        <p:sp>
          <p:nvSpPr>
            <p:cNvPr id="5043" name="Google Shape;5043;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044" name="Google Shape;5044;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045" name="Google Shape;5045;p169"/>
          <p:cNvSpPr txBox="1"/>
          <p:nvPr/>
        </p:nvSpPr>
        <p:spPr>
          <a:xfrm>
            <a:off x="9761633" y="4565999"/>
            <a:ext cx="20481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Statistical Analysis </a:t>
            </a:r>
            <a:endParaRPr sz="800" i="0" u="none" strike="noStrike" cap="none">
              <a:latin typeface="Salesforce Sans"/>
              <a:ea typeface="Salesforce Sans"/>
              <a:cs typeface="Salesforce Sans"/>
              <a:sym typeface="Salesforce Sans"/>
            </a:endParaRPr>
          </a:p>
        </p:txBody>
      </p:sp>
      <p:sp>
        <p:nvSpPr>
          <p:cNvPr id="5046" name="Google Shape;5046;p169"/>
          <p:cNvSpPr/>
          <p:nvPr/>
        </p:nvSpPr>
        <p:spPr>
          <a:xfrm>
            <a:off x="9590884" y="4593852"/>
            <a:ext cx="79200" cy="79200"/>
          </a:xfrm>
          <a:prstGeom prst="ellipse">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47" name="Google Shape;5047;p169"/>
          <p:cNvSpPr txBox="1"/>
          <p:nvPr/>
        </p:nvSpPr>
        <p:spPr>
          <a:xfrm>
            <a:off x="6808917"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048" name="Google Shape;5048;p169"/>
          <p:cNvSpPr txBox="1"/>
          <p:nvPr/>
        </p:nvSpPr>
        <p:spPr>
          <a:xfrm>
            <a:off x="8301793"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049" name="Google Shape;5049;p169"/>
          <p:cNvSpPr txBox="1"/>
          <p:nvPr/>
        </p:nvSpPr>
        <p:spPr>
          <a:xfrm>
            <a:off x="9759805"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050" name="Google Shape;5050;p169"/>
          <p:cNvSpPr txBox="1"/>
          <p:nvPr/>
        </p:nvSpPr>
        <p:spPr>
          <a:xfrm>
            <a:off x="14884817" y="191393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Career Path Design </a:t>
            </a:r>
            <a:endParaRPr sz="800" i="0" u="none" strike="noStrike" cap="none">
              <a:latin typeface="Salesforce Sans"/>
              <a:ea typeface="Salesforce Sans"/>
              <a:cs typeface="Salesforce Sans"/>
              <a:sym typeface="Salesforce Sans"/>
            </a:endParaRPr>
          </a:p>
        </p:txBody>
      </p:sp>
      <p:sp>
        <p:nvSpPr>
          <p:cNvPr id="5051" name="Google Shape;5051;p169"/>
          <p:cNvSpPr txBox="1"/>
          <p:nvPr/>
        </p:nvSpPr>
        <p:spPr>
          <a:xfrm>
            <a:off x="14884817" y="292262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Compliance &amp; Labour Relations Monitoring </a:t>
            </a:r>
            <a:endParaRPr sz="800" i="0" u="none" strike="noStrike" cap="none">
              <a:latin typeface="Salesforce Sans"/>
              <a:ea typeface="Salesforce Sans"/>
              <a:cs typeface="Salesforce Sans"/>
              <a:sym typeface="Salesforce Sans"/>
            </a:endParaRPr>
          </a:p>
        </p:txBody>
      </p:sp>
      <p:sp>
        <p:nvSpPr>
          <p:cNvPr id="5052" name="Google Shape;5052;p169"/>
          <p:cNvSpPr txBox="1"/>
          <p:nvPr/>
        </p:nvSpPr>
        <p:spPr>
          <a:xfrm>
            <a:off x="14884817" y="37002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Threat Detection </a:t>
            </a:r>
            <a:endParaRPr sz="800" i="0" u="none" strike="noStrike" cap="none">
              <a:latin typeface="Salesforce Sans"/>
              <a:ea typeface="Salesforce Sans"/>
              <a:cs typeface="Salesforce Sans"/>
              <a:sym typeface="Salesforce Sans"/>
            </a:endParaRPr>
          </a:p>
        </p:txBody>
      </p:sp>
      <p:sp>
        <p:nvSpPr>
          <p:cNvPr id="5053" name="Google Shape;5053;p169"/>
          <p:cNvSpPr txBox="1"/>
          <p:nvPr/>
        </p:nvSpPr>
        <p:spPr>
          <a:xfrm>
            <a:off x="14884817" y="385685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Incident Response </a:t>
            </a:r>
            <a:endParaRPr sz="800" i="0" u="none" strike="noStrike" cap="none">
              <a:latin typeface="Salesforce Sans"/>
              <a:ea typeface="Salesforce Sans"/>
              <a:cs typeface="Salesforce Sans"/>
              <a:sym typeface="Salesforce Sans"/>
            </a:endParaRPr>
          </a:p>
        </p:txBody>
      </p:sp>
      <p:sp>
        <p:nvSpPr>
          <p:cNvPr id="5054" name="Google Shape;5054;p169"/>
          <p:cNvSpPr txBox="1"/>
          <p:nvPr/>
        </p:nvSpPr>
        <p:spPr>
          <a:xfrm>
            <a:off x="14884817" y="401345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Access &amp; Security Policy Creation </a:t>
            </a:r>
            <a:endParaRPr sz="800" i="0" u="none" strike="noStrike" cap="none">
              <a:latin typeface="Salesforce Sans"/>
              <a:ea typeface="Salesforce Sans"/>
              <a:cs typeface="Salesforce Sans"/>
              <a:sym typeface="Salesforce Sans"/>
            </a:endParaRPr>
          </a:p>
        </p:txBody>
      </p:sp>
      <p:sp>
        <p:nvSpPr>
          <p:cNvPr id="5055" name="Google Shape;5055;p169"/>
          <p:cNvSpPr txBox="1"/>
          <p:nvPr/>
        </p:nvSpPr>
        <p:spPr>
          <a:xfrm>
            <a:off x="14884817" y="433738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Application Development </a:t>
            </a:r>
            <a:endParaRPr sz="800" i="0" u="none" strike="noStrike" cap="none">
              <a:latin typeface="Salesforce Sans"/>
              <a:ea typeface="Salesforce Sans"/>
              <a:cs typeface="Salesforce Sans"/>
              <a:sym typeface="Salesforce Sans"/>
            </a:endParaRPr>
          </a:p>
        </p:txBody>
      </p:sp>
      <p:sp>
        <p:nvSpPr>
          <p:cNvPr id="5056" name="Google Shape;5056;p169"/>
          <p:cNvSpPr txBox="1"/>
          <p:nvPr/>
        </p:nvSpPr>
        <p:spPr>
          <a:xfrm>
            <a:off x="14884817" y="451422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Application Testing </a:t>
            </a:r>
            <a:endParaRPr sz="800" i="0" u="none" strike="noStrike" cap="none">
              <a:latin typeface="Salesforce Sans"/>
              <a:ea typeface="Salesforce Sans"/>
              <a:cs typeface="Salesforce Sans"/>
              <a:sym typeface="Salesforce Sans"/>
            </a:endParaRPr>
          </a:p>
        </p:txBody>
      </p:sp>
      <p:sp>
        <p:nvSpPr>
          <p:cNvPr id="5057" name="Google Shape;5057;p169"/>
          <p:cNvSpPr txBox="1"/>
          <p:nvPr/>
        </p:nvSpPr>
        <p:spPr>
          <a:xfrm>
            <a:off x="14884817" y="692989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Transaction Monitoring </a:t>
            </a:r>
            <a:endParaRPr sz="800" i="0" u="none" strike="noStrike" cap="none">
              <a:latin typeface="Salesforce Sans"/>
              <a:ea typeface="Salesforce Sans"/>
              <a:cs typeface="Salesforce Sans"/>
              <a:sym typeface="Salesforce Sans"/>
            </a:endParaRPr>
          </a:p>
        </p:txBody>
      </p:sp>
      <p:sp>
        <p:nvSpPr>
          <p:cNvPr id="5058" name="Google Shape;5058;p169"/>
          <p:cNvSpPr txBox="1"/>
          <p:nvPr/>
        </p:nvSpPr>
        <p:spPr>
          <a:xfrm>
            <a:off x="14884817" y="762537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Cash &amp; Liquidity Management </a:t>
            </a:r>
            <a:endParaRPr sz="800" i="0" u="none" strike="noStrike" cap="none">
              <a:latin typeface="Salesforce Sans"/>
              <a:ea typeface="Salesforce Sans"/>
              <a:cs typeface="Salesforce Sans"/>
              <a:sym typeface="Salesforce Sans"/>
            </a:endParaRPr>
          </a:p>
        </p:txBody>
      </p:sp>
      <p:sp>
        <p:nvSpPr>
          <p:cNvPr id="5059" name="Google Shape;5059;p169"/>
          <p:cNvSpPr txBox="1"/>
          <p:nvPr/>
        </p:nvSpPr>
        <p:spPr>
          <a:xfrm>
            <a:off x="14884817" y="778078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Risk Management </a:t>
            </a:r>
            <a:endParaRPr sz="800" i="0" u="none" strike="noStrike" cap="none">
              <a:latin typeface="Salesforce Sans"/>
              <a:ea typeface="Salesforce Sans"/>
              <a:cs typeface="Salesforce Sans"/>
              <a:sym typeface="Salesforce Sans"/>
            </a:endParaRPr>
          </a:p>
        </p:txBody>
      </p:sp>
      <p:sp>
        <p:nvSpPr>
          <p:cNvPr id="5060" name="Google Shape;5060;p169"/>
          <p:cNvSpPr txBox="1"/>
          <p:nvPr/>
        </p:nvSpPr>
        <p:spPr>
          <a:xfrm>
            <a:off x="14884817" y="801001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Tax Filing </a:t>
            </a:r>
            <a:endParaRPr sz="800" i="0" u="none" strike="noStrike" cap="none">
              <a:latin typeface="Salesforce Sans"/>
              <a:ea typeface="Salesforce Sans"/>
              <a:cs typeface="Salesforce Sans"/>
              <a:sym typeface="Salesforce Sans"/>
            </a:endParaRPr>
          </a:p>
        </p:txBody>
      </p:sp>
      <p:sp>
        <p:nvSpPr>
          <p:cNvPr id="5061" name="Google Shape;5061;p169"/>
          <p:cNvSpPr txBox="1"/>
          <p:nvPr/>
        </p:nvSpPr>
        <p:spPr>
          <a:xfrm>
            <a:off x="14884817" y="818448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Regulatory Reporting </a:t>
            </a:r>
            <a:endParaRPr sz="800" i="0" u="none" strike="noStrike" cap="none">
              <a:latin typeface="Salesforce Sans"/>
              <a:ea typeface="Salesforce Sans"/>
              <a:cs typeface="Salesforce Sans"/>
              <a:sym typeface="Salesforce Sans"/>
            </a:endParaRPr>
          </a:p>
        </p:txBody>
      </p:sp>
      <p:sp>
        <p:nvSpPr>
          <p:cNvPr id="5062" name="Google Shape;5062;p169"/>
          <p:cNvSpPr txBox="1"/>
          <p:nvPr/>
        </p:nvSpPr>
        <p:spPr>
          <a:xfrm>
            <a:off x="14884817" y="857150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Presentation Creation </a:t>
            </a:r>
            <a:endParaRPr sz="800" i="0" u="none" strike="noStrike" cap="none">
              <a:latin typeface="Salesforce Sans"/>
              <a:ea typeface="Salesforce Sans"/>
              <a:cs typeface="Salesforce Sans"/>
              <a:sym typeface="Salesforce Sans"/>
            </a:endParaRPr>
          </a:p>
        </p:txBody>
      </p:sp>
      <p:sp>
        <p:nvSpPr>
          <p:cNvPr id="5063" name="Google Shape;5063;p169"/>
          <p:cNvSpPr txBox="1"/>
          <p:nvPr/>
        </p:nvSpPr>
        <p:spPr>
          <a:xfrm>
            <a:off x="14884817" y="887932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IP Registration </a:t>
            </a:r>
            <a:endParaRPr sz="800" i="0" u="none" strike="noStrike" cap="none">
              <a:latin typeface="Salesforce Sans"/>
              <a:ea typeface="Salesforce Sans"/>
              <a:cs typeface="Salesforce Sans"/>
              <a:sym typeface="Salesforce Sans"/>
            </a:endParaRPr>
          </a:p>
        </p:txBody>
      </p:sp>
      <p:sp>
        <p:nvSpPr>
          <p:cNvPr id="5064" name="Google Shape;5064;p169"/>
          <p:cNvSpPr txBox="1"/>
          <p:nvPr/>
        </p:nvSpPr>
        <p:spPr>
          <a:xfrm>
            <a:off x="14884825" y="9034721"/>
            <a:ext cx="30780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IP Enforcement </a:t>
            </a:r>
            <a:endParaRPr sz="800" i="0" u="none" strike="noStrike" cap="none">
              <a:latin typeface="Salesforce Sans"/>
              <a:ea typeface="Salesforce Sans"/>
              <a:cs typeface="Salesforce Sans"/>
              <a:sym typeface="Salesforce Sans"/>
            </a:endParaRPr>
          </a:p>
        </p:txBody>
      </p:sp>
      <p:sp>
        <p:nvSpPr>
          <p:cNvPr id="5065" name="Google Shape;5065;p169"/>
          <p:cNvSpPr/>
          <p:nvPr/>
        </p:nvSpPr>
        <p:spPr>
          <a:xfrm>
            <a:off x="13420704" y="1891938"/>
            <a:ext cx="1021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Management &amp; Development</a:t>
            </a:r>
            <a:endParaRPr sz="900" b="1" i="0" u="none" strike="noStrike" cap="none">
              <a:solidFill>
                <a:srgbClr val="066AFE"/>
              </a:solidFill>
              <a:latin typeface="Salesforce Sans"/>
              <a:ea typeface="Salesforce Sans"/>
              <a:cs typeface="Salesforce Sans"/>
              <a:sym typeface="Salesforce Sans"/>
            </a:endParaRPr>
          </a:p>
        </p:txBody>
      </p:sp>
      <p:sp>
        <p:nvSpPr>
          <p:cNvPr id="5066" name="Google Shape;5066;p169"/>
          <p:cNvSpPr/>
          <p:nvPr/>
        </p:nvSpPr>
        <p:spPr>
          <a:xfrm>
            <a:off x="13420704" y="2450155"/>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People Operations</a:t>
            </a:r>
            <a:endParaRPr sz="900" b="1" i="0" u="none" strike="noStrike" cap="none">
              <a:solidFill>
                <a:srgbClr val="066AFE"/>
              </a:solidFill>
              <a:latin typeface="Salesforce Sans"/>
              <a:ea typeface="Salesforce Sans"/>
              <a:cs typeface="Salesforce Sans"/>
              <a:sym typeface="Salesforce Sans"/>
            </a:endParaRPr>
          </a:p>
        </p:txBody>
      </p:sp>
      <p:sp>
        <p:nvSpPr>
          <p:cNvPr id="5067" name="Google Shape;5067;p169"/>
          <p:cNvSpPr/>
          <p:nvPr/>
        </p:nvSpPr>
        <p:spPr>
          <a:xfrm>
            <a:off x="13420704" y="3149292"/>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It Helpdesk</a:t>
            </a:r>
            <a:endParaRPr sz="900" b="1" i="0" u="none" strike="noStrike" cap="none">
              <a:solidFill>
                <a:srgbClr val="066AFE"/>
              </a:solidFill>
              <a:latin typeface="Salesforce Sans"/>
              <a:ea typeface="Salesforce Sans"/>
              <a:cs typeface="Salesforce Sans"/>
              <a:sym typeface="Salesforce Sans"/>
            </a:endParaRPr>
          </a:p>
        </p:txBody>
      </p:sp>
      <p:sp>
        <p:nvSpPr>
          <p:cNvPr id="5068" name="Google Shape;5068;p169"/>
          <p:cNvSpPr/>
          <p:nvPr/>
        </p:nvSpPr>
        <p:spPr>
          <a:xfrm>
            <a:off x="13420704" y="3697852"/>
            <a:ext cx="10218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Cyber</a:t>
            </a:r>
            <a:endParaRPr sz="900" b="1" i="0" u="none" strike="noStrike" cap="none">
              <a:solidFill>
                <a:srgbClr val="066AFE"/>
              </a:solidFill>
              <a:latin typeface="Salesforce Sans"/>
              <a:ea typeface="Salesforce Sans"/>
              <a:cs typeface="Salesforce Sans"/>
              <a:sym typeface="Salesforce Sans"/>
            </a:endParaRPr>
          </a:p>
        </p:txBody>
      </p:sp>
      <p:sp>
        <p:nvSpPr>
          <p:cNvPr id="5069" name="Google Shape;5069;p169"/>
          <p:cNvSpPr/>
          <p:nvPr/>
        </p:nvSpPr>
        <p:spPr>
          <a:xfrm>
            <a:off x="13420704" y="4175744"/>
            <a:ext cx="10218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Infra &amp; Application Management</a:t>
            </a:r>
            <a:endParaRPr sz="900" b="1" i="0" u="none" strike="noStrike" cap="none">
              <a:solidFill>
                <a:srgbClr val="066AFE"/>
              </a:solidFill>
              <a:latin typeface="Salesforce Sans"/>
              <a:ea typeface="Salesforce Sans"/>
              <a:cs typeface="Salesforce Sans"/>
              <a:sym typeface="Salesforce Sans"/>
            </a:endParaRPr>
          </a:p>
        </p:txBody>
      </p:sp>
      <p:sp>
        <p:nvSpPr>
          <p:cNvPr id="5070" name="Google Shape;5070;p169"/>
          <p:cNvSpPr/>
          <p:nvPr/>
        </p:nvSpPr>
        <p:spPr>
          <a:xfrm>
            <a:off x="13420704" y="4743720"/>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Hospital Operations</a:t>
            </a:r>
            <a:endParaRPr sz="900" b="1" i="0" u="none" strike="noStrike" cap="none">
              <a:solidFill>
                <a:srgbClr val="066AFE"/>
              </a:solidFill>
              <a:latin typeface="Salesforce Sans"/>
              <a:ea typeface="Salesforce Sans"/>
              <a:cs typeface="Salesforce Sans"/>
              <a:sym typeface="Salesforce Sans"/>
            </a:endParaRPr>
          </a:p>
        </p:txBody>
      </p:sp>
      <p:sp>
        <p:nvSpPr>
          <p:cNvPr id="5071" name="Google Shape;5071;p169"/>
          <p:cNvSpPr/>
          <p:nvPr/>
        </p:nvSpPr>
        <p:spPr>
          <a:xfrm>
            <a:off x="13420704" y="5297344"/>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Clinical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5072" name="Google Shape;5072;p169"/>
          <p:cNvSpPr/>
          <p:nvPr/>
        </p:nvSpPr>
        <p:spPr>
          <a:xfrm>
            <a:off x="13420704" y="5846634"/>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Revenue Cycle Management</a:t>
            </a:r>
            <a:endParaRPr sz="900" b="1" i="0" u="none" strike="noStrike" cap="none">
              <a:solidFill>
                <a:srgbClr val="066AFE"/>
              </a:solidFill>
              <a:latin typeface="Salesforce Sans"/>
              <a:ea typeface="Salesforce Sans"/>
              <a:cs typeface="Salesforce Sans"/>
              <a:sym typeface="Salesforce Sans"/>
            </a:endParaRPr>
          </a:p>
        </p:txBody>
      </p:sp>
      <p:sp>
        <p:nvSpPr>
          <p:cNvPr id="5073" name="Google Shape;5073;p169"/>
          <p:cNvSpPr/>
          <p:nvPr/>
        </p:nvSpPr>
        <p:spPr>
          <a:xfrm>
            <a:off x="13420704" y="6386911"/>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5074" name="Google Shape;5074;p169"/>
          <p:cNvSpPr/>
          <p:nvPr/>
        </p:nvSpPr>
        <p:spPr>
          <a:xfrm>
            <a:off x="13420704" y="6925512"/>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Finance Operations</a:t>
            </a:r>
            <a:endParaRPr sz="900" b="1" i="0" u="none" strike="noStrike" cap="none">
              <a:solidFill>
                <a:srgbClr val="066AFE"/>
              </a:solidFill>
              <a:latin typeface="Salesforce Sans"/>
              <a:ea typeface="Salesforce Sans"/>
              <a:cs typeface="Salesforce Sans"/>
              <a:sym typeface="Salesforce Sans"/>
            </a:endParaRPr>
          </a:p>
        </p:txBody>
      </p:sp>
      <p:sp>
        <p:nvSpPr>
          <p:cNvPr id="5075" name="Google Shape;5075;p169"/>
          <p:cNvSpPr/>
          <p:nvPr/>
        </p:nvSpPr>
        <p:spPr>
          <a:xfrm>
            <a:off x="13420704" y="7619359"/>
            <a:ext cx="10926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Treasury</a:t>
            </a:r>
            <a:endParaRPr sz="900" b="1" i="0" u="none" strike="noStrike" cap="none">
              <a:solidFill>
                <a:srgbClr val="066AFE"/>
              </a:solidFill>
              <a:latin typeface="Salesforce Sans"/>
              <a:ea typeface="Salesforce Sans"/>
              <a:cs typeface="Salesforce Sans"/>
              <a:sym typeface="Salesforce Sans"/>
            </a:endParaRPr>
          </a:p>
        </p:txBody>
      </p:sp>
      <p:sp>
        <p:nvSpPr>
          <p:cNvPr id="5076" name="Google Shape;5076;p169"/>
          <p:cNvSpPr/>
          <p:nvPr/>
        </p:nvSpPr>
        <p:spPr>
          <a:xfrm>
            <a:off x="13420704" y="8006349"/>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Tax </a:t>
            </a:r>
            <a:r>
              <a:rPr lang="en" sz="900" b="1">
                <a:solidFill>
                  <a:srgbClr val="066AFE"/>
                </a:solidFill>
                <a:latin typeface="Salesforce Sans"/>
                <a:ea typeface="Salesforce Sans"/>
                <a:cs typeface="Salesforce Sans"/>
                <a:sym typeface="Salesforce Sans"/>
              </a:rPr>
              <a:t>a</a:t>
            </a:r>
            <a:r>
              <a:rPr lang="en" sz="900" b="1" i="0" u="none" strike="noStrike" cap="none">
                <a:solidFill>
                  <a:srgbClr val="066AFE"/>
                </a:solidFill>
                <a:latin typeface="Salesforce Sans"/>
                <a:ea typeface="Salesforce Sans"/>
                <a:cs typeface="Salesforce Sans"/>
                <a:sym typeface="Salesforce Sans"/>
              </a:rPr>
              <a:t>nd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Compliance</a:t>
            </a:r>
            <a:endParaRPr sz="900" b="1" i="0" u="none" strike="noStrike" cap="none">
              <a:solidFill>
                <a:srgbClr val="066AFE"/>
              </a:solidFill>
              <a:latin typeface="Salesforce Sans"/>
              <a:ea typeface="Salesforce Sans"/>
              <a:cs typeface="Salesforce Sans"/>
              <a:sym typeface="Salesforce Sans"/>
            </a:endParaRPr>
          </a:p>
        </p:txBody>
      </p:sp>
      <p:sp>
        <p:nvSpPr>
          <p:cNvPr id="5077" name="Google Shape;5077;p169"/>
          <p:cNvSpPr/>
          <p:nvPr/>
        </p:nvSpPr>
        <p:spPr>
          <a:xfrm>
            <a:off x="13420704" y="8429628"/>
            <a:ext cx="1092600" cy="246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Management &amp; Board Reporting Generation</a:t>
            </a:r>
            <a:endParaRPr sz="900" b="1" i="0" u="none" strike="noStrike" cap="none">
              <a:solidFill>
                <a:srgbClr val="066AFE"/>
              </a:solidFill>
              <a:latin typeface="Salesforce Sans"/>
              <a:ea typeface="Salesforce Sans"/>
              <a:cs typeface="Salesforce Sans"/>
              <a:sym typeface="Salesforce Sans"/>
            </a:endParaRPr>
          </a:p>
        </p:txBody>
      </p:sp>
      <p:sp>
        <p:nvSpPr>
          <p:cNvPr id="5078" name="Google Shape;5078;p169"/>
          <p:cNvSpPr/>
          <p:nvPr/>
        </p:nvSpPr>
        <p:spPr>
          <a:xfrm>
            <a:off x="13420704" y="8876755"/>
            <a:ext cx="1092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66AFE"/>
                </a:solidFill>
                <a:latin typeface="Salesforce Sans"/>
                <a:ea typeface="Salesforce Sans"/>
                <a:cs typeface="Salesforce Sans"/>
                <a:sym typeface="Salesforce Sans"/>
              </a:rPr>
              <a:t>Litigation &amp; I</a:t>
            </a:r>
            <a:r>
              <a:rPr lang="en" sz="900" b="1">
                <a:solidFill>
                  <a:srgbClr val="066AFE"/>
                </a:solidFill>
                <a:latin typeface="Salesforce Sans"/>
                <a:ea typeface="Salesforce Sans"/>
                <a:cs typeface="Salesforce Sans"/>
                <a:sym typeface="Salesforce Sans"/>
              </a:rPr>
              <a:t>P</a:t>
            </a:r>
            <a:r>
              <a:rPr lang="en" sz="900" b="1" i="0" u="none" strike="noStrike" cap="none">
                <a:solidFill>
                  <a:srgbClr val="066AFE"/>
                </a:solidFill>
                <a:latin typeface="Salesforce Sans"/>
                <a:ea typeface="Salesforce Sans"/>
                <a:cs typeface="Salesforce Sans"/>
                <a:sym typeface="Salesforce Sans"/>
              </a:rPr>
              <a:t> Protection</a:t>
            </a:r>
            <a:endParaRPr sz="900" b="1" i="0" u="none" strike="noStrike" cap="none">
              <a:solidFill>
                <a:srgbClr val="066AFE"/>
              </a:solidFill>
              <a:latin typeface="Salesforce Sans"/>
              <a:ea typeface="Salesforce Sans"/>
              <a:cs typeface="Salesforce Sans"/>
              <a:sym typeface="Salesforce Sans"/>
            </a:endParaRPr>
          </a:p>
        </p:txBody>
      </p:sp>
      <p:sp>
        <p:nvSpPr>
          <p:cNvPr id="5079" name="Google Shape;5079;p169"/>
          <p:cNvSpPr txBox="1"/>
          <p:nvPr/>
        </p:nvSpPr>
        <p:spPr>
          <a:xfrm>
            <a:off x="14884817" y="206935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Content Design &amp; Delivery </a:t>
            </a:r>
            <a:endParaRPr sz="800" i="0" u="none" strike="noStrike" cap="none">
              <a:latin typeface="Salesforce Sans"/>
              <a:ea typeface="Salesforce Sans"/>
              <a:cs typeface="Salesforce Sans"/>
              <a:sym typeface="Salesforce Sans"/>
            </a:endParaRPr>
          </a:p>
        </p:txBody>
      </p:sp>
      <p:sp>
        <p:nvSpPr>
          <p:cNvPr id="5080" name="Google Shape;5080;p169"/>
          <p:cNvSpPr/>
          <p:nvPr/>
        </p:nvSpPr>
        <p:spPr>
          <a:xfrm>
            <a:off x="14716218" y="2091250"/>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81" name="Google Shape;5081;p169"/>
          <p:cNvSpPr txBox="1"/>
          <p:nvPr/>
        </p:nvSpPr>
        <p:spPr>
          <a:xfrm>
            <a:off x="14884817" y="222476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Performance Management </a:t>
            </a:r>
            <a:endParaRPr sz="800" i="0" u="none" strike="noStrike" cap="none">
              <a:latin typeface="Salesforce Sans"/>
              <a:ea typeface="Salesforce Sans"/>
              <a:cs typeface="Salesforce Sans"/>
              <a:sym typeface="Salesforce Sans"/>
            </a:endParaRPr>
          </a:p>
        </p:txBody>
      </p:sp>
      <p:sp>
        <p:nvSpPr>
          <p:cNvPr id="5082" name="Google Shape;5082;p169"/>
          <p:cNvSpPr/>
          <p:nvPr/>
        </p:nvSpPr>
        <p:spPr>
          <a:xfrm>
            <a:off x="14716218" y="224666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83" name="Google Shape;5083;p169"/>
          <p:cNvSpPr txBox="1"/>
          <p:nvPr/>
        </p:nvSpPr>
        <p:spPr>
          <a:xfrm>
            <a:off x="14884817" y="245399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Compensation &amp; Benefit Creation &amp; Delivery </a:t>
            </a:r>
            <a:endParaRPr sz="800" i="0" u="none" strike="noStrike" cap="none">
              <a:latin typeface="Salesforce Sans"/>
              <a:ea typeface="Salesforce Sans"/>
              <a:cs typeface="Salesforce Sans"/>
              <a:sym typeface="Salesforce Sans"/>
            </a:endParaRPr>
          </a:p>
        </p:txBody>
      </p:sp>
      <p:sp>
        <p:nvSpPr>
          <p:cNvPr id="5084" name="Google Shape;5084;p169"/>
          <p:cNvSpPr/>
          <p:nvPr/>
        </p:nvSpPr>
        <p:spPr>
          <a:xfrm>
            <a:off x="14716218" y="2475897"/>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85" name="Google Shape;5085;p169"/>
          <p:cNvSpPr txBox="1"/>
          <p:nvPr/>
        </p:nvSpPr>
        <p:spPr>
          <a:xfrm>
            <a:off x="14884817" y="261179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Employee Experience &amp; Health Monitoring </a:t>
            </a:r>
            <a:endParaRPr sz="800" i="0" u="none" strike="noStrike" cap="none">
              <a:latin typeface="Salesforce Sans"/>
              <a:ea typeface="Salesforce Sans"/>
              <a:cs typeface="Salesforce Sans"/>
              <a:sym typeface="Salesforce Sans"/>
            </a:endParaRPr>
          </a:p>
        </p:txBody>
      </p:sp>
      <p:sp>
        <p:nvSpPr>
          <p:cNvPr id="5086" name="Google Shape;5086;p169"/>
          <p:cNvSpPr/>
          <p:nvPr/>
        </p:nvSpPr>
        <p:spPr>
          <a:xfrm>
            <a:off x="14716218" y="2633692"/>
            <a:ext cx="79200" cy="79200"/>
          </a:xfrm>
          <a:prstGeom prst="ellipse">
            <a:avLst/>
          </a:prstGeom>
          <a:solidFill>
            <a:srgbClr val="D17DF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87" name="Google Shape;5087;p169"/>
          <p:cNvSpPr txBox="1"/>
          <p:nvPr/>
        </p:nvSpPr>
        <p:spPr>
          <a:xfrm>
            <a:off x="14884817" y="276720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Payroll &amp; Vacation Monitoring </a:t>
            </a:r>
            <a:endParaRPr sz="800" i="0" u="none" strike="noStrike" cap="none">
              <a:latin typeface="Salesforce Sans"/>
              <a:ea typeface="Salesforce Sans"/>
              <a:cs typeface="Salesforce Sans"/>
              <a:sym typeface="Salesforce Sans"/>
            </a:endParaRPr>
          </a:p>
        </p:txBody>
      </p:sp>
      <p:sp>
        <p:nvSpPr>
          <p:cNvPr id="5088" name="Google Shape;5088;p169"/>
          <p:cNvSpPr/>
          <p:nvPr/>
        </p:nvSpPr>
        <p:spPr>
          <a:xfrm>
            <a:off x="14716218" y="278910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89" name="Google Shape;5089;p169"/>
          <p:cNvSpPr txBox="1"/>
          <p:nvPr/>
        </p:nvSpPr>
        <p:spPr>
          <a:xfrm>
            <a:off x="14884817" y="315304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Ticket Intake </a:t>
            </a:r>
            <a:endParaRPr sz="800" i="0" u="none" strike="noStrike" cap="none">
              <a:latin typeface="Salesforce Sans"/>
              <a:ea typeface="Salesforce Sans"/>
              <a:cs typeface="Salesforce Sans"/>
              <a:sym typeface="Salesforce Sans"/>
            </a:endParaRPr>
          </a:p>
        </p:txBody>
      </p:sp>
      <p:sp>
        <p:nvSpPr>
          <p:cNvPr id="5090" name="Google Shape;5090;p169"/>
          <p:cNvSpPr/>
          <p:nvPr/>
        </p:nvSpPr>
        <p:spPr>
          <a:xfrm>
            <a:off x="14716218" y="317494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91" name="Google Shape;5091;p169"/>
          <p:cNvSpPr txBox="1"/>
          <p:nvPr/>
        </p:nvSpPr>
        <p:spPr>
          <a:xfrm>
            <a:off x="14884817" y="33096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Resolution &amp; Troubleshooting </a:t>
            </a:r>
            <a:endParaRPr sz="800" i="0" u="none" strike="noStrike" cap="none">
              <a:latin typeface="Salesforce Sans"/>
              <a:ea typeface="Salesforce Sans"/>
              <a:cs typeface="Salesforce Sans"/>
              <a:sym typeface="Salesforce Sans"/>
            </a:endParaRPr>
          </a:p>
        </p:txBody>
      </p:sp>
      <p:sp>
        <p:nvSpPr>
          <p:cNvPr id="5092" name="Google Shape;5092;p169"/>
          <p:cNvSpPr/>
          <p:nvPr/>
        </p:nvSpPr>
        <p:spPr>
          <a:xfrm>
            <a:off x="14716218" y="333154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93" name="Google Shape;5093;p169"/>
          <p:cNvSpPr txBox="1"/>
          <p:nvPr/>
        </p:nvSpPr>
        <p:spPr>
          <a:xfrm>
            <a:off x="14884817" y="418196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Asset &amp; Infra Lifecycle Management </a:t>
            </a:r>
            <a:endParaRPr sz="800" i="0" u="none" strike="noStrike" cap="none">
              <a:latin typeface="Salesforce Sans"/>
              <a:ea typeface="Salesforce Sans"/>
              <a:cs typeface="Salesforce Sans"/>
              <a:sym typeface="Salesforce Sans"/>
            </a:endParaRPr>
          </a:p>
        </p:txBody>
      </p:sp>
      <p:sp>
        <p:nvSpPr>
          <p:cNvPr id="5094" name="Google Shape;5094;p169"/>
          <p:cNvSpPr/>
          <p:nvPr/>
        </p:nvSpPr>
        <p:spPr>
          <a:xfrm>
            <a:off x="14716218" y="420386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95" name="Google Shape;5095;p169"/>
          <p:cNvSpPr txBox="1"/>
          <p:nvPr/>
        </p:nvSpPr>
        <p:spPr>
          <a:xfrm>
            <a:off x="14884817" y="474584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Capacity Management </a:t>
            </a:r>
            <a:endParaRPr sz="800" i="0" u="none" strike="noStrike" cap="none">
              <a:latin typeface="Salesforce Sans"/>
              <a:ea typeface="Salesforce Sans"/>
              <a:cs typeface="Salesforce Sans"/>
              <a:sym typeface="Salesforce Sans"/>
            </a:endParaRPr>
          </a:p>
        </p:txBody>
      </p:sp>
      <p:sp>
        <p:nvSpPr>
          <p:cNvPr id="5096" name="Google Shape;5096;p169"/>
          <p:cNvSpPr/>
          <p:nvPr/>
        </p:nvSpPr>
        <p:spPr>
          <a:xfrm>
            <a:off x="14716218" y="4767742"/>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97" name="Google Shape;5097;p169"/>
          <p:cNvSpPr txBox="1"/>
          <p:nvPr/>
        </p:nvSpPr>
        <p:spPr>
          <a:xfrm>
            <a:off x="14884817" y="4903637"/>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Patient Flow </a:t>
            </a:r>
            <a:endParaRPr sz="800" i="0" u="none" strike="noStrike" cap="none">
              <a:latin typeface="Salesforce Sans"/>
              <a:ea typeface="Salesforce Sans"/>
              <a:cs typeface="Salesforce Sans"/>
              <a:sym typeface="Salesforce Sans"/>
            </a:endParaRPr>
          </a:p>
        </p:txBody>
      </p:sp>
      <p:sp>
        <p:nvSpPr>
          <p:cNvPr id="5098" name="Google Shape;5098;p169"/>
          <p:cNvSpPr/>
          <p:nvPr/>
        </p:nvSpPr>
        <p:spPr>
          <a:xfrm>
            <a:off x="14716218" y="4925537"/>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099" name="Google Shape;5099;p169"/>
          <p:cNvSpPr txBox="1"/>
          <p:nvPr/>
        </p:nvSpPr>
        <p:spPr>
          <a:xfrm>
            <a:off x="14884817" y="5059051"/>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Asset Lifecycle </a:t>
            </a:r>
            <a:endParaRPr sz="800" i="0" u="none" strike="noStrike" cap="none">
              <a:latin typeface="Salesforce Sans"/>
              <a:ea typeface="Salesforce Sans"/>
              <a:cs typeface="Salesforce Sans"/>
              <a:sym typeface="Salesforce Sans"/>
            </a:endParaRPr>
          </a:p>
        </p:txBody>
      </p:sp>
      <p:sp>
        <p:nvSpPr>
          <p:cNvPr id="5100" name="Google Shape;5100;p169"/>
          <p:cNvSpPr/>
          <p:nvPr/>
        </p:nvSpPr>
        <p:spPr>
          <a:xfrm>
            <a:off x="14716218" y="5080951"/>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01" name="Google Shape;5101;p169"/>
          <p:cNvSpPr txBox="1"/>
          <p:nvPr/>
        </p:nvSpPr>
        <p:spPr>
          <a:xfrm>
            <a:off x="14884817" y="528828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Demand Forecasting </a:t>
            </a:r>
            <a:endParaRPr sz="800" i="0" u="none" strike="noStrike" cap="none">
              <a:latin typeface="Salesforce Sans"/>
              <a:ea typeface="Salesforce Sans"/>
              <a:cs typeface="Salesforce Sans"/>
              <a:sym typeface="Salesforce Sans"/>
            </a:endParaRPr>
          </a:p>
        </p:txBody>
      </p:sp>
      <p:sp>
        <p:nvSpPr>
          <p:cNvPr id="5102" name="Google Shape;5102;p169"/>
          <p:cNvSpPr/>
          <p:nvPr/>
        </p:nvSpPr>
        <p:spPr>
          <a:xfrm>
            <a:off x="14716218" y="531018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03" name="Google Shape;5103;p169"/>
          <p:cNvSpPr txBox="1"/>
          <p:nvPr/>
        </p:nvSpPr>
        <p:spPr>
          <a:xfrm>
            <a:off x="14884817" y="546274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OR Optimization </a:t>
            </a:r>
            <a:endParaRPr sz="800" i="0" u="none" strike="noStrike" cap="none">
              <a:latin typeface="Salesforce Sans"/>
              <a:ea typeface="Salesforce Sans"/>
              <a:cs typeface="Salesforce Sans"/>
              <a:sym typeface="Salesforce Sans"/>
            </a:endParaRPr>
          </a:p>
        </p:txBody>
      </p:sp>
      <p:sp>
        <p:nvSpPr>
          <p:cNvPr id="5104" name="Google Shape;5104;p169"/>
          <p:cNvSpPr/>
          <p:nvPr/>
        </p:nvSpPr>
        <p:spPr>
          <a:xfrm>
            <a:off x="14716218" y="5484648"/>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05" name="Google Shape;5105;p169"/>
          <p:cNvSpPr txBox="1"/>
          <p:nvPr/>
        </p:nvSpPr>
        <p:spPr>
          <a:xfrm>
            <a:off x="14884817" y="5616980"/>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VBC Outcome Tracking </a:t>
            </a:r>
            <a:endParaRPr sz="800" i="0" u="none" strike="noStrike" cap="none">
              <a:latin typeface="Salesforce Sans"/>
              <a:ea typeface="Salesforce Sans"/>
              <a:cs typeface="Salesforce Sans"/>
              <a:sym typeface="Salesforce Sans"/>
            </a:endParaRPr>
          </a:p>
        </p:txBody>
      </p:sp>
      <p:sp>
        <p:nvSpPr>
          <p:cNvPr id="5106" name="Google Shape;5106;p169"/>
          <p:cNvSpPr/>
          <p:nvPr/>
        </p:nvSpPr>
        <p:spPr>
          <a:xfrm>
            <a:off x="14716218" y="5638880"/>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07" name="Google Shape;5107;p169"/>
          <p:cNvSpPr txBox="1"/>
          <p:nvPr/>
        </p:nvSpPr>
        <p:spPr>
          <a:xfrm>
            <a:off x="14884817" y="584739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Clinical Documentation &amp; Pre-Auth </a:t>
            </a:r>
            <a:endParaRPr sz="800" i="0" u="none" strike="noStrike" cap="none">
              <a:latin typeface="Salesforce Sans"/>
              <a:ea typeface="Salesforce Sans"/>
              <a:cs typeface="Salesforce Sans"/>
              <a:sym typeface="Salesforce Sans"/>
            </a:endParaRPr>
          </a:p>
        </p:txBody>
      </p:sp>
      <p:sp>
        <p:nvSpPr>
          <p:cNvPr id="5108" name="Google Shape;5108;p169"/>
          <p:cNvSpPr/>
          <p:nvPr/>
        </p:nvSpPr>
        <p:spPr>
          <a:xfrm>
            <a:off x="14716218" y="5869294"/>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09" name="Google Shape;5109;p169"/>
          <p:cNvSpPr txBox="1"/>
          <p:nvPr/>
        </p:nvSpPr>
        <p:spPr>
          <a:xfrm>
            <a:off x="14884817" y="600280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Claims Submission &amp; Billing </a:t>
            </a:r>
            <a:endParaRPr sz="800" i="0" u="none" strike="noStrike" cap="none">
              <a:latin typeface="Salesforce Sans"/>
              <a:ea typeface="Salesforce Sans"/>
              <a:cs typeface="Salesforce Sans"/>
              <a:sym typeface="Salesforce Sans"/>
            </a:endParaRPr>
          </a:p>
        </p:txBody>
      </p:sp>
      <p:sp>
        <p:nvSpPr>
          <p:cNvPr id="5110" name="Google Shape;5110;p169"/>
          <p:cNvSpPr/>
          <p:nvPr/>
        </p:nvSpPr>
        <p:spPr>
          <a:xfrm>
            <a:off x="14716218" y="6024708"/>
            <a:ext cx="79200" cy="79200"/>
          </a:xfrm>
          <a:prstGeom prst="ellipse">
            <a:avLst/>
          </a:prstGeom>
          <a:solidFill>
            <a:srgbClr val="AD7BEE"/>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11" name="Google Shape;5111;p169"/>
          <p:cNvSpPr txBox="1"/>
          <p:nvPr/>
        </p:nvSpPr>
        <p:spPr>
          <a:xfrm>
            <a:off x="14884817" y="6158222"/>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Payment &amp; Follow-Up </a:t>
            </a:r>
            <a:endParaRPr sz="800" i="0" u="none" strike="noStrike" cap="none">
              <a:latin typeface="Salesforce Sans"/>
              <a:ea typeface="Salesforce Sans"/>
              <a:cs typeface="Salesforce Sans"/>
              <a:sym typeface="Salesforce Sans"/>
            </a:endParaRPr>
          </a:p>
        </p:txBody>
      </p:sp>
      <p:sp>
        <p:nvSpPr>
          <p:cNvPr id="5112" name="Google Shape;5112;p169"/>
          <p:cNvSpPr/>
          <p:nvPr/>
        </p:nvSpPr>
        <p:spPr>
          <a:xfrm>
            <a:off x="14716218" y="6180122"/>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13" name="Google Shape;5113;p169"/>
          <p:cNvSpPr txBox="1"/>
          <p:nvPr/>
        </p:nvSpPr>
        <p:spPr>
          <a:xfrm>
            <a:off x="14884817" y="638983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Long-Term &amp; Annual Budgeting </a:t>
            </a:r>
            <a:endParaRPr sz="800" i="0" u="none" strike="noStrike" cap="none">
              <a:latin typeface="Salesforce Sans"/>
              <a:ea typeface="Salesforce Sans"/>
              <a:cs typeface="Salesforce Sans"/>
              <a:sym typeface="Salesforce Sans"/>
            </a:endParaRPr>
          </a:p>
        </p:txBody>
      </p:sp>
      <p:sp>
        <p:nvSpPr>
          <p:cNvPr id="5114" name="Google Shape;5114;p169"/>
          <p:cNvSpPr/>
          <p:nvPr/>
        </p:nvSpPr>
        <p:spPr>
          <a:xfrm>
            <a:off x="14716218" y="6411736"/>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15" name="Google Shape;5115;p169"/>
          <p:cNvSpPr txBox="1"/>
          <p:nvPr/>
        </p:nvSpPr>
        <p:spPr>
          <a:xfrm>
            <a:off x="14884817" y="6542869"/>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Financial Forecasting &amp; Scenario Modeling </a:t>
            </a:r>
            <a:endParaRPr sz="800" i="0" u="none" strike="noStrike" cap="none">
              <a:latin typeface="Salesforce Sans"/>
              <a:ea typeface="Salesforce Sans"/>
              <a:cs typeface="Salesforce Sans"/>
              <a:sym typeface="Salesforce Sans"/>
            </a:endParaRPr>
          </a:p>
        </p:txBody>
      </p:sp>
      <p:sp>
        <p:nvSpPr>
          <p:cNvPr id="5116" name="Google Shape;5116;p169"/>
          <p:cNvSpPr/>
          <p:nvPr/>
        </p:nvSpPr>
        <p:spPr>
          <a:xfrm>
            <a:off x="14716218" y="6564769"/>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17" name="Google Shape;5117;p169"/>
          <p:cNvSpPr txBox="1"/>
          <p:nvPr/>
        </p:nvSpPr>
        <p:spPr>
          <a:xfrm>
            <a:off x="14884817" y="669828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Performance Management &amp; KPI Monitoring </a:t>
            </a:r>
            <a:endParaRPr sz="800" i="0" u="none" strike="noStrike" cap="none">
              <a:latin typeface="Salesforce Sans"/>
              <a:ea typeface="Salesforce Sans"/>
              <a:cs typeface="Salesforce Sans"/>
              <a:sym typeface="Salesforce Sans"/>
            </a:endParaRPr>
          </a:p>
        </p:txBody>
      </p:sp>
      <p:sp>
        <p:nvSpPr>
          <p:cNvPr id="5118" name="Google Shape;5118;p169"/>
          <p:cNvSpPr/>
          <p:nvPr/>
        </p:nvSpPr>
        <p:spPr>
          <a:xfrm>
            <a:off x="14716218" y="6720183"/>
            <a:ext cx="79200" cy="79200"/>
          </a:xfrm>
          <a:prstGeom prst="ellipse">
            <a:avLst/>
          </a:prstGeom>
          <a:solidFill>
            <a:srgbClr val="F6922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19" name="Google Shape;5119;p169"/>
          <p:cNvSpPr txBox="1"/>
          <p:nvPr/>
        </p:nvSpPr>
        <p:spPr>
          <a:xfrm>
            <a:off x="14884817" y="7085311"/>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Quote-To-Cash Management </a:t>
            </a:r>
            <a:endParaRPr sz="800" i="0" u="none" strike="noStrike" cap="none">
              <a:latin typeface="Salesforce Sans"/>
              <a:ea typeface="Salesforce Sans"/>
              <a:cs typeface="Salesforce Sans"/>
              <a:sym typeface="Salesforce Sans"/>
            </a:endParaRPr>
          </a:p>
        </p:txBody>
      </p:sp>
      <p:sp>
        <p:nvSpPr>
          <p:cNvPr id="5120" name="Google Shape;5120;p169"/>
          <p:cNvSpPr/>
          <p:nvPr/>
        </p:nvSpPr>
        <p:spPr>
          <a:xfrm>
            <a:off x="14716218" y="7107211"/>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21" name="Google Shape;5121;p169"/>
          <p:cNvSpPr txBox="1"/>
          <p:nvPr/>
        </p:nvSpPr>
        <p:spPr>
          <a:xfrm>
            <a:off x="14884817" y="7238344"/>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Procurement &amp; Vendor Management </a:t>
            </a:r>
            <a:endParaRPr sz="800" i="0" u="none" strike="noStrike" cap="none">
              <a:latin typeface="Salesforce Sans"/>
              <a:ea typeface="Salesforce Sans"/>
              <a:cs typeface="Salesforce Sans"/>
              <a:sym typeface="Salesforce Sans"/>
            </a:endParaRPr>
          </a:p>
        </p:txBody>
      </p:sp>
      <p:sp>
        <p:nvSpPr>
          <p:cNvPr id="5122" name="Google Shape;5122;p169"/>
          <p:cNvSpPr/>
          <p:nvPr/>
        </p:nvSpPr>
        <p:spPr>
          <a:xfrm>
            <a:off x="14716218" y="7260244"/>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23" name="Google Shape;5123;p169"/>
          <p:cNvSpPr txBox="1"/>
          <p:nvPr/>
        </p:nvSpPr>
        <p:spPr>
          <a:xfrm>
            <a:off x="14884817" y="7393758"/>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Accounting Reconciliation </a:t>
            </a:r>
            <a:endParaRPr sz="800" i="0" u="none" strike="noStrike" cap="none">
              <a:latin typeface="Salesforce Sans"/>
              <a:ea typeface="Salesforce Sans"/>
              <a:cs typeface="Salesforce Sans"/>
              <a:sym typeface="Salesforce Sans"/>
            </a:endParaRPr>
          </a:p>
        </p:txBody>
      </p:sp>
      <p:sp>
        <p:nvSpPr>
          <p:cNvPr id="5124" name="Google Shape;5124;p169"/>
          <p:cNvSpPr/>
          <p:nvPr/>
        </p:nvSpPr>
        <p:spPr>
          <a:xfrm>
            <a:off x="14716218" y="7415658"/>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25" name="Google Shape;5125;p169"/>
          <p:cNvSpPr txBox="1"/>
          <p:nvPr/>
        </p:nvSpPr>
        <p:spPr>
          <a:xfrm>
            <a:off x="14884817" y="8418476"/>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Analytics </a:t>
            </a:r>
            <a:endParaRPr sz="800" i="0" u="none" strike="noStrike" cap="none">
              <a:latin typeface="Salesforce Sans"/>
              <a:ea typeface="Salesforce Sans"/>
              <a:cs typeface="Salesforce Sans"/>
              <a:sym typeface="Salesforce Sans"/>
            </a:endParaRPr>
          </a:p>
        </p:txBody>
      </p:sp>
      <p:sp>
        <p:nvSpPr>
          <p:cNvPr id="5126" name="Google Shape;5126;p169"/>
          <p:cNvSpPr/>
          <p:nvPr/>
        </p:nvSpPr>
        <p:spPr>
          <a:xfrm>
            <a:off x="14716218" y="8440376"/>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27" name="Google Shape;5127;p169"/>
          <p:cNvSpPr txBox="1"/>
          <p:nvPr/>
        </p:nvSpPr>
        <p:spPr>
          <a:xfrm>
            <a:off x="14884817" y="3466253"/>
            <a:ext cx="3208200" cy="123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800"/>
              <a:buFont typeface="Arial"/>
              <a:buNone/>
            </a:pPr>
            <a:r>
              <a:rPr lang="en" sz="800" i="0" u="none" strike="noStrike" cap="non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lang="en" sz="800" i="0" u="none" strike="noStrike" cap="none">
                <a:latin typeface="Salesforce Sans"/>
                <a:ea typeface="Salesforce Sans"/>
                <a:cs typeface="Salesforce Sans"/>
                <a:sym typeface="Salesforce Sans"/>
              </a:rPr>
              <a:t>s &amp; Content Creation </a:t>
            </a:r>
            <a:endParaRPr sz="800" i="0" u="none" strike="noStrike" cap="none">
              <a:latin typeface="Salesforce Sans"/>
              <a:ea typeface="Salesforce Sans"/>
              <a:cs typeface="Salesforce Sans"/>
              <a:sym typeface="Salesforce Sans"/>
            </a:endParaRPr>
          </a:p>
        </p:txBody>
      </p:sp>
      <p:sp>
        <p:nvSpPr>
          <p:cNvPr id="5128" name="Google Shape;5128;p169"/>
          <p:cNvSpPr/>
          <p:nvPr/>
        </p:nvSpPr>
        <p:spPr>
          <a:xfrm>
            <a:off x="14716218" y="3488153"/>
            <a:ext cx="79200" cy="79200"/>
          </a:xfrm>
          <a:prstGeom prst="ellipse">
            <a:avLst/>
          </a:prstGeom>
          <a:solidFill>
            <a:srgbClr val="0250D9"/>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grpSp>
        <p:nvGrpSpPr>
          <p:cNvPr id="5129" name="Google Shape;5129;p169"/>
          <p:cNvGrpSpPr/>
          <p:nvPr/>
        </p:nvGrpSpPr>
        <p:grpSpPr>
          <a:xfrm>
            <a:off x="11811002" y="1921709"/>
            <a:ext cx="1322400" cy="449700"/>
            <a:chOff x="755165" y="1828821"/>
            <a:chExt cx="1322400" cy="449700"/>
          </a:xfrm>
        </p:grpSpPr>
        <p:sp>
          <p:nvSpPr>
            <p:cNvPr id="5130" name="Google Shape;5130;p169"/>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131" name="Google Shape;5131;p169"/>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132" name="Google Shape;5132;p169"/>
          <p:cNvSpPr txBox="1"/>
          <p:nvPr/>
        </p:nvSpPr>
        <p:spPr>
          <a:xfrm>
            <a:off x="11927828" y="161925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133" name="Google Shape;5133;p169"/>
          <p:cNvSpPr txBox="1"/>
          <p:nvPr/>
        </p:nvSpPr>
        <p:spPr>
          <a:xfrm>
            <a:off x="13420704" y="161925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134" name="Google Shape;5134;p169"/>
          <p:cNvSpPr txBox="1"/>
          <p:nvPr/>
        </p:nvSpPr>
        <p:spPr>
          <a:xfrm>
            <a:off x="14878717" y="161925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5135" name="Google Shape;5135;p169"/>
          <p:cNvGrpSpPr/>
          <p:nvPr/>
        </p:nvGrpSpPr>
        <p:grpSpPr>
          <a:xfrm>
            <a:off x="5987400" y="1143000"/>
            <a:ext cx="6313200" cy="312153"/>
            <a:chOff x="18111450" y="1344920"/>
            <a:chExt cx="6313200" cy="312153"/>
          </a:xfrm>
        </p:grpSpPr>
        <p:sp>
          <p:nvSpPr>
            <p:cNvPr id="5136" name="Google Shape;5136;p169"/>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5137" name="Google Shape;5137;p169"/>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38" name="Google Shape;5138;p169"/>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139" name="Google Shape;5139;p169"/>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40" name="Google Shape;5140;p169"/>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41" name="Google Shape;5141;p169"/>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42" name="Google Shape;5142;p169"/>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43" name="Google Shape;5143;p169"/>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44" name="Google Shape;5144;p169"/>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
        <p:nvSpPr>
          <p:cNvPr id="5145" name="Google Shape;5145;p169"/>
          <p:cNvSpPr/>
          <p:nvPr/>
        </p:nvSpPr>
        <p:spPr>
          <a:xfrm>
            <a:off x="3665465" y="7961774"/>
            <a:ext cx="79200" cy="79200"/>
          </a:xfrm>
          <a:prstGeom prst="ellipse">
            <a:avLst/>
          </a:prstGeom>
          <a:solidFill>
            <a:srgbClr val="DD7A01"/>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46" name="Google Shape;5146;p169"/>
          <p:cNvSpPr/>
          <p:nvPr/>
        </p:nvSpPr>
        <p:spPr>
          <a:xfrm>
            <a:off x="3669596" y="8447329"/>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
        <p:nvSpPr>
          <p:cNvPr id="5147" name="Google Shape;5147;p169"/>
          <p:cNvSpPr/>
          <p:nvPr/>
        </p:nvSpPr>
        <p:spPr>
          <a:xfrm>
            <a:off x="3669494" y="7803580"/>
            <a:ext cx="79200" cy="79200"/>
          </a:xfrm>
          <a:prstGeom prst="ellipse">
            <a:avLst/>
          </a:prstGeom>
          <a:solidFill>
            <a:srgbClr val="00B3FF"/>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800"/>
              <a:buFont typeface="Arial"/>
              <a:buNone/>
            </a:pPr>
            <a:endParaRPr sz="800" i="0" u="none" strike="noStrike" cap="non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matchingName="Industry_Banking">
  <p:cSld name="TITLE_AND_BODY_5_1_1_1">
    <p:spTree>
      <p:nvGrpSpPr>
        <p:cNvPr id="1" name="Shape 5148"/>
        <p:cNvGrpSpPr/>
        <p:nvPr/>
      </p:nvGrpSpPr>
      <p:grpSpPr>
        <a:xfrm>
          <a:off x="0" y="0"/>
          <a:ext cx="0" cy="0"/>
          <a:chOff x="0" y="0"/>
          <a:chExt cx="0" cy="0"/>
        </a:xfrm>
      </p:grpSpPr>
      <p:grpSp>
        <p:nvGrpSpPr>
          <p:cNvPr id="5149" name="Google Shape;5149;p170"/>
          <p:cNvGrpSpPr/>
          <p:nvPr/>
        </p:nvGrpSpPr>
        <p:grpSpPr>
          <a:xfrm>
            <a:off x="11456825" y="666750"/>
            <a:ext cx="6313200" cy="304786"/>
            <a:chOff x="18111450" y="1344920"/>
            <a:chExt cx="6313200" cy="312153"/>
          </a:xfrm>
        </p:grpSpPr>
        <p:sp>
          <p:nvSpPr>
            <p:cNvPr id="5150" name="Google Shape;5150;p170"/>
            <p:cNvSpPr/>
            <p:nvPr/>
          </p:nvSpPr>
          <p:spPr>
            <a:xfrm>
              <a:off x="18111450" y="134492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5151" name="Google Shape;5151;p170"/>
            <p:cNvSpPr/>
            <p:nvPr/>
          </p:nvSpPr>
          <p:spPr>
            <a:xfrm>
              <a:off x="18263595" y="1430273"/>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52" name="Google Shape;5152;p170"/>
            <p:cNvSpPr/>
            <p:nvPr/>
          </p:nvSpPr>
          <p:spPr>
            <a:xfrm>
              <a:off x="21984062" y="1430273"/>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153" name="Google Shape;5153;p170"/>
            <p:cNvSpPr/>
            <p:nvPr/>
          </p:nvSpPr>
          <p:spPr>
            <a:xfrm>
              <a:off x="19769137" y="1430273"/>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54" name="Google Shape;5154;p170"/>
            <p:cNvSpPr/>
            <p:nvPr/>
          </p:nvSpPr>
          <p:spPr>
            <a:xfrm>
              <a:off x="23478626" y="1430273"/>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155" name="Google Shape;5155;p170"/>
            <p:cNvSpPr/>
            <p:nvPr/>
          </p:nvSpPr>
          <p:spPr>
            <a:xfrm>
              <a:off x="19904694" y="1380023"/>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56" name="Google Shape;5156;p170"/>
            <p:cNvSpPr/>
            <p:nvPr/>
          </p:nvSpPr>
          <p:spPr>
            <a:xfrm>
              <a:off x="22133518" y="1349273"/>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57" name="Google Shape;5157;p170"/>
            <p:cNvSpPr/>
            <p:nvPr/>
          </p:nvSpPr>
          <p:spPr>
            <a:xfrm>
              <a:off x="18420999" y="1371323"/>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58" name="Google Shape;5158;p170"/>
            <p:cNvSpPr txBox="1"/>
            <p:nvPr/>
          </p:nvSpPr>
          <p:spPr>
            <a:xfrm>
              <a:off x="236803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sp>
        <p:nvSpPr>
          <p:cNvPr id="5159" name="Google Shape;5159;p170"/>
          <p:cNvSpPr txBox="1"/>
          <p:nvPr/>
        </p:nvSpPr>
        <p:spPr>
          <a:xfrm>
            <a:off x="762000" y="381000"/>
            <a:ext cx="12679200" cy="908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5160" name="Google Shape;5160;p170"/>
          <p:cNvSpPr txBox="1"/>
          <p:nvPr/>
        </p:nvSpPr>
        <p:spPr>
          <a:xfrm>
            <a:off x="13516378" y="9768675"/>
            <a:ext cx="45432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5161" name="Google Shape;5161;p170"/>
          <p:cNvSpPr/>
          <p:nvPr/>
        </p:nvSpPr>
        <p:spPr>
          <a:xfrm>
            <a:off x="3054012" y="427401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2" name="Google Shape;5162;p170"/>
          <p:cNvSpPr/>
          <p:nvPr/>
        </p:nvSpPr>
        <p:spPr>
          <a:xfrm>
            <a:off x="3054012" y="672077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3" name="Google Shape;5163;p170"/>
          <p:cNvSpPr/>
          <p:nvPr/>
        </p:nvSpPr>
        <p:spPr>
          <a:xfrm>
            <a:off x="3054012" y="3492989"/>
            <a:ext cx="79200" cy="79200"/>
          </a:xfrm>
          <a:prstGeom prst="ellipse">
            <a:avLst/>
          </a:prstGeom>
          <a:solidFill>
            <a:srgbClr val="0B5CAB"/>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4" name="Google Shape;5164;p170"/>
          <p:cNvSpPr/>
          <p:nvPr/>
        </p:nvSpPr>
        <p:spPr>
          <a:xfrm>
            <a:off x="3054012" y="687705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5" name="Google Shape;5165;p170"/>
          <p:cNvSpPr/>
          <p:nvPr/>
        </p:nvSpPr>
        <p:spPr>
          <a:xfrm>
            <a:off x="3054012" y="712204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6" name="Google Shape;5166;p170"/>
          <p:cNvSpPr/>
          <p:nvPr/>
        </p:nvSpPr>
        <p:spPr>
          <a:xfrm>
            <a:off x="3054012" y="7416317"/>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7" name="Google Shape;5167;p170"/>
          <p:cNvSpPr/>
          <p:nvPr/>
        </p:nvSpPr>
        <p:spPr>
          <a:xfrm>
            <a:off x="3054012" y="6128098"/>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8" name="Google Shape;5168;p170"/>
          <p:cNvSpPr/>
          <p:nvPr/>
        </p:nvSpPr>
        <p:spPr>
          <a:xfrm>
            <a:off x="3054012" y="6408206"/>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69" name="Google Shape;5169;p170"/>
          <p:cNvSpPr/>
          <p:nvPr/>
        </p:nvSpPr>
        <p:spPr>
          <a:xfrm>
            <a:off x="3054012" y="6564489"/>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0" name="Google Shape;5170;p170"/>
          <p:cNvSpPr/>
          <p:nvPr/>
        </p:nvSpPr>
        <p:spPr>
          <a:xfrm>
            <a:off x="3054012" y="597499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1" name="Google Shape;5171;p170"/>
          <p:cNvSpPr/>
          <p:nvPr/>
        </p:nvSpPr>
        <p:spPr>
          <a:xfrm>
            <a:off x="3054012" y="5818708"/>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2" name="Google Shape;5172;p170"/>
          <p:cNvSpPr txBox="1"/>
          <p:nvPr/>
        </p:nvSpPr>
        <p:spPr>
          <a:xfrm>
            <a:off x="3209568" y="7811885"/>
            <a:ext cx="192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Real-Time Market Position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&amp; Liquidity Capture</a:t>
            </a:r>
            <a:endParaRPr sz="800" i="0" u="none" strike="noStrike" cap="none">
              <a:latin typeface="Salesforce Sans"/>
              <a:ea typeface="Salesforce Sans"/>
              <a:cs typeface="Salesforce Sans"/>
              <a:sym typeface="Salesforce Sans"/>
            </a:endParaRPr>
          </a:p>
        </p:txBody>
      </p:sp>
      <p:sp>
        <p:nvSpPr>
          <p:cNvPr id="5173" name="Google Shape;5173;p170"/>
          <p:cNvSpPr/>
          <p:nvPr/>
        </p:nvSpPr>
        <p:spPr>
          <a:xfrm>
            <a:off x="3054012" y="163585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4" name="Google Shape;5174;p170"/>
          <p:cNvSpPr txBox="1"/>
          <p:nvPr/>
        </p:nvSpPr>
        <p:spPr>
          <a:xfrm>
            <a:off x="3209568" y="1602062"/>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5175" name="Google Shape;5175;p170"/>
          <p:cNvSpPr/>
          <p:nvPr/>
        </p:nvSpPr>
        <p:spPr>
          <a:xfrm>
            <a:off x="3054012" y="178952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6" name="Google Shape;5176;p170"/>
          <p:cNvSpPr txBox="1"/>
          <p:nvPr/>
        </p:nvSpPr>
        <p:spPr>
          <a:xfrm>
            <a:off x="3209568" y="1765071"/>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5177" name="Google Shape;5177;p170"/>
          <p:cNvSpPr/>
          <p:nvPr/>
        </p:nvSpPr>
        <p:spPr>
          <a:xfrm>
            <a:off x="3054012" y="194438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78" name="Google Shape;5178;p170"/>
          <p:cNvSpPr txBox="1"/>
          <p:nvPr/>
        </p:nvSpPr>
        <p:spPr>
          <a:xfrm>
            <a:off x="3209568" y="1919934"/>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sz="800" i="0" u="none" strike="noStrike" cap="none">
              <a:latin typeface="Salesforce Sans"/>
              <a:ea typeface="Salesforce Sans"/>
              <a:cs typeface="Salesforce Sans"/>
              <a:sym typeface="Salesforce Sans"/>
            </a:endParaRPr>
          </a:p>
        </p:txBody>
      </p:sp>
      <p:sp>
        <p:nvSpPr>
          <p:cNvPr id="5179" name="Google Shape;5179;p170"/>
          <p:cNvSpPr/>
          <p:nvPr/>
        </p:nvSpPr>
        <p:spPr>
          <a:xfrm>
            <a:off x="3054012" y="209924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80" name="Google Shape;5180;p170"/>
          <p:cNvSpPr txBox="1"/>
          <p:nvPr/>
        </p:nvSpPr>
        <p:spPr>
          <a:xfrm>
            <a:off x="3209568" y="2074796"/>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5181" name="Google Shape;5181;p170"/>
          <p:cNvSpPr/>
          <p:nvPr/>
        </p:nvSpPr>
        <p:spPr>
          <a:xfrm>
            <a:off x="3054012" y="22541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82" name="Google Shape;5182;p170"/>
          <p:cNvSpPr txBox="1"/>
          <p:nvPr/>
        </p:nvSpPr>
        <p:spPr>
          <a:xfrm>
            <a:off x="3209568" y="2229658"/>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5183" name="Google Shape;5183;p170"/>
          <p:cNvSpPr/>
          <p:nvPr/>
        </p:nvSpPr>
        <p:spPr>
          <a:xfrm>
            <a:off x="3054012" y="263966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84" name="Google Shape;5184;p170"/>
          <p:cNvSpPr txBox="1"/>
          <p:nvPr/>
        </p:nvSpPr>
        <p:spPr>
          <a:xfrm>
            <a:off x="3209568" y="2615213"/>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sz="800" i="0" u="none" strike="noStrike" cap="none">
              <a:latin typeface="Salesforce Sans"/>
              <a:ea typeface="Salesforce Sans"/>
              <a:cs typeface="Salesforce Sans"/>
              <a:sym typeface="Salesforce Sans"/>
            </a:endParaRPr>
          </a:p>
        </p:txBody>
      </p:sp>
      <p:sp>
        <p:nvSpPr>
          <p:cNvPr id="5185" name="Google Shape;5185;p170"/>
          <p:cNvSpPr/>
          <p:nvPr/>
        </p:nvSpPr>
        <p:spPr>
          <a:xfrm>
            <a:off x="3054012" y="279452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86" name="Google Shape;5186;p170"/>
          <p:cNvSpPr txBox="1"/>
          <p:nvPr/>
        </p:nvSpPr>
        <p:spPr>
          <a:xfrm>
            <a:off x="3209568" y="2770075"/>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sz="800" i="0" u="none" strike="noStrike" cap="none">
              <a:latin typeface="Salesforce Sans"/>
              <a:ea typeface="Salesforce Sans"/>
              <a:cs typeface="Salesforce Sans"/>
              <a:sym typeface="Salesforce Sans"/>
            </a:endParaRPr>
          </a:p>
        </p:txBody>
      </p:sp>
      <p:sp>
        <p:nvSpPr>
          <p:cNvPr id="5187" name="Google Shape;5187;p170"/>
          <p:cNvSpPr/>
          <p:nvPr/>
        </p:nvSpPr>
        <p:spPr>
          <a:xfrm>
            <a:off x="3054012" y="248665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88" name="Google Shape;5188;p170"/>
          <p:cNvSpPr txBox="1"/>
          <p:nvPr/>
        </p:nvSpPr>
        <p:spPr>
          <a:xfrm>
            <a:off x="3209568" y="2462207"/>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sz="800" i="0" u="none" strike="noStrike" cap="none">
              <a:latin typeface="Salesforce Sans"/>
              <a:ea typeface="Salesforce Sans"/>
              <a:cs typeface="Salesforce Sans"/>
              <a:sym typeface="Salesforce Sans"/>
            </a:endParaRPr>
          </a:p>
        </p:txBody>
      </p:sp>
      <p:sp>
        <p:nvSpPr>
          <p:cNvPr id="5189" name="Google Shape;5189;p170"/>
          <p:cNvSpPr/>
          <p:nvPr/>
        </p:nvSpPr>
        <p:spPr>
          <a:xfrm>
            <a:off x="3054012" y="364825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90" name="Google Shape;5190;p170"/>
          <p:cNvSpPr txBox="1"/>
          <p:nvPr/>
        </p:nvSpPr>
        <p:spPr>
          <a:xfrm>
            <a:off x="3209568" y="3623808"/>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&amp; Message Personalization </a:t>
            </a:r>
            <a:endParaRPr sz="800" i="0" u="none" strike="noStrike" cap="none">
              <a:latin typeface="Salesforce Sans"/>
              <a:ea typeface="Salesforce Sans"/>
              <a:cs typeface="Salesforce Sans"/>
              <a:sym typeface="Salesforce Sans"/>
            </a:endParaRPr>
          </a:p>
        </p:txBody>
      </p:sp>
      <p:sp>
        <p:nvSpPr>
          <p:cNvPr id="5191" name="Google Shape;5191;p170"/>
          <p:cNvSpPr/>
          <p:nvPr/>
        </p:nvSpPr>
        <p:spPr>
          <a:xfrm>
            <a:off x="3054012" y="333966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92" name="Google Shape;5192;p170"/>
          <p:cNvSpPr txBox="1"/>
          <p:nvPr/>
        </p:nvSpPr>
        <p:spPr>
          <a:xfrm>
            <a:off x="3209568" y="3315214"/>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Lead Identification</a:t>
            </a:r>
            <a:endParaRPr sz="800" i="0" u="none" strike="noStrike" cap="none">
              <a:latin typeface="Salesforce Sans"/>
              <a:ea typeface="Salesforce Sans"/>
              <a:cs typeface="Salesforce Sans"/>
              <a:sym typeface="Salesforce Sans"/>
            </a:endParaRPr>
          </a:p>
        </p:txBody>
      </p:sp>
      <p:sp>
        <p:nvSpPr>
          <p:cNvPr id="5193" name="Google Shape;5193;p170"/>
          <p:cNvSpPr/>
          <p:nvPr/>
        </p:nvSpPr>
        <p:spPr>
          <a:xfrm>
            <a:off x="3054012" y="404188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94" name="Google Shape;5194;p170"/>
          <p:cNvSpPr txBox="1"/>
          <p:nvPr/>
        </p:nvSpPr>
        <p:spPr>
          <a:xfrm>
            <a:off x="3209568" y="4017435"/>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5195" name="Google Shape;5195;p170"/>
          <p:cNvSpPr/>
          <p:nvPr/>
        </p:nvSpPr>
        <p:spPr>
          <a:xfrm>
            <a:off x="3054012" y="3884642"/>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96" name="Google Shape;5196;p170"/>
          <p:cNvSpPr txBox="1"/>
          <p:nvPr/>
        </p:nvSpPr>
        <p:spPr>
          <a:xfrm>
            <a:off x="3209568" y="3860192"/>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Scoring</a:t>
            </a:r>
            <a:endParaRPr sz="800" i="0" u="none" strike="noStrike" cap="none">
              <a:latin typeface="Salesforce Sans"/>
              <a:ea typeface="Salesforce Sans"/>
              <a:cs typeface="Salesforce Sans"/>
              <a:sym typeface="Salesforce Sans"/>
            </a:endParaRPr>
          </a:p>
        </p:txBody>
      </p:sp>
      <p:sp>
        <p:nvSpPr>
          <p:cNvPr id="5197" name="Google Shape;5197;p170"/>
          <p:cNvSpPr txBox="1"/>
          <p:nvPr/>
        </p:nvSpPr>
        <p:spPr>
          <a:xfrm>
            <a:off x="3209568" y="4249563"/>
            <a:ext cx="1920000" cy="1281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Skills And Knowledge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Gap Assessment</a:t>
            </a:r>
            <a:endParaRPr sz="800" i="0" u="none" strike="noStrike" cap="none">
              <a:latin typeface="Salesforce Sans"/>
              <a:ea typeface="Salesforce Sans"/>
              <a:cs typeface="Salesforce Sans"/>
              <a:sym typeface="Salesforce Sans"/>
            </a:endParaRPr>
          </a:p>
        </p:txBody>
      </p:sp>
      <p:sp>
        <p:nvSpPr>
          <p:cNvPr id="5198" name="Google Shape;5198;p170"/>
          <p:cNvSpPr/>
          <p:nvPr/>
        </p:nvSpPr>
        <p:spPr>
          <a:xfrm>
            <a:off x="3054012" y="558191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199" name="Google Shape;5199;p170"/>
          <p:cNvSpPr txBox="1"/>
          <p:nvPr/>
        </p:nvSpPr>
        <p:spPr>
          <a:xfrm>
            <a:off x="3209568" y="555746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 Opening </a:t>
            </a:r>
            <a:endParaRPr sz="800" i="0" u="none" strike="noStrike" cap="none">
              <a:latin typeface="Salesforce Sans"/>
              <a:ea typeface="Salesforce Sans"/>
              <a:cs typeface="Salesforce Sans"/>
              <a:sym typeface="Salesforce Sans"/>
            </a:endParaRPr>
          </a:p>
        </p:txBody>
      </p:sp>
      <p:sp>
        <p:nvSpPr>
          <p:cNvPr id="5200" name="Google Shape;5200;p170"/>
          <p:cNvSpPr txBox="1"/>
          <p:nvPr/>
        </p:nvSpPr>
        <p:spPr>
          <a:xfrm>
            <a:off x="3209568" y="579331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Card Fraud Detection</a:t>
            </a:r>
            <a:endParaRPr sz="800" i="0" u="none" strike="noStrike" cap="none">
              <a:latin typeface="Salesforce Sans"/>
              <a:ea typeface="Salesforce Sans"/>
              <a:cs typeface="Salesforce Sans"/>
              <a:sym typeface="Salesforce Sans"/>
            </a:endParaRPr>
          </a:p>
        </p:txBody>
      </p:sp>
      <p:sp>
        <p:nvSpPr>
          <p:cNvPr id="5201" name="Google Shape;5201;p170"/>
          <p:cNvSpPr txBox="1"/>
          <p:nvPr/>
        </p:nvSpPr>
        <p:spPr>
          <a:xfrm>
            <a:off x="3209568" y="654293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 Takeover Detection</a:t>
            </a:r>
            <a:endParaRPr sz="800" i="0" u="none" strike="noStrike" cap="none">
              <a:latin typeface="Salesforce Sans"/>
              <a:ea typeface="Salesforce Sans"/>
              <a:cs typeface="Salesforce Sans"/>
              <a:sym typeface="Salesforce Sans"/>
            </a:endParaRPr>
          </a:p>
        </p:txBody>
      </p:sp>
      <p:sp>
        <p:nvSpPr>
          <p:cNvPr id="5202" name="Google Shape;5202;p170"/>
          <p:cNvSpPr txBox="1"/>
          <p:nvPr/>
        </p:nvSpPr>
        <p:spPr>
          <a:xfrm>
            <a:off x="3209568" y="6700182"/>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Fraud Alert</a:t>
            </a:r>
            <a:endParaRPr sz="800" i="0" u="none" strike="noStrike" cap="none">
              <a:latin typeface="Salesforce Sans"/>
              <a:ea typeface="Salesforce Sans"/>
              <a:cs typeface="Salesforce Sans"/>
              <a:sym typeface="Salesforce Sans"/>
            </a:endParaRPr>
          </a:p>
        </p:txBody>
      </p:sp>
      <p:sp>
        <p:nvSpPr>
          <p:cNvPr id="5203" name="Google Shape;5203;p170"/>
          <p:cNvSpPr/>
          <p:nvPr/>
        </p:nvSpPr>
        <p:spPr>
          <a:xfrm>
            <a:off x="3054012" y="2949387"/>
            <a:ext cx="79200" cy="79200"/>
          </a:xfrm>
          <a:prstGeom prst="ellipse">
            <a:avLst/>
          </a:prstGeom>
          <a:solidFill>
            <a:srgbClr val="17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04" name="Google Shape;5204;p170"/>
          <p:cNvSpPr txBox="1"/>
          <p:nvPr/>
        </p:nvSpPr>
        <p:spPr>
          <a:xfrm>
            <a:off x="3209568" y="2924937"/>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sz="800" i="0" u="none" strike="noStrike" cap="none">
              <a:latin typeface="Salesforce Sans"/>
              <a:ea typeface="Salesforce Sans"/>
              <a:cs typeface="Salesforce Sans"/>
              <a:sym typeface="Salesforce Sans"/>
            </a:endParaRPr>
          </a:p>
        </p:txBody>
      </p:sp>
      <p:sp>
        <p:nvSpPr>
          <p:cNvPr id="5205" name="Google Shape;5205;p170"/>
          <p:cNvSpPr/>
          <p:nvPr/>
        </p:nvSpPr>
        <p:spPr>
          <a:xfrm>
            <a:off x="3054012" y="310587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06" name="Google Shape;5206;p170"/>
          <p:cNvSpPr txBox="1"/>
          <p:nvPr/>
        </p:nvSpPr>
        <p:spPr>
          <a:xfrm>
            <a:off x="3209568" y="3081425"/>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sz="800" i="0" u="none" strike="noStrike" cap="none">
              <a:latin typeface="Salesforce Sans"/>
              <a:ea typeface="Salesforce Sans"/>
              <a:cs typeface="Salesforce Sans"/>
              <a:sym typeface="Salesforce Sans"/>
            </a:endParaRPr>
          </a:p>
        </p:txBody>
      </p:sp>
      <p:sp>
        <p:nvSpPr>
          <p:cNvPr id="5207" name="Google Shape;5207;p170"/>
          <p:cNvSpPr txBox="1"/>
          <p:nvPr/>
        </p:nvSpPr>
        <p:spPr>
          <a:xfrm>
            <a:off x="3209568" y="346853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Churn / Retention Propensity </a:t>
            </a:r>
            <a:endParaRPr sz="800" i="0" u="none" strike="noStrike" cap="none">
              <a:latin typeface="Salesforce Sans"/>
              <a:ea typeface="Salesforce Sans"/>
              <a:cs typeface="Salesforce Sans"/>
              <a:sym typeface="Salesforce Sans"/>
            </a:endParaRPr>
          </a:p>
        </p:txBody>
      </p:sp>
      <p:sp>
        <p:nvSpPr>
          <p:cNvPr id="5208" name="Google Shape;5208;p170"/>
          <p:cNvSpPr/>
          <p:nvPr/>
        </p:nvSpPr>
        <p:spPr>
          <a:xfrm>
            <a:off x="3054012" y="455984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09" name="Google Shape;5209;p170"/>
          <p:cNvSpPr txBox="1"/>
          <p:nvPr/>
        </p:nvSpPr>
        <p:spPr>
          <a:xfrm>
            <a:off x="3209568" y="453539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Training Collateral</a:t>
            </a:r>
            <a:endParaRPr sz="800" i="0" u="none" strike="noStrike" cap="none">
              <a:latin typeface="Salesforce Sans"/>
              <a:ea typeface="Salesforce Sans"/>
              <a:cs typeface="Salesforce Sans"/>
              <a:sym typeface="Salesforce Sans"/>
            </a:endParaRPr>
          </a:p>
        </p:txBody>
      </p:sp>
      <p:sp>
        <p:nvSpPr>
          <p:cNvPr id="5210" name="Google Shape;5210;p170"/>
          <p:cNvSpPr/>
          <p:nvPr/>
        </p:nvSpPr>
        <p:spPr>
          <a:xfrm>
            <a:off x="3054012" y="471708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11" name="Google Shape;5211;p170"/>
          <p:cNvSpPr txBox="1"/>
          <p:nvPr/>
        </p:nvSpPr>
        <p:spPr>
          <a:xfrm>
            <a:off x="3209568" y="4692637"/>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Coach</a:t>
            </a:r>
            <a:endParaRPr sz="800" i="0" u="none" strike="noStrike" cap="none">
              <a:latin typeface="Salesforce Sans"/>
              <a:ea typeface="Salesforce Sans"/>
              <a:cs typeface="Salesforce Sans"/>
              <a:sym typeface="Salesforce Sans"/>
            </a:endParaRPr>
          </a:p>
        </p:txBody>
      </p:sp>
      <p:sp>
        <p:nvSpPr>
          <p:cNvPr id="5212" name="Google Shape;5212;p170"/>
          <p:cNvSpPr/>
          <p:nvPr/>
        </p:nvSpPr>
        <p:spPr>
          <a:xfrm>
            <a:off x="3054012" y="4952939"/>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13" name="Google Shape;5213;p170"/>
          <p:cNvSpPr txBox="1"/>
          <p:nvPr/>
        </p:nvSpPr>
        <p:spPr>
          <a:xfrm>
            <a:off x="3209568" y="492848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5214" name="Google Shape;5214;p170"/>
          <p:cNvSpPr/>
          <p:nvPr/>
        </p:nvSpPr>
        <p:spPr>
          <a:xfrm>
            <a:off x="3054012" y="511018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15" name="Google Shape;5215;p170"/>
          <p:cNvSpPr txBox="1"/>
          <p:nvPr/>
        </p:nvSpPr>
        <p:spPr>
          <a:xfrm>
            <a:off x="3209568" y="508573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Enrichment</a:t>
            </a:r>
            <a:endParaRPr sz="800" i="0" u="none" strike="noStrike" cap="none">
              <a:latin typeface="Salesforce Sans"/>
              <a:ea typeface="Salesforce Sans"/>
              <a:cs typeface="Salesforce Sans"/>
              <a:sym typeface="Salesforce Sans"/>
            </a:endParaRPr>
          </a:p>
        </p:txBody>
      </p:sp>
      <p:sp>
        <p:nvSpPr>
          <p:cNvPr id="5216" name="Google Shape;5216;p170"/>
          <p:cNvSpPr/>
          <p:nvPr/>
        </p:nvSpPr>
        <p:spPr>
          <a:xfrm>
            <a:off x="3054012" y="5264251"/>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17" name="Google Shape;5217;p170"/>
          <p:cNvSpPr txBox="1"/>
          <p:nvPr/>
        </p:nvSpPr>
        <p:spPr>
          <a:xfrm>
            <a:off x="3209568" y="5239801"/>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Screening</a:t>
            </a:r>
            <a:endParaRPr sz="800" i="0" u="none" strike="noStrike" cap="none">
              <a:latin typeface="Salesforce Sans"/>
              <a:ea typeface="Salesforce Sans"/>
              <a:cs typeface="Salesforce Sans"/>
              <a:sym typeface="Salesforce Sans"/>
            </a:endParaRPr>
          </a:p>
        </p:txBody>
      </p:sp>
      <p:sp>
        <p:nvSpPr>
          <p:cNvPr id="5218" name="Google Shape;5218;p170"/>
          <p:cNvSpPr/>
          <p:nvPr/>
        </p:nvSpPr>
        <p:spPr>
          <a:xfrm>
            <a:off x="3054012" y="5421495"/>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19" name="Google Shape;5219;p170"/>
          <p:cNvSpPr txBox="1"/>
          <p:nvPr/>
        </p:nvSpPr>
        <p:spPr>
          <a:xfrm>
            <a:off x="3209568" y="5397045"/>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KYC Memo </a:t>
            </a:r>
            <a:endParaRPr sz="800" i="0" u="none" strike="noStrike" cap="none">
              <a:latin typeface="Salesforce Sans"/>
              <a:ea typeface="Salesforce Sans"/>
              <a:cs typeface="Salesforce Sans"/>
              <a:sym typeface="Salesforce Sans"/>
            </a:endParaRPr>
          </a:p>
        </p:txBody>
      </p:sp>
      <p:sp>
        <p:nvSpPr>
          <p:cNvPr id="5220" name="Google Shape;5220;p170"/>
          <p:cNvSpPr txBox="1"/>
          <p:nvPr/>
        </p:nvSpPr>
        <p:spPr>
          <a:xfrm>
            <a:off x="3209568" y="595055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Application Fraud Detection</a:t>
            </a:r>
            <a:endParaRPr sz="800" i="0" u="none" strike="noStrike" cap="none">
              <a:latin typeface="Salesforce Sans"/>
              <a:ea typeface="Salesforce Sans"/>
              <a:cs typeface="Salesforce Sans"/>
              <a:sym typeface="Salesforce Sans"/>
            </a:endParaRPr>
          </a:p>
        </p:txBody>
      </p:sp>
      <p:sp>
        <p:nvSpPr>
          <p:cNvPr id="5221" name="Google Shape;5221;p170"/>
          <p:cNvSpPr txBox="1"/>
          <p:nvPr/>
        </p:nvSpPr>
        <p:spPr>
          <a:xfrm>
            <a:off x="3209568" y="638569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AML Detection</a:t>
            </a:r>
            <a:endParaRPr sz="800" i="0" u="none" strike="noStrike" cap="none">
              <a:latin typeface="Salesforce Sans"/>
              <a:ea typeface="Salesforce Sans"/>
              <a:cs typeface="Salesforce Sans"/>
              <a:sym typeface="Salesforce Sans"/>
            </a:endParaRPr>
          </a:p>
        </p:txBody>
      </p:sp>
      <p:sp>
        <p:nvSpPr>
          <p:cNvPr id="5222" name="Google Shape;5222;p170"/>
          <p:cNvSpPr txBox="1"/>
          <p:nvPr/>
        </p:nvSpPr>
        <p:spPr>
          <a:xfrm>
            <a:off x="3209568" y="6104627"/>
            <a:ext cx="1920000" cy="1281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Behavioral / Biometric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Fraud Detection</a:t>
            </a:r>
            <a:endParaRPr sz="800" i="0" u="none" strike="noStrike" cap="none">
              <a:latin typeface="Salesforce Sans"/>
              <a:ea typeface="Salesforce Sans"/>
              <a:cs typeface="Salesforce Sans"/>
              <a:sym typeface="Salesforce Sans"/>
            </a:endParaRPr>
          </a:p>
        </p:txBody>
      </p:sp>
      <p:sp>
        <p:nvSpPr>
          <p:cNvPr id="5223" name="Google Shape;5223;p170"/>
          <p:cNvSpPr txBox="1"/>
          <p:nvPr/>
        </p:nvSpPr>
        <p:spPr>
          <a:xfrm>
            <a:off x="3209568" y="6857426"/>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Investigation</a:t>
            </a:r>
            <a:endParaRPr sz="800" i="0" u="none" strike="noStrike" cap="none">
              <a:latin typeface="Salesforce Sans"/>
              <a:ea typeface="Salesforce Sans"/>
              <a:cs typeface="Salesforce Sans"/>
              <a:sym typeface="Salesforce Sans"/>
            </a:endParaRPr>
          </a:p>
        </p:txBody>
      </p:sp>
      <p:sp>
        <p:nvSpPr>
          <p:cNvPr id="5224" name="Google Shape;5224;p170"/>
          <p:cNvSpPr txBox="1"/>
          <p:nvPr/>
        </p:nvSpPr>
        <p:spPr>
          <a:xfrm>
            <a:off x="3209568" y="737910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Interpretation</a:t>
            </a:r>
            <a:endParaRPr sz="800" i="0" u="none" strike="noStrike" cap="none">
              <a:latin typeface="Salesforce Sans"/>
              <a:ea typeface="Salesforce Sans"/>
              <a:cs typeface="Salesforce Sans"/>
              <a:sym typeface="Salesforce Sans"/>
            </a:endParaRPr>
          </a:p>
        </p:txBody>
      </p:sp>
      <p:sp>
        <p:nvSpPr>
          <p:cNvPr id="5225" name="Google Shape;5225;p170"/>
          <p:cNvSpPr/>
          <p:nvPr/>
        </p:nvSpPr>
        <p:spPr>
          <a:xfrm>
            <a:off x="3054012" y="7598903"/>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26" name="Google Shape;5226;p170"/>
          <p:cNvSpPr txBox="1"/>
          <p:nvPr/>
        </p:nvSpPr>
        <p:spPr>
          <a:xfrm>
            <a:off x="3209568" y="7574453"/>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Filing</a:t>
            </a:r>
            <a:endParaRPr sz="800" i="0" u="none" strike="noStrike" cap="none">
              <a:latin typeface="Salesforce Sans"/>
              <a:ea typeface="Salesforce Sans"/>
              <a:cs typeface="Salesforce Sans"/>
              <a:sym typeface="Salesforce Sans"/>
            </a:endParaRPr>
          </a:p>
        </p:txBody>
      </p:sp>
      <p:sp>
        <p:nvSpPr>
          <p:cNvPr id="5227" name="Google Shape;5227;p170"/>
          <p:cNvSpPr txBox="1"/>
          <p:nvPr/>
        </p:nvSpPr>
        <p:spPr>
          <a:xfrm>
            <a:off x="3209568" y="8094549"/>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Risk Analysis And Stress Testing</a:t>
            </a:r>
            <a:endParaRPr sz="800" i="0" u="none" strike="noStrike" cap="none">
              <a:latin typeface="Salesforce Sans"/>
              <a:ea typeface="Salesforce Sans"/>
              <a:cs typeface="Salesforce Sans"/>
              <a:sym typeface="Salesforce Sans"/>
            </a:endParaRPr>
          </a:p>
        </p:txBody>
      </p:sp>
      <p:sp>
        <p:nvSpPr>
          <p:cNvPr id="5228" name="Google Shape;5228;p170"/>
          <p:cNvSpPr txBox="1"/>
          <p:nvPr/>
        </p:nvSpPr>
        <p:spPr>
          <a:xfrm>
            <a:off x="3209568" y="7093278"/>
            <a:ext cx="192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Compliance management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Monitoring</a:t>
            </a:r>
            <a:endParaRPr sz="800" i="0" u="none" strike="noStrike" cap="none">
              <a:latin typeface="Salesforce Sans"/>
              <a:ea typeface="Salesforce Sans"/>
              <a:cs typeface="Salesforce Sans"/>
              <a:sym typeface="Salesforce Sans"/>
            </a:endParaRPr>
          </a:p>
        </p:txBody>
      </p:sp>
      <p:sp>
        <p:nvSpPr>
          <p:cNvPr id="5229" name="Google Shape;5229;p170"/>
          <p:cNvSpPr/>
          <p:nvPr/>
        </p:nvSpPr>
        <p:spPr>
          <a:xfrm>
            <a:off x="1789208" y="3861781"/>
            <a:ext cx="846600" cy="41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Dynamic Deal Scoring</a:t>
            </a:r>
            <a:endParaRPr sz="900" b="1" i="0" u="none" strike="noStrike" cap="none">
              <a:solidFill>
                <a:srgbClr val="066AFE"/>
              </a:solidFill>
              <a:latin typeface="Salesforce Sans"/>
              <a:ea typeface="Salesforce Sans"/>
              <a:cs typeface="Salesforce Sans"/>
              <a:sym typeface="Salesforce Sans"/>
            </a:endParaRPr>
          </a:p>
        </p:txBody>
      </p:sp>
      <p:sp>
        <p:nvSpPr>
          <p:cNvPr id="5230" name="Google Shape;5230;p170"/>
          <p:cNvSpPr/>
          <p:nvPr/>
        </p:nvSpPr>
        <p:spPr>
          <a:xfrm>
            <a:off x="1789208" y="2466358"/>
            <a:ext cx="815400" cy="415200"/>
          </a:xfrm>
          <a:prstGeom prst="roundRect">
            <a:avLst>
              <a:gd name="adj" fmla="val 0"/>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Banking Relationship</a:t>
            </a:r>
            <a:endParaRPr sz="900" b="1" i="0" u="none" strike="noStrike" cap="none">
              <a:solidFill>
                <a:srgbClr val="066AFE"/>
              </a:solidFill>
              <a:latin typeface="Salesforce Sans"/>
              <a:ea typeface="Salesforce Sans"/>
              <a:cs typeface="Salesforce Sans"/>
              <a:sym typeface="Salesforce Sans"/>
            </a:endParaRPr>
          </a:p>
        </p:txBody>
      </p:sp>
      <p:sp>
        <p:nvSpPr>
          <p:cNvPr id="5231" name="Google Shape;5231;p170"/>
          <p:cNvSpPr/>
          <p:nvPr/>
        </p:nvSpPr>
        <p:spPr>
          <a:xfrm>
            <a:off x="1789219" y="3321250"/>
            <a:ext cx="11049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Engagement, Cross-Selling and Customer Retention</a:t>
            </a:r>
            <a:endParaRPr sz="900" b="1" i="0" u="none" strike="noStrike" cap="none">
              <a:solidFill>
                <a:srgbClr val="066AFE"/>
              </a:solidFill>
              <a:latin typeface="Salesforce Sans"/>
              <a:ea typeface="Salesforce Sans"/>
              <a:cs typeface="Salesforce Sans"/>
              <a:sym typeface="Salesforce Sans"/>
            </a:endParaRPr>
          </a:p>
        </p:txBody>
      </p:sp>
      <p:sp>
        <p:nvSpPr>
          <p:cNvPr id="5232" name="Google Shape;5232;p170"/>
          <p:cNvSpPr/>
          <p:nvPr/>
        </p:nvSpPr>
        <p:spPr>
          <a:xfrm>
            <a:off x="1789208" y="4252444"/>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Frontline Sales Coaching</a:t>
            </a:r>
            <a:endParaRPr sz="900" b="1" i="0" u="none" strike="noStrike" cap="none">
              <a:solidFill>
                <a:srgbClr val="066AFE"/>
              </a:solidFill>
              <a:latin typeface="Salesforce Sans"/>
              <a:ea typeface="Salesforce Sans"/>
              <a:cs typeface="Salesforce Sans"/>
              <a:sym typeface="Salesforce Sans"/>
            </a:endParaRPr>
          </a:p>
        </p:txBody>
      </p:sp>
      <p:sp>
        <p:nvSpPr>
          <p:cNvPr id="5233" name="Google Shape;5233;p170"/>
          <p:cNvSpPr/>
          <p:nvPr/>
        </p:nvSpPr>
        <p:spPr>
          <a:xfrm>
            <a:off x="1789208" y="4934067"/>
            <a:ext cx="8154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K</a:t>
            </a:r>
            <a:r>
              <a:rPr lang="en" sz="900" b="1">
                <a:solidFill>
                  <a:srgbClr val="066AFE"/>
                </a:solidFill>
                <a:latin typeface="Salesforce Sans"/>
                <a:ea typeface="Salesforce Sans"/>
                <a:cs typeface="Salesforce Sans"/>
                <a:sym typeface="Salesforce Sans"/>
              </a:rPr>
              <a:t>now Your Customer</a:t>
            </a:r>
            <a:endParaRPr sz="900" b="1" i="0" u="none" strike="noStrike" cap="none">
              <a:solidFill>
                <a:srgbClr val="066AFE"/>
              </a:solidFill>
              <a:latin typeface="Salesforce Sans"/>
              <a:ea typeface="Salesforce Sans"/>
              <a:cs typeface="Salesforce Sans"/>
              <a:sym typeface="Salesforce Sans"/>
            </a:endParaRPr>
          </a:p>
        </p:txBody>
      </p:sp>
      <p:sp>
        <p:nvSpPr>
          <p:cNvPr id="5234" name="Google Shape;5234;p170"/>
          <p:cNvSpPr/>
          <p:nvPr/>
        </p:nvSpPr>
        <p:spPr>
          <a:xfrm>
            <a:off x="1789208" y="5793127"/>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Fraud M</a:t>
            </a:r>
            <a:r>
              <a:rPr lang="en" sz="900" b="1">
                <a:solidFill>
                  <a:srgbClr val="066AFE"/>
                </a:solidFill>
                <a:latin typeface="Salesforce Sans"/>
                <a:ea typeface="Salesforce Sans"/>
                <a:cs typeface="Salesforce Sans"/>
                <a:sym typeface="Salesforce Sans"/>
              </a:rPr>
              <a:t>anagement</a:t>
            </a:r>
            <a:endParaRPr sz="900" b="1" i="0" u="none" strike="noStrike" cap="none">
              <a:solidFill>
                <a:srgbClr val="066AFE"/>
              </a:solidFill>
              <a:latin typeface="Salesforce Sans"/>
              <a:ea typeface="Salesforce Sans"/>
              <a:cs typeface="Salesforce Sans"/>
              <a:sym typeface="Salesforce Sans"/>
            </a:endParaRPr>
          </a:p>
        </p:txBody>
      </p:sp>
      <p:sp>
        <p:nvSpPr>
          <p:cNvPr id="5235" name="Google Shape;5235;p170"/>
          <p:cNvSpPr/>
          <p:nvPr/>
        </p:nvSpPr>
        <p:spPr>
          <a:xfrm>
            <a:off x="1789208" y="7093930"/>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Regulatory Reporting</a:t>
            </a:r>
            <a:endParaRPr sz="900" b="1" i="0" u="none" strike="noStrike" cap="none">
              <a:solidFill>
                <a:srgbClr val="066AFE"/>
              </a:solidFill>
              <a:latin typeface="Salesforce Sans"/>
              <a:ea typeface="Salesforce Sans"/>
              <a:cs typeface="Salesforce Sans"/>
              <a:sym typeface="Salesforce Sans"/>
            </a:endParaRPr>
          </a:p>
        </p:txBody>
      </p:sp>
      <p:sp>
        <p:nvSpPr>
          <p:cNvPr id="5236" name="Google Shape;5236;p170"/>
          <p:cNvSpPr/>
          <p:nvPr/>
        </p:nvSpPr>
        <p:spPr>
          <a:xfrm>
            <a:off x="1789208" y="7811894"/>
            <a:ext cx="8154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 &amp; Liquidity Risk Monitoring</a:t>
            </a:r>
            <a:endParaRPr sz="900" b="1" i="0" u="none" strike="noStrike" cap="none">
              <a:solidFill>
                <a:srgbClr val="066AFE"/>
              </a:solidFill>
              <a:latin typeface="Salesforce Sans"/>
              <a:ea typeface="Salesforce Sans"/>
              <a:cs typeface="Salesforce Sans"/>
              <a:sym typeface="Salesforce Sans"/>
            </a:endParaRPr>
          </a:p>
        </p:txBody>
      </p:sp>
      <p:sp>
        <p:nvSpPr>
          <p:cNvPr id="5237" name="Google Shape;5237;p170"/>
          <p:cNvSpPr txBox="1"/>
          <p:nvPr/>
        </p:nvSpPr>
        <p:spPr>
          <a:xfrm>
            <a:off x="3209568" y="8256537"/>
            <a:ext cx="1920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Limit Monitoring Management</a:t>
            </a:r>
            <a:endParaRPr sz="800" i="0" u="none" strike="noStrike" cap="none">
              <a:latin typeface="Salesforce Sans"/>
              <a:ea typeface="Salesforce Sans"/>
              <a:cs typeface="Salesforce Sans"/>
              <a:sym typeface="Salesforce Sans"/>
            </a:endParaRPr>
          </a:p>
        </p:txBody>
      </p:sp>
      <p:sp>
        <p:nvSpPr>
          <p:cNvPr id="5238" name="Google Shape;5238;p170"/>
          <p:cNvSpPr/>
          <p:nvPr/>
        </p:nvSpPr>
        <p:spPr>
          <a:xfrm>
            <a:off x="3054012" y="828098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39" name="Google Shape;5239;p170"/>
          <p:cNvSpPr txBox="1"/>
          <p:nvPr/>
        </p:nvSpPr>
        <p:spPr>
          <a:xfrm>
            <a:off x="431325"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240" name="Google Shape;5240;p170"/>
          <p:cNvSpPr txBox="1"/>
          <p:nvPr/>
        </p:nvSpPr>
        <p:spPr>
          <a:xfrm>
            <a:off x="1794423"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241" name="Google Shape;5241;p170"/>
          <p:cNvGrpSpPr/>
          <p:nvPr/>
        </p:nvGrpSpPr>
        <p:grpSpPr>
          <a:xfrm>
            <a:off x="316638" y="1635959"/>
            <a:ext cx="1322400" cy="449700"/>
            <a:chOff x="755165" y="1828821"/>
            <a:chExt cx="1322400" cy="449700"/>
          </a:xfrm>
        </p:grpSpPr>
        <p:sp>
          <p:nvSpPr>
            <p:cNvPr id="5242" name="Google Shape;5242;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243" name="Google Shape;5243;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5244" name="Google Shape;5244;p170"/>
          <p:cNvSpPr txBox="1"/>
          <p:nvPr/>
        </p:nvSpPr>
        <p:spPr>
          <a:xfrm>
            <a:off x="3211954" y="13335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245" name="Google Shape;5245;p170"/>
          <p:cNvSpPr txBox="1"/>
          <p:nvPr/>
        </p:nvSpPr>
        <p:spPr>
          <a:xfrm>
            <a:off x="1789208" y="1610700"/>
            <a:ext cx="9633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Marketing Personalization</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246" name="Google Shape;5246;p170"/>
          <p:cNvGrpSpPr/>
          <p:nvPr/>
        </p:nvGrpSpPr>
        <p:grpSpPr>
          <a:xfrm>
            <a:off x="316638" y="4963046"/>
            <a:ext cx="1322400" cy="449700"/>
            <a:chOff x="755165" y="1828821"/>
            <a:chExt cx="1322400" cy="449700"/>
          </a:xfrm>
        </p:grpSpPr>
        <p:sp>
          <p:nvSpPr>
            <p:cNvPr id="5247" name="Google Shape;5247;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248" name="Google Shape;5248;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249" name="Google Shape;5249;p170"/>
          <p:cNvSpPr/>
          <p:nvPr/>
        </p:nvSpPr>
        <p:spPr>
          <a:xfrm>
            <a:off x="7653242" y="460475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50" name="Google Shape;5250;p170"/>
          <p:cNvSpPr/>
          <p:nvPr/>
        </p:nvSpPr>
        <p:spPr>
          <a:xfrm>
            <a:off x="7653242" y="42960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51" name="Google Shape;5251;p170"/>
          <p:cNvSpPr txBox="1"/>
          <p:nvPr/>
        </p:nvSpPr>
        <p:spPr>
          <a:xfrm>
            <a:off x="7811494" y="192417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Performance Monitoring</a:t>
            </a:r>
            <a:endParaRPr sz="800" i="0" u="none" strike="noStrike" cap="none">
              <a:latin typeface="Salesforce Sans"/>
              <a:ea typeface="Salesforce Sans"/>
              <a:cs typeface="Salesforce Sans"/>
              <a:sym typeface="Salesforce Sans"/>
            </a:endParaRPr>
          </a:p>
        </p:txBody>
      </p:sp>
      <p:sp>
        <p:nvSpPr>
          <p:cNvPr id="5252" name="Google Shape;5252;p170"/>
          <p:cNvSpPr/>
          <p:nvPr/>
        </p:nvSpPr>
        <p:spPr>
          <a:xfrm>
            <a:off x="7653242" y="2182742"/>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53" name="Google Shape;5253;p170"/>
          <p:cNvSpPr txBox="1"/>
          <p:nvPr/>
        </p:nvSpPr>
        <p:spPr>
          <a:xfrm>
            <a:off x="7811494" y="215814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 &amp; Customer Research</a:t>
            </a:r>
            <a:endParaRPr sz="800" i="0" u="none" strike="noStrike" cap="none">
              <a:latin typeface="Salesforce Sans"/>
              <a:ea typeface="Salesforce Sans"/>
              <a:cs typeface="Salesforce Sans"/>
              <a:sym typeface="Salesforce Sans"/>
            </a:endParaRPr>
          </a:p>
        </p:txBody>
      </p:sp>
      <p:sp>
        <p:nvSpPr>
          <p:cNvPr id="5254" name="Google Shape;5254;p170"/>
          <p:cNvSpPr/>
          <p:nvPr/>
        </p:nvSpPr>
        <p:spPr>
          <a:xfrm>
            <a:off x="7653242" y="2340113"/>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55" name="Google Shape;5255;p170"/>
          <p:cNvSpPr txBox="1"/>
          <p:nvPr/>
        </p:nvSpPr>
        <p:spPr>
          <a:xfrm>
            <a:off x="7811494" y="231551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Ideation</a:t>
            </a:r>
            <a:endParaRPr sz="800" i="0" u="none" strike="noStrike" cap="none">
              <a:latin typeface="Salesforce Sans"/>
              <a:ea typeface="Salesforce Sans"/>
              <a:cs typeface="Salesforce Sans"/>
              <a:sym typeface="Salesforce Sans"/>
            </a:endParaRPr>
          </a:p>
        </p:txBody>
      </p:sp>
      <p:sp>
        <p:nvSpPr>
          <p:cNvPr id="5256" name="Google Shape;5256;p170"/>
          <p:cNvSpPr/>
          <p:nvPr/>
        </p:nvSpPr>
        <p:spPr>
          <a:xfrm>
            <a:off x="7653242" y="2658030"/>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57" name="Google Shape;5257;p170"/>
          <p:cNvSpPr txBox="1"/>
          <p:nvPr/>
        </p:nvSpPr>
        <p:spPr>
          <a:xfrm>
            <a:off x="7811494" y="2633430"/>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Profitability Modeling</a:t>
            </a:r>
            <a:endParaRPr sz="800" i="0" u="none" strike="noStrike" cap="none">
              <a:latin typeface="Salesforce Sans"/>
              <a:ea typeface="Salesforce Sans"/>
              <a:cs typeface="Salesforce Sans"/>
              <a:sym typeface="Salesforce Sans"/>
            </a:endParaRPr>
          </a:p>
        </p:txBody>
      </p:sp>
      <p:sp>
        <p:nvSpPr>
          <p:cNvPr id="5258" name="Google Shape;5258;p170"/>
          <p:cNvSpPr txBox="1"/>
          <p:nvPr/>
        </p:nvSpPr>
        <p:spPr>
          <a:xfrm>
            <a:off x="7811494" y="286739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lang="en" sz="800" i="0" u="none" strike="noStrike" cap="none">
                <a:latin typeface="Salesforce Sans"/>
                <a:ea typeface="Salesforce Sans"/>
                <a:cs typeface="Salesforce Sans"/>
                <a:sym typeface="Salesforce Sans"/>
              </a:rPr>
              <a:t>eature Build</a:t>
            </a:r>
            <a:endParaRPr sz="800" i="0" u="none" strike="noStrike" cap="none">
              <a:latin typeface="Salesforce Sans"/>
              <a:ea typeface="Salesforce Sans"/>
              <a:cs typeface="Salesforce Sans"/>
              <a:sym typeface="Salesforce Sans"/>
            </a:endParaRPr>
          </a:p>
        </p:txBody>
      </p:sp>
      <p:sp>
        <p:nvSpPr>
          <p:cNvPr id="5259" name="Google Shape;5259;p170"/>
          <p:cNvSpPr/>
          <p:nvPr/>
        </p:nvSpPr>
        <p:spPr>
          <a:xfrm>
            <a:off x="7653242" y="3049368"/>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60" name="Google Shape;5260;p170"/>
          <p:cNvSpPr txBox="1"/>
          <p:nvPr/>
        </p:nvSpPr>
        <p:spPr>
          <a:xfrm>
            <a:off x="7811494" y="3024768"/>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Legal &amp; Compliance Review</a:t>
            </a:r>
            <a:endParaRPr sz="800" i="0" u="none" strike="noStrike" cap="none">
              <a:latin typeface="Salesforce Sans"/>
              <a:ea typeface="Salesforce Sans"/>
              <a:cs typeface="Salesforce Sans"/>
              <a:sym typeface="Salesforce Sans"/>
            </a:endParaRPr>
          </a:p>
        </p:txBody>
      </p:sp>
      <p:sp>
        <p:nvSpPr>
          <p:cNvPr id="5261" name="Google Shape;5261;p170"/>
          <p:cNvSpPr/>
          <p:nvPr/>
        </p:nvSpPr>
        <p:spPr>
          <a:xfrm>
            <a:off x="7653242" y="2500659"/>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62" name="Google Shape;5262;p170"/>
          <p:cNvSpPr txBox="1"/>
          <p:nvPr/>
        </p:nvSpPr>
        <p:spPr>
          <a:xfrm>
            <a:off x="7811494" y="247605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Feature Definition</a:t>
            </a:r>
            <a:endParaRPr sz="800" i="0" u="none" strike="noStrike" cap="none">
              <a:latin typeface="Salesforce Sans"/>
              <a:ea typeface="Salesforce Sans"/>
              <a:cs typeface="Salesforce Sans"/>
              <a:sym typeface="Salesforce Sans"/>
            </a:endParaRPr>
          </a:p>
        </p:txBody>
      </p:sp>
      <p:sp>
        <p:nvSpPr>
          <p:cNvPr id="5263" name="Google Shape;5263;p170"/>
          <p:cNvSpPr/>
          <p:nvPr/>
        </p:nvSpPr>
        <p:spPr>
          <a:xfrm>
            <a:off x="7653242" y="4453383"/>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64" name="Google Shape;5264;p170"/>
          <p:cNvSpPr txBox="1"/>
          <p:nvPr/>
        </p:nvSpPr>
        <p:spPr>
          <a:xfrm>
            <a:off x="7811494" y="442878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Facility Letter</a:t>
            </a:r>
            <a:endParaRPr sz="800" i="0" u="none" strike="noStrike" cap="none">
              <a:latin typeface="Salesforce Sans"/>
              <a:ea typeface="Salesforce Sans"/>
              <a:cs typeface="Salesforce Sans"/>
              <a:sym typeface="Salesforce Sans"/>
            </a:endParaRPr>
          </a:p>
        </p:txBody>
      </p:sp>
      <p:sp>
        <p:nvSpPr>
          <p:cNvPr id="5265" name="Google Shape;5265;p170"/>
          <p:cNvSpPr/>
          <p:nvPr/>
        </p:nvSpPr>
        <p:spPr>
          <a:xfrm>
            <a:off x="7653242" y="4141815"/>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66" name="Google Shape;5266;p170"/>
          <p:cNvSpPr txBox="1"/>
          <p:nvPr/>
        </p:nvSpPr>
        <p:spPr>
          <a:xfrm>
            <a:off x="7811494" y="4117215"/>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5267" name="Google Shape;5267;p170"/>
          <p:cNvSpPr txBox="1"/>
          <p:nvPr/>
        </p:nvSpPr>
        <p:spPr>
          <a:xfrm>
            <a:off x="7811494" y="458615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Collections &amp; Recovery </a:t>
            </a:r>
            <a:endParaRPr sz="800" i="0" u="none" strike="noStrike" cap="none">
              <a:latin typeface="Salesforce Sans"/>
              <a:ea typeface="Salesforce Sans"/>
              <a:cs typeface="Salesforce Sans"/>
              <a:sym typeface="Salesforce Sans"/>
            </a:endParaRPr>
          </a:p>
        </p:txBody>
      </p:sp>
      <p:sp>
        <p:nvSpPr>
          <p:cNvPr id="5268" name="Google Shape;5268;p170"/>
          <p:cNvSpPr/>
          <p:nvPr/>
        </p:nvSpPr>
        <p:spPr>
          <a:xfrm>
            <a:off x="7653242" y="4847896"/>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69" name="Google Shape;5269;p170"/>
          <p:cNvSpPr txBox="1"/>
          <p:nvPr/>
        </p:nvSpPr>
        <p:spPr>
          <a:xfrm>
            <a:off x="7811494" y="4823296"/>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Document Verification</a:t>
            </a:r>
            <a:endParaRPr sz="800" i="0" u="none" strike="noStrike" cap="none">
              <a:latin typeface="Salesforce Sans"/>
              <a:ea typeface="Salesforce Sans"/>
              <a:cs typeface="Salesforce Sans"/>
              <a:sym typeface="Salesforce Sans"/>
            </a:endParaRPr>
          </a:p>
        </p:txBody>
      </p:sp>
      <p:sp>
        <p:nvSpPr>
          <p:cNvPr id="5270" name="Google Shape;5270;p170"/>
          <p:cNvSpPr/>
          <p:nvPr/>
        </p:nvSpPr>
        <p:spPr>
          <a:xfrm>
            <a:off x="7653242" y="5002255"/>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71" name="Google Shape;5271;p170"/>
          <p:cNvSpPr txBox="1"/>
          <p:nvPr/>
        </p:nvSpPr>
        <p:spPr>
          <a:xfrm>
            <a:off x="7811494" y="4977655"/>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Deposit Processing</a:t>
            </a:r>
            <a:endParaRPr sz="800" i="0" u="none" strike="noStrike" cap="none">
              <a:latin typeface="Salesforce Sans"/>
              <a:ea typeface="Salesforce Sans"/>
              <a:cs typeface="Salesforce Sans"/>
              <a:sym typeface="Salesforce Sans"/>
            </a:endParaRPr>
          </a:p>
        </p:txBody>
      </p:sp>
      <p:sp>
        <p:nvSpPr>
          <p:cNvPr id="5272" name="Google Shape;5272;p170"/>
          <p:cNvSpPr/>
          <p:nvPr/>
        </p:nvSpPr>
        <p:spPr>
          <a:xfrm>
            <a:off x="7653242" y="320356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73" name="Google Shape;5273;p170"/>
          <p:cNvSpPr txBox="1"/>
          <p:nvPr/>
        </p:nvSpPr>
        <p:spPr>
          <a:xfrm>
            <a:off x="7811494" y="3178964"/>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 Rate-Setting</a:t>
            </a:r>
            <a:endParaRPr sz="800" i="0" u="none" strike="noStrike" cap="none">
              <a:latin typeface="Salesforce Sans"/>
              <a:ea typeface="Salesforce Sans"/>
              <a:cs typeface="Salesforce Sans"/>
              <a:sym typeface="Salesforce Sans"/>
            </a:endParaRPr>
          </a:p>
        </p:txBody>
      </p:sp>
      <p:sp>
        <p:nvSpPr>
          <p:cNvPr id="5274" name="Google Shape;5274;p170"/>
          <p:cNvSpPr txBox="1"/>
          <p:nvPr/>
        </p:nvSpPr>
        <p:spPr>
          <a:xfrm>
            <a:off x="7811494" y="427141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Credit Memo</a:t>
            </a:r>
            <a:endParaRPr sz="800" i="0" u="none" strike="noStrike" cap="none">
              <a:latin typeface="Salesforce Sans"/>
              <a:ea typeface="Salesforce Sans"/>
              <a:cs typeface="Salesforce Sans"/>
              <a:sym typeface="Salesforce Sans"/>
            </a:endParaRPr>
          </a:p>
        </p:txBody>
      </p:sp>
      <p:sp>
        <p:nvSpPr>
          <p:cNvPr id="5275" name="Google Shape;5275;p170"/>
          <p:cNvSpPr/>
          <p:nvPr/>
        </p:nvSpPr>
        <p:spPr>
          <a:xfrm>
            <a:off x="7653242" y="5622600"/>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76" name="Google Shape;5276;p170"/>
          <p:cNvSpPr txBox="1"/>
          <p:nvPr/>
        </p:nvSpPr>
        <p:spPr>
          <a:xfrm>
            <a:off x="7811494" y="565132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Transaction / Payment Matching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and Reconciliation</a:t>
            </a:r>
            <a:endParaRPr sz="800" i="0" u="none" strike="noStrike" cap="none">
              <a:latin typeface="Salesforce Sans"/>
              <a:ea typeface="Salesforce Sans"/>
              <a:cs typeface="Salesforce Sans"/>
              <a:sym typeface="Salesforce Sans"/>
            </a:endParaRPr>
          </a:p>
        </p:txBody>
      </p:sp>
      <p:sp>
        <p:nvSpPr>
          <p:cNvPr id="5277" name="Google Shape;5277;p170"/>
          <p:cNvSpPr/>
          <p:nvPr/>
        </p:nvSpPr>
        <p:spPr>
          <a:xfrm>
            <a:off x="7653242" y="589571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78" name="Google Shape;5278;p170"/>
          <p:cNvSpPr txBox="1"/>
          <p:nvPr/>
        </p:nvSpPr>
        <p:spPr>
          <a:xfrm>
            <a:off x="7811494" y="5871117"/>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Adjustment and Posting</a:t>
            </a:r>
            <a:endParaRPr sz="800" i="0" u="none" strike="noStrike" cap="none">
              <a:latin typeface="Salesforce Sans"/>
              <a:ea typeface="Salesforce Sans"/>
              <a:cs typeface="Salesforce Sans"/>
              <a:sym typeface="Salesforce Sans"/>
            </a:endParaRPr>
          </a:p>
        </p:txBody>
      </p:sp>
      <p:sp>
        <p:nvSpPr>
          <p:cNvPr id="5279" name="Google Shape;5279;p170"/>
          <p:cNvSpPr txBox="1"/>
          <p:nvPr/>
        </p:nvSpPr>
        <p:spPr>
          <a:xfrm>
            <a:off x="7811494" y="341293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Performance Visibility</a:t>
            </a:r>
            <a:endParaRPr sz="800" i="0" u="none" strike="noStrike" cap="none">
              <a:latin typeface="Salesforce Sans"/>
              <a:ea typeface="Salesforce Sans"/>
              <a:cs typeface="Salesforce Sans"/>
              <a:sym typeface="Salesforce Sans"/>
            </a:endParaRPr>
          </a:p>
        </p:txBody>
      </p:sp>
      <p:sp>
        <p:nvSpPr>
          <p:cNvPr id="5280" name="Google Shape;5280;p170"/>
          <p:cNvSpPr txBox="1"/>
          <p:nvPr/>
        </p:nvSpPr>
        <p:spPr>
          <a:xfrm>
            <a:off x="7811494" y="372767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Activation</a:t>
            </a:r>
            <a:endParaRPr sz="800" i="0" u="none" strike="noStrike" cap="none">
              <a:latin typeface="Salesforce Sans"/>
              <a:ea typeface="Salesforce Sans"/>
              <a:cs typeface="Salesforce Sans"/>
              <a:sym typeface="Salesforce Sans"/>
            </a:endParaRPr>
          </a:p>
        </p:txBody>
      </p:sp>
      <p:sp>
        <p:nvSpPr>
          <p:cNvPr id="5281" name="Google Shape;5281;p170"/>
          <p:cNvSpPr/>
          <p:nvPr/>
        </p:nvSpPr>
        <p:spPr>
          <a:xfrm>
            <a:off x="7653242" y="52356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82" name="Google Shape;5282;p170"/>
          <p:cNvSpPr txBox="1"/>
          <p:nvPr/>
        </p:nvSpPr>
        <p:spPr>
          <a:xfrm>
            <a:off x="7811494" y="521101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Payment Processing</a:t>
            </a:r>
            <a:endParaRPr sz="800" i="0" u="none" strike="noStrike" cap="none">
              <a:latin typeface="Salesforce Sans"/>
              <a:ea typeface="Salesforce Sans"/>
              <a:cs typeface="Salesforce Sans"/>
              <a:sym typeface="Salesforce Sans"/>
            </a:endParaRPr>
          </a:p>
        </p:txBody>
      </p:sp>
      <p:sp>
        <p:nvSpPr>
          <p:cNvPr id="5283" name="Google Shape;5283;p170"/>
          <p:cNvSpPr/>
          <p:nvPr/>
        </p:nvSpPr>
        <p:spPr>
          <a:xfrm>
            <a:off x="6401215" y="2867396"/>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Product Dev &amp; Build</a:t>
            </a:r>
            <a:endParaRPr sz="900" b="1" i="0" u="none" strike="noStrike" cap="none">
              <a:solidFill>
                <a:srgbClr val="066AFE"/>
              </a:solidFill>
              <a:latin typeface="Salesforce Sans"/>
              <a:ea typeface="Salesforce Sans"/>
              <a:cs typeface="Salesforce Sans"/>
              <a:sym typeface="Salesforce Sans"/>
            </a:endParaRPr>
          </a:p>
        </p:txBody>
      </p:sp>
      <p:sp>
        <p:nvSpPr>
          <p:cNvPr id="5284" name="Google Shape;5284;p170"/>
          <p:cNvSpPr/>
          <p:nvPr/>
        </p:nvSpPr>
        <p:spPr>
          <a:xfrm>
            <a:off x="6401215" y="2158141"/>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Value Prop Strategy &amp; Design</a:t>
            </a:r>
            <a:endParaRPr sz="900" b="1" i="0" u="none" strike="noStrike" cap="none">
              <a:solidFill>
                <a:srgbClr val="066AFE"/>
              </a:solidFill>
              <a:latin typeface="Salesforce Sans"/>
              <a:ea typeface="Salesforce Sans"/>
              <a:cs typeface="Salesforce Sans"/>
              <a:sym typeface="Salesforce Sans"/>
            </a:endParaRPr>
          </a:p>
        </p:txBody>
      </p:sp>
      <p:sp>
        <p:nvSpPr>
          <p:cNvPr id="5285" name="Google Shape;5285;p170"/>
          <p:cNvSpPr/>
          <p:nvPr/>
        </p:nvSpPr>
        <p:spPr>
          <a:xfrm>
            <a:off x="6401214" y="5594469"/>
            <a:ext cx="11166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Reconciliations</a:t>
            </a:r>
            <a:endParaRPr sz="900" b="1" i="0" u="none" strike="noStrike" cap="none">
              <a:solidFill>
                <a:srgbClr val="066AFE"/>
              </a:solidFill>
              <a:latin typeface="Salesforce Sans"/>
              <a:ea typeface="Salesforce Sans"/>
              <a:cs typeface="Salesforce Sans"/>
              <a:sym typeface="Salesforce Sans"/>
            </a:endParaRPr>
          </a:p>
        </p:txBody>
      </p:sp>
      <p:sp>
        <p:nvSpPr>
          <p:cNvPr id="5286" name="Google Shape;5286;p170"/>
          <p:cNvSpPr/>
          <p:nvPr/>
        </p:nvSpPr>
        <p:spPr>
          <a:xfrm>
            <a:off x="6401215" y="4120389"/>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Lending Operations</a:t>
            </a:r>
            <a:endParaRPr sz="900" b="1" i="0" u="none" strike="noStrike" cap="none">
              <a:solidFill>
                <a:srgbClr val="066AFE"/>
              </a:solidFill>
              <a:latin typeface="Salesforce Sans"/>
              <a:ea typeface="Salesforce Sans"/>
              <a:cs typeface="Salesforce Sans"/>
              <a:sym typeface="Salesforce Sans"/>
            </a:endParaRPr>
          </a:p>
        </p:txBody>
      </p:sp>
      <p:sp>
        <p:nvSpPr>
          <p:cNvPr id="5287" name="Google Shape;5287;p170"/>
          <p:cNvSpPr/>
          <p:nvPr/>
        </p:nvSpPr>
        <p:spPr>
          <a:xfrm>
            <a:off x="6401215" y="4823294"/>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Deposit Op</a:t>
            </a:r>
            <a:r>
              <a:rPr lang="en" sz="900" b="1">
                <a:solidFill>
                  <a:srgbClr val="066AFE"/>
                </a:solidFill>
                <a:latin typeface="Salesforce Sans"/>
                <a:ea typeface="Salesforce Sans"/>
                <a:cs typeface="Salesforce Sans"/>
                <a:sym typeface="Salesforce Sans"/>
              </a:rPr>
              <a:t>erations</a:t>
            </a:r>
            <a:endParaRPr sz="900" b="1" i="0" u="none" strike="noStrike" cap="none">
              <a:solidFill>
                <a:srgbClr val="066AFE"/>
              </a:solidFill>
              <a:latin typeface="Salesforce Sans"/>
              <a:ea typeface="Salesforce Sans"/>
              <a:cs typeface="Salesforce Sans"/>
              <a:sym typeface="Salesforce Sans"/>
            </a:endParaRPr>
          </a:p>
        </p:txBody>
      </p:sp>
      <p:sp>
        <p:nvSpPr>
          <p:cNvPr id="5288" name="Google Shape;5288;p170"/>
          <p:cNvSpPr/>
          <p:nvPr/>
        </p:nvSpPr>
        <p:spPr>
          <a:xfrm>
            <a:off x="6401214" y="5214200"/>
            <a:ext cx="1253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Payment &amp;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Trans</a:t>
            </a:r>
            <a:r>
              <a:rPr lang="en" sz="900" b="1">
                <a:solidFill>
                  <a:srgbClr val="066AFE"/>
                </a:solidFill>
                <a:latin typeface="Salesforce Sans"/>
                <a:ea typeface="Salesforce Sans"/>
                <a:cs typeface="Salesforce Sans"/>
                <a:sym typeface="Salesforce Sans"/>
              </a:rPr>
              <a:t>fer Operations</a:t>
            </a:r>
            <a:endParaRPr sz="900" b="1" i="0" u="none" strike="noStrike" cap="none">
              <a:solidFill>
                <a:srgbClr val="066AFE"/>
              </a:solidFill>
              <a:latin typeface="Salesforce Sans"/>
              <a:ea typeface="Salesforce Sans"/>
              <a:cs typeface="Salesforce Sans"/>
              <a:sym typeface="Salesforce Sans"/>
            </a:endParaRPr>
          </a:p>
        </p:txBody>
      </p:sp>
      <p:sp>
        <p:nvSpPr>
          <p:cNvPr id="5289" name="Google Shape;5289;p170"/>
          <p:cNvSpPr/>
          <p:nvPr/>
        </p:nvSpPr>
        <p:spPr>
          <a:xfrm>
            <a:off x="6401215" y="3412930"/>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Onboarding</a:t>
            </a:r>
            <a:endParaRPr sz="900" b="1" i="0" u="none" strike="noStrike" cap="none">
              <a:solidFill>
                <a:srgbClr val="066AFE"/>
              </a:solidFill>
              <a:latin typeface="Salesforce Sans"/>
              <a:ea typeface="Salesforce Sans"/>
              <a:cs typeface="Salesforce Sans"/>
              <a:sym typeface="Salesforce Sans"/>
            </a:endParaRPr>
          </a:p>
        </p:txBody>
      </p:sp>
      <p:sp>
        <p:nvSpPr>
          <p:cNvPr id="5290" name="Google Shape;5290;p170"/>
          <p:cNvSpPr/>
          <p:nvPr/>
        </p:nvSpPr>
        <p:spPr>
          <a:xfrm>
            <a:off x="7653242" y="769282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91" name="Google Shape;5291;p170"/>
          <p:cNvSpPr txBox="1"/>
          <p:nvPr/>
        </p:nvSpPr>
        <p:spPr>
          <a:xfrm>
            <a:off x="7805144" y="766822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Translation</a:t>
            </a:r>
            <a:endParaRPr sz="800" i="0" u="none" strike="noStrike" cap="none">
              <a:latin typeface="Salesforce Sans"/>
              <a:ea typeface="Salesforce Sans"/>
              <a:cs typeface="Salesforce Sans"/>
              <a:sym typeface="Salesforce Sans"/>
            </a:endParaRPr>
          </a:p>
        </p:txBody>
      </p:sp>
      <p:sp>
        <p:nvSpPr>
          <p:cNvPr id="5292" name="Google Shape;5292;p170"/>
          <p:cNvSpPr/>
          <p:nvPr/>
        </p:nvSpPr>
        <p:spPr>
          <a:xfrm>
            <a:off x="7653242" y="792678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93" name="Google Shape;5293;p170"/>
          <p:cNvSpPr txBox="1"/>
          <p:nvPr/>
        </p:nvSpPr>
        <p:spPr>
          <a:xfrm>
            <a:off x="7811494" y="790218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Ticket Intake</a:t>
            </a:r>
            <a:endParaRPr sz="800" i="0" u="none" strike="noStrike" cap="none">
              <a:latin typeface="Salesforce Sans"/>
              <a:ea typeface="Salesforce Sans"/>
              <a:cs typeface="Salesforce Sans"/>
              <a:sym typeface="Salesforce Sans"/>
            </a:endParaRPr>
          </a:p>
        </p:txBody>
      </p:sp>
      <p:sp>
        <p:nvSpPr>
          <p:cNvPr id="5294" name="Google Shape;5294;p170"/>
          <p:cNvSpPr/>
          <p:nvPr/>
        </p:nvSpPr>
        <p:spPr>
          <a:xfrm>
            <a:off x="7653242" y="722070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295" name="Google Shape;5295;p170"/>
          <p:cNvSpPr txBox="1"/>
          <p:nvPr/>
        </p:nvSpPr>
        <p:spPr>
          <a:xfrm>
            <a:off x="7801969" y="7184493"/>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Requirements</a:t>
            </a:r>
            <a:endParaRPr sz="800" i="0" u="none" strike="noStrike" cap="none">
              <a:latin typeface="Salesforce Sans"/>
              <a:ea typeface="Salesforce Sans"/>
              <a:cs typeface="Salesforce Sans"/>
              <a:sym typeface="Salesforce Sans"/>
            </a:endParaRPr>
          </a:p>
        </p:txBody>
      </p:sp>
      <p:sp>
        <p:nvSpPr>
          <p:cNvPr id="5296" name="Google Shape;5296;p170"/>
          <p:cNvSpPr/>
          <p:nvPr/>
        </p:nvSpPr>
        <p:spPr>
          <a:xfrm>
            <a:off x="7653242" y="737808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97" name="Google Shape;5297;p170"/>
          <p:cNvSpPr txBox="1"/>
          <p:nvPr/>
        </p:nvSpPr>
        <p:spPr>
          <a:xfrm>
            <a:off x="7805144" y="7353480"/>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Documentation </a:t>
            </a:r>
            <a:endParaRPr sz="800" i="0" u="none" strike="noStrike" cap="none">
              <a:latin typeface="Salesforce Sans"/>
              <a:ea typeface="Salesforce Sans"/>
              <a:cs typeface="Salesforce Sans"/>
              <a:sym typeface="Salesforce Sans"/>
            </a:endParaRPr>
          </a:p>
        </p:txBody>
      </p:sp>
      <p:sp>
        <p:nvSpPr>
          <p:cNvPr id="5298" name="Google Shape;5298;p170"/>
          <p:cNvSpPr/>
          <p:nvPr/>
        </p:nvSpPr>
        <p:spPr>
          <a:xfrm>
            <a:off x="7653242" y="753545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299" name="Google Shape;5299;p170"/>
          <p:cNvSpPr txBox="1"/>
          <p:nvPr/>
        </p:nvSpPr>
        <p:spPr>
          <a:xfrm>
            <a:off x="7811494" y="7510851"/>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Test Case </a:t>
            </a:r>
            <a:endParaRPr sz="800" i="0" u="none" strike="noStrike" cap="none">
              <a:latin typeface="Salesforce Sans"/>
              <a:ea typeface="Salesforce Sans"/>
              <a:cs typeface="Salesforce Sans"/>
              <a:sym typeface="Salesforce Sans"/>
            </a:endParaRPr>
          </a:p>
        </p:txBody>
      </p:sp>
      <p:sp>
        <p:nvSpPr>
          <p:cNvPr id="5300" name="Google Shape;5300;p170"/>
          <p:cNvSpPr/>
          <p:nvPr/>
        </p:nvSpPr>
        <p:spPr>
          <a:xfrm>
            <a:off x="7653242" y="810103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01" name="Google Shape;5301;p170"/>
          <p:cNvSpPr txBox="1"/>
          <p:nvPr/>
        </p:nvSpPr>
        <p:spPr>
          <a:xfrm>
            <a:off x="7801975" y="8076432"/>
            <a:ext cx="2089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Resolution &amp; Troubleshooting</a:t>
            </a:r>
            <a:endParaRPr sz="800" i="0" u="none" strike="noStrike" cap="none">
              <a:latin typeface="Salesforce Sans"/>
              <a:ea typeface="Salesforce Sans"/>
              <a:cs typeface="Salesforce Sans"/>
              <a:sym typeface="Salesforce Sans"/>
            </a:endParaRPr>
          </a:p>
        </p:txBody>
      </p:sp>
      <p:sp>
        <p:nvSpPr>
          <p:cNvPr id="5302" name="Google Shape;5302;p170"/>
          <p:cNvSpPr/>
          <p:nvPr/>
        </p:nvSpPr>
        <p:spPr>
          <a:xfrm>
            <a:off x="7653242" y="827527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03" name="Google Shape;5303;p170"/>
          <p:cNvSpPr txBox="1"/>
          <p:nvPr/>
        </p:nvSpPr>
        <p:spPr>
          <a:xfrm>
            <a:off x="7801969" y="8250679"/>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Knowledge</a:t>
            </a:r>
            <a:endParaRPr sz="800" i="0" u="none" strike="noStrike" cap="none">
              <a:latin typeface="Salesforce Sans"/>
              <a:ea typeface="Salesforce Sans"/>
              <a:cs typeface="Salesforce Sans"/>
              <a:sym typeface="Salesforce Sans"/>
            </a:endParaRPr>
          </a:p>
        </p:txBody>
      </p:sp>
      <p:sp>
        <p:nvSpPr>
          <p:cNvPr id="5304" name="Google Shape;5304;p170"/>
          <p:cNvSpPr/>
          <p:nvPr/>
        </p:nvSpPr>
        <p:spPr>
          <a:xfrm>
            <a:off x="6401215" y="7903826"/>
            <a:ext cx="8154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Helpdesk</a:t>
            </a:r>
            <a:endParaRPr sz="900" b="1" i="0" u="none" strike="noStrike" cap="none">
              <a:solidFill>
                <a:srgbClr val="066AFE"/>
              </a:solidFill>
              <a:latin typeface="Salesforce Sans"/>
              <a:ea typeface="Salesforce Sans"/>
              <a:cs typeface="Salesforce Sans"/>
              <a:sym typeface="Salesforce Sans"/>
            </a:endParaRPr>
          </a:p>
        </p:txBody>
      </p:sp>
      <p:sp>
        <p:nvSpPr>
          <p:cNvPr id="5305" name="Google Shape;5305;p170"/>
          <p:cNvSpPr/>
          <p:nvPr/>
        </p:nvSpPr>
        <p:spPr>
          <a:xfrm>
            <a:off x="6401215" y="7196106"/>
            <a:ext cx="8928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Technology Modernization</a:t>
            </a:r>
            <a:endParaRPr sz="900" b="1" i="0" u="none" strike="noStrike" cap="none">
              <a:solidFill>
                <a:srgbClr val="066AFE"/>
              </a:solidFill>
              <a:latin typeface="Salesforce Sans"/>
              <a:ea typeface="Salesforce Sans"/>
              <a:cs typeface="Salesforce Sans"/>
              <a:sym typeface="Salesforce Sans"/>
            </a:endParaRPr>
          </a:p>
        </p:txBody>
      </p:sp>
      <p:sp>
        <p:nvSpPr>
          <p:cNvPr id="5306" name="Google Shape;5306;p170"/>
          <p:cNvSpPr txBox="1"/>
          <p:nvPr/>
        </p:nvSpPr>
        <p:spPr>
          <a:xfrm>
            <a:off x="7811494" y="3884148"/>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Compliance Guardrails</a:t>
            </a:r>
            <a:endParaRPr sz="800" i="0" u="none" strike="noStrike" cap="none">
              <a:latin typeface="Salesforce Sans"/>
              <a:ea typeface="Salesforce Sans"/>
              <a:cs typeface="Salesforce Sans"/>
              <a:sym typeface="Salesforce Sans"/>
            </a:endParaRPr>
          </a:p>
        </p:txBody>
      </p:sp>
      <p:sp>
        <p:nvSpPr>
          <p:cNvPr id="5307" name="Google Shape;5307;p170"/>
          <p:cNvSpPr txBox="1"/>
          <p:nvPr/>
        </p:nvSpPr>
        <p:spPr>
          <a:xfrm>
            <a:off x="7811494" y="3570302"/>
            <a:ext cx="2326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Onboarding </a:t>
            </a:r>
            <a:endParaRPr sz="800" i="0" u="none" strike="noStrike" cap="none">
              <a:latin typeface="Salesforce Sans"/>
              <a:ea typeface="Salesforce Sans"/>
              <a:cs typeface="Salesforce Sans"/>
              <a:sym typeface="Salesforce Sans"/>
            </a:endParaRPr>
          </a:p>
        </p:txBody>
      </p:sp>
      <p:sp>
        <p:nvSpPr>
          <p:cNvPr id="5308" name="Google Shape;5308;p170"/>
          <p:cNvSpPr/>
          <p:nvPr/>
        </p:nvSpPr>
        <p:spPr>
          <a:xfrm>
            <a:off x="7653242" y="3594902"/>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309" name="Google Shape;5309;p170"/>
          <p:cNvSpPr txBox="1"/>
          <p:nvPr/>
        </p:nvSpPr>
        <p:spPr>
          <a:xfrm>
            <a:off x="7811294" y="6260866"/>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Disaster Recovery</a:t>
            </a:r>
            <a:endParaRPr sz="800" i="0" u="none" strike="noStrike" cap="none">
              <a:latin typeface="Salesforce Sans"/>
              <a:ea typeface="Salesforce Sans"/>
              <a:cs typeface="Salesforce Sans"/>
              <a:sym typeface="Salesforce Sans"/>
            </a:endParaRPr>
          </a:p>
        </p:txBody>
      </p:sp>
      <p:sp>
        <p:nvSpPr>
          <p:cNvPr id="5310" name="Google Shape;5310;p170"/>
          <p:cNvSpPr txBox="1"/>
          <p:nvPr/>
        </p:nvSpPr>
        <p:spPr>
          <a:xfrm>
            <a:off x="7823994" y="6417889"/>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Threat Detection </a:t>
            </a:r>
            <a:endParaRPr sz="800" i="0" u="none" strike="noStrike" cap="none">
              <a:latin typeface="Salesforce Sans"/>
              <a:ea typeface="Salesforce Sans"/>
              <a:cs typeface="Salesforce Sans"/>
              <a:sym typeface="Salesforce Sans"/>
            </a:endParaRPr>
          </a:p>
        </p:txBody>
      </p:sp>
      <p:sp>
        <p:nvSpPr>
          <p:cNvPr id="5311" name="Google Shape;5311;p170"/>
          <p:cNvSpPr txBox="1"/>
          <p:nvPr/>
        </p:nvSpPr>
        <p:spPr>
          <a:xfrm>
            <a:off x="7811294" y="6103842"/>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Continuity Planning</a:t>
            </a:r>
            <a:endParaRPr sz="800" i="0" u="none" strike="noStrike" cap="none">
              <a:latin typeface="Salesforce Sans"/>
              <a:ea typeface="Salesforce Sans"/>
              <a:cs typeface="Salesforce Sans"/>
              <a:sym typeface="Salesforce Sans"/>
            </a:endParaRPr>
          </a:p>
        </p:txBody>
      </p:sp>
      <p:sp>
        <p:nvSpPr>
          <p:cNvPr id="5312" name="Google Shape;5312;p170"/>
          <p:cNvSpPr txBox="1"/>
          <p:nvPr/>
        </p:nvSpPr>
        <p:spPr>
          <a:xfrm>
            <a:off x="7823994" y="6574912"/>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 </a:t>
            </a:r>
            <a:endParaRPr sz="800" i="0" u="none" strike="noStrike" cap="none">
              <a:latin typeface="Salesforce Sans"/>
              <a:ea typeface="Salesforce Sans"/>
              <a:cs typeface="Salesforce Sans"/>
              <a:sym typeface="Salesforce Sans"/>
            </a:endParaRPr>
          </a:p>
        </p:txBody>
      </p:sp>
      <p:sp>
        <p:nvSpPr>
          <p:cNvPr id="5313" name="Google Shape;5313;p170"/>
          <p:cNvSpPr txBox="1"/>
          <p:nvPr/>
        </p:nvSpPr>
        <p:spPr>
          <a:xfrm>
            <a:off x="7807494" y="6964910"/>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Offensive Security Testing</a:t>
            </a:r>
            <a:endParaRPr sz="800" i="0" u="none" strike="noStrike" cap="none">
              <a:latin typeface="Salesforce Sans"/>
              <a:ea typeface="Salesforce Sans"/>
              <a:cs typeface="Salesforce Sans"/>
              <a:sym typeface="Salesforce Sans"/>
            </a:endParaRPr>
          </a:p>
        </p:txBody>
      </p:sp>
      <p:sp>
        <p:nvSpPr>
          <p:cNvPr id="5314" name="Google Shape;5314;p170"/>
          <p:cNvSpPr txBox="1"/>
          <p:nvPr/>
        </p:nvSpPr>
        <p:spPr>
          <a:xfrm>
            <a:off x="7813844" y="6807539"/>
            <a:ext cx="238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Access &amp; Security Policy Creation</a:t>
            </a:r>
            <a:endParaRPr sz="800" i="0" u="none" strike="noStrike" cap="none">
              <a:latin typeface="Salesforce Sans"/>
              <a:ea typeface="Salesforce Sans"/>
              <a:cs typeface="Salesforce Sans"/>
              <a:sym typeface="Salesforce Sans"/>
            </a:endParaRPr>
          </a:p>
        </p:txBody>
      </p:sp>
      <p:sp>
        <p:nvSpPr>
          <p:cNvPr id="5315" name="Google Shape;5315;p170"/>
          <p:cNvSpPr/>
          <p:nvPr/>
        </p:nvSpPr>
        <p:spPr>
          <a:xfrm>
            <a:off x="6401215" y="6113367"/>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Infra Operations</a:t>
            </a:r>
            <a:endParaRPr sz="900" b="1" i="0" u="none" strike="noStrike" cap="none">
              <a:solidFill>
                <a:srgbClr val="066AFE"/>
              </a:solidFill>
              <a:latin typeface="Salesforce Sans"/>
              <a:ea typeface="Salesforce Sans"/>
              <a:cs typeface="Salesforce Sans"/>
              <a:sym typeface="Salesforce Sans"/>
            </a:endParaRPr>
          </a:p>
        </p:txBody>
      </p:sp>
      <p:sp>
        <p:nvSpPr>
          <p:cNvPr id="5316" name="Google Shape;5316;p170"/>
          <p:cNvSpPr/>
          <p:nvPr/>
        </p:nvSpPr>
        <p:spPr>
          <a:xfrm>
            <a:off x="6401215" y="6813888"/>
            <a:ext cx="815400" cy="1386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Cyber</a:t>
            </a:r>
            <a:r>
              <a:rPr lang="en" sz="900" b="1">
                <a:solidFill>
                  <a:srgbClr val="066AFE"/>
                </a:solidFill>
                <a:latin typeface="Salesforce Sans"/>
                <a:ea typeface="Salesforce Sans"/>
                <a:cs typeface="Salesforce Sans"/>
                <a:sym typeface="Salesforce Sans"/>
              </a:rPr>
              <a:t> Security</a:t>
            </a:r>
            <a:endParaRPr sz="900" b="1" i="0" u="none" strike="noStrike" cap="none">
              <a:solidFill>
                <a:srgbClr val="066AFE"/>
              </a:solidFill>
              <a:latin typeface="Salesforce Sans"/>
              <a:ea typeface="Salesforce Sans"/>
              <a:cs typeface="Salesforce Sans"/>
              <a:sym typeface="Salesforce Sans"/>
            </a:endParaRPr>
          </a:p>
        </p:txBody>
      </p:sp>
      <p:sp>
        <p:nvSpPr>
          <p:cNvPr id="5317" name="Google Shape;5317;p170"/>
          <p:cNvSpPr txBox="1"/>
          <p:nvPr/>
        </p:nvSpPr>
        <p:spPr>
          <a:xfrm>
            <a:off x="5042141"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18" name="Google Shape;5318;p170"/>
          <p:cNvSpPr txBox="1"/>
          <p:nvPr/>
        </p:nvSpPr>
        <p:spPr>
          <a:xfrm>
            <a:off x="7814431" y="1768246"/>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5319" name="Google Shape;5319;p170"/>
          <p:cNvSpPr txBox="1"/>
          <p:nvPr/>
        </p:nvSpPr>
        <p:spPr>
          <a:xfrm>
            <a:off x="7814431" y="1611400"/>
            <a:ext cx="19200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5320" name="Google Shape;5320;p170"/>
          <p:cNvSpPr txBox="1"/>
          <p:nvPr/>
        </p:nvSpPr>
        <p:spPr>
          <a:xfrm>
            <a:off x="6406430"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321" name="Google Shape;5321;p170"/>
          <p:cNvGrpSpPr/>
          <p:nvPr/>
        </p:nvGrpSpPr>
        <p:grpSpPr>
          <a:xfrm>
            <a:off x="4927454" y="1635959"/>
            <a:ext cx="1322400" cy="449700"/>
            <a:chOff x="755165" y="1828821"/>
            <a:chExt cx="1322400" cy="449700"/>
          </a:xfrm>
        </p:grpSpPr>
        <p:sp>
          <p:nvSpPr>
            <p:cNvPr id="5322" name="Google Shape;5322;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323" name="Google Shape;5323;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324" name="Google Shape;5324;p170"/>
          <p:cNvSpPr txBox="1"/>
          <p:nvPr/>
        </p:nvSpPr>
        <p:spPr>
          <a:xfrm>
            <a:off x="7816818" y="13335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325" name="Google Shape;5325;p170"/>
          <p:cNvSpPr txBox="1"/>
          <p:nvPr/>
        </p:nvSpPr>
        <p:spPr>
          <a:xfrm>
            <a:off x="6401215" y="1610700"/>
            <a:ext cx="9633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Model Risk Management</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326" name="Google Shape;5326;p170"/>
          <p:cNvGrpSpPr/>
          <p:nvPr/>
        </p:nvGrpSpPr>
        <p:grpSpPr>
          <a:xfrm>
            <a:off x="4927454" y="2134746"/>
            <a:ext cx="1322400" cy="449700"/>
            <a:chOff x="755165" y="1828821"/>
            <a:chExt cx="1322400" cy="449700"/>
          </a:xfrm>
        </p:grpSpPr>
        <p:sp>
          <p:nvSpPr>
            <p:cNvPr id="5327" name="Google Shape;5327;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328" name="Google Shape;5328;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5329" name="Google Shape;5329;p170"/>
          <p:cNvGrpSpPr/>
          <p:nvPr/>
        </p:nvGrpSpPr>
        <p:grpSpPr>
          <a:xfrm>
            <a:off x="4927454" y="4150296"/>
            <a:ext cx="1322400" cy="449700"/>
            <a:chOff x="755165" y="1828821"/>
            <a:chExt cx="1322400" cy="449700"/>
          </a:xfrm>
        </p:grpSpPr>
        <p:sp>
          <p:nvSpPr>
            <p:cNvPr id="5330" name="Google Shape;5330;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331" name="Google Shape;5331;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5332" name="Google Shape;5332;p170"/>
          <p:cNvGrpSpPr/>
          <p:nvPr/>
        </p:nvGrpSpPr>
        <p:grpSpPr>
          <a:xfrm>
            <a:off x="4927454" y="6136146"/>
            <a:ext cx="1322400" cy="449700"/>
            <a:chOff x="755165" y="1828821"/>
            <a:chExt cx="1322400" cy="449700"/>
          </a:xfrm>
        </p:grpSpPr>
        <p:sp>
          <p:nvSpPr>
            <p:cNvPr id="5333" name="Google Shape;5333;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334" name="Google Shape;5334;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5335" name="Google Shape;5335;p170"/>
          <p:cNvSpPr txBox="1"/>
          <p:nvPr/>
        </p:nvSpPr>
        <p:spPr>
          <a:xfrm>
            <a:off x="9617033"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36" name="Google Shape;5336;p170"/>
          <p:cNvSpPr/>
          <p:nvPr/>
        </p:nvSpPr>
        <p:spPr>
          <a:xfrm>
            <a:off x="12013084" y="9397988"/>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337" name="Google Shape;5337;p170"/>
          <p:cNvSpPr txBox="1"/>
          <p:nvPr/>
        </p:nvSpPr>
        <p:spPr>
          <a:xfrm>
            <a:off x="12177393" y="9364517"/>
            <a:ext cx="18684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 </a:t>
            </a:r>
            <a:endParaRPr sz="800" i="0" u="none" strike="noStrike" cap="none">
              <a:latin typeface="Salesforce Sans"/>
              <a:ea typeface="Salesforce Sans"/>
              <a:cs typeface="Salesforce Sans"/>
              <a:sym typeface="Salesforce Sans"/>
            </a:endParaRPr>
          </a:p>
        </p:txBody>
      </p:sp>
      <p:sp>
        <p:nvSpPr>
          <p:cNvPr id="5338" name="Google Shape;5338;p170"/>
          <p:cNvSpPr/>
          <p:nvPr/>
        </p:nvSpPr>
        <p:spPr>
          <a:xfrm>
            <a:off x="12013084" y="789278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339" name="Google Shape;5339;p170"/>
          <p:cNvSpPr/>
          <p:nvPr/>
        </p:nvSpPr>
        <p:spPr>
          <a:xfrm>
            <a:off x="12013084" y="8817796"/>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40" name="Google Shape;5340;p170"/>
          <p:cNvSpPr/>
          <p:nvPr/>
        </p:nvSpPr>
        <p:spPr>
          <a:xfrm>
            <a:off x="12013084" y="8485387"/>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41" name="Google Shape;5341;p170"/>
          <p:cNvSpPr/>
          <p:nvPr/>
        </p:nvSpPr>
        <p:spPr>
          <a:xfrm>
            <a:off x="12013084" y="923012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342" name="Google Shape;5342;p170"/>
          <p:cNvSpPr/>
          <p:nvPr/>
        </p:nvSpPr>
        <p:spPr>
          <a:xfrm>
            <a:off x="12013084" y="8257270"/>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43" name="Google Shape;5343;p170"/>
          <p:cNvSpPr/>
          <p:nvPr/>
        </p:nvSpPr>
        <p:spPr>
          <a:xfrm>
            <a:off x="12013084" y="8651591"/>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44" name="Google Shape;5344;p170"/>
          <p:cNvSpPr txBox="1"/>
          <p:nvPr/>
        </p:nvSpPr>
        <p:spPr>
          <a:xfrm>
            <a:off x="12177400" y="7367810"/>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of Future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Skills Assessment</a:t>
            </a:r>
            <a:endParaRPr sz="800" i="0" u="none" strike="noStrike" cap="none">
              <a:latin typeface="Salesforce Sans"/>
              <a:ea typeface="Salesforce Sans"/>
              <a:cs typeface="Salesforce Sans"/>
              <a:sym typeface="Salesforce Sans"/>
            </a:endParaRPr>
          </a:p>
        </p:txBody>
      </p:sp>
      <p:sp>
        <p:nvSpPr>
          <p:cNvPr id="5345" name="Google Shape;5345;p170"/>
          <p:cNvSpPr txBox="1"/>
          <p:nvPr/>
        </p:nvSpPr>
        <p:spPr>
          <a:xfrm>
            <a:off x="12177400" y="7649969"/>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5346" name="Google Shape;5346;p170"/>
          <p:cNvSpPr txBox="1"/>
          <p:nvPr/>
        </p:nvSpPr>
        <p:spPr>
          <a:xfrm>
            <a:off x="12177400" y="7859306"/>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People Measurement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Reporting</a:t>
            </a:r>
            <a:endParaRPr sz="800" i="0" u="none" strike="noStrike" cap="none">
              <a:latin typeface="Salesforce Sans"/>
              <a:ea typeface="Salesforce Sans"/>
              <a:cs typeface="Salesforce Sans"/>
              <a:sym typeface="Salesforce Sans"/>
            </a:endParaRPr>
          </a:p>
        </p:txBody>
      </p:sp>
      <p:sp>
        <p:nvSpPr>
          <p:cNvPr id="5347" name="Google Shape;5347;p170"/>
          <p:cNvSpPr txBox="1"/>
          <p:nvPr/>
        </p:nvSpPr>
        <p:spPr>
          <a:xfrm>
            <a:off x="12177400" y="8778718"/>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5348" name="Google Shape;5348;p170"/>
          <p:cNvSpPr txBox="1"/>
          <p:nvPr/>
        </p:nvSpPr>
        <p:spPr>
          <a:xfrm>
            <a:off x="12177400" y="8450042"/>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5349" name="Google Shape;5349;p170"/>
          <p:cNvSpPr txBox="1"/>
          <p:nvPr/>
        </p:nvSpPr>
        <p:spPr>
          <a:xfrm>
            <a:off x="12177400" y="9196663"/>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5350" name="Google Shape;5350;p170"/>
          <p:cNvSpPr txBox="1"/>
          <p:nvPr/>
        </p:nvSpPr>
        <p:spPr>
          <a:xfrm>
            <a:off x="12177400" y="9019276"/>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5351" name="Google Shape;5351;p170"/>
          <p:cNvSpPr txBox="1"/>
          <p:nvPr/>
        </p:nvSpPr>
        <p:spPr>
          <a:xfrm>
            <a:off x="12177400" y="8223791"/>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5352" name="Google Shape;5352;p170"/>
          <p:cNvSpPr txBox="1"/>
          <p:nvPr/>
        </p:nvSpPr>
        <p:spPr>
          <a:xfrm>
            <a:off x="12177400" y="8614380"/>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5353" name="Google Shape;5353;p170"/>
          <p:cNvSpPr/>
          <p:nvPr/>
        </p:nvSpPr>
        <p:spPr>
          <a:xfrm>
            <a:off x="10976107" y="737407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5354" name="Google Shape;5354;p170"/>
          <p:cNvSpPr/>
          <p:nvPr/>
        </p:nvSpPr>
        <p:spPr>
          <a:xfrm>
            <a:off x="10976107" y="9030426"/>
            <a:ext cx="8736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M</a:t>
            </a:r>
            <a:r>
              <a:rPr lang="en" sz="900" b="1">
                <a:solidFill>
                  <a:srgbClr val="066AFE"/>
                </a:solidFill>
                <a:latin typeface="Salesforce Sans"/>
                <a:ea typeface="Salesforce Sans"/>
                <a:cs typeface="Salesforce Sans"/>
                <a:sym typeface="Salesforce Sans"/>
              </a:rPr>
              <a:t>anagement &amp;</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Dev</a:t>
            </a:r>
            <a:r>
              <a:rPr lang="en" sz="900" b="1">
                <a:solidFill>
                  <a:srgbClr val="066AFE"/>
                </a:solidFill>
                <a:latin typeface="Salesforce Sans"/>
                <a:ea typeface="Salesforce Sans"/>
                <a:cs typeface="Salesforce Sans"/>
                <a:sym typeface="Salesforce Sans"/>
              </a:rPr>
              <a:t>elopment</a:t>
            </a:r>
            <a:endParaRPr sz="900" b="1" i="0" u="none" strike="noStrike" cap="none">
              <a:solidFill>
                <a:srgbClr val="066AFE"/>
              </a:solidFill>
              <a:latin typeface="Salesforce Sans"/>
              <a:ea typeface="Salesforce Sans"/>
              <a:cs typeface="Salesforce Sans"/>
              <a:sym typeface="Salesforce Sans"/>
            </a:endParaRPr>
          </a:p>
        </p:txBody>
      </p:sp>
      <p:sp>
        <p:nvSpPr>
          <p:cNvPr id="5355" name="Google Shape;5355;p170"/>
          <p:cNvSpPr/>
          <p:nvPr/>
        </p:nvSpPr>
        <p:spPr>
          <a:xfrm>
            <a:off x="10976107" y="8233907"/>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Attraction</a:t>
            </a:r>
            <a:endParaRPr sz="900" b="1" i="0" u="none" strike="noStrike" cap="none">
              <a:solidFill>
                <a:srgbClr val="066AFE"/>
              </a:solidFill>
              <a:latin typeface="Salesforce Sans"/>
              <a:ea typeface="Salesforce Sans"/>
              <a:cs typeface="Salesforce Sans"/>
              <a:sym typeface="Salesforce Sans"/>
            </a:endParaRPr>
          </a:p>
        </p:txBody>
      </p:sp>
      <p:sp>
        <p:nvSpPr>
          <p:cNvPr id="5356" name="Google Shape;5356;p170"/>
          <p:cNvSpPr/>
          <p:nvPr/>
        </p:nvSpPr>
        <p:spPr>
          <a:xfrm>
            <a:off x="12013084" y="242894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57" name="Google Shape;5357;p170"/>
          <p:cNvSpPr/>
          <p:nvPr/>
        </p:nvSpPr>
        <p:spPr>
          <a:xfrm>
            <a:off x="12013084" y="302183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58" name="Google Shape;5358;p170"/>
          <p:cNvSpPr/>
          <p:nvPr/>
        </p:nvSpPr>
        <p:spPr>
          <a:xfrm>
            <a:off x="12013084" y="330399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59" name="Google Shape;5359;p170"/>
          <p:cNvSpPr/>
          <p:nvPr/>
        </p:nvSpPr>
        <p:spPr>
          <a:xfrm>
            <a:off x="12013084" y="272538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60" name="Google Shape;5360;p170"/>
          <p:cNvSpPr txBox="1"/>
          <p:nvPr/>
        </p:nvSpPr>
        <p:spPr>
          <a:xfrm>
            <a:off x="12177400" y="2404977"/>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Authentication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Access Mgmt. </a:t>
            </a:r>
            <a:endParaRPr sz="800" i="0" u="none" strike="noStrike" cap="none">
              <a:latin typeface="Salesforce Sans"/>
              <a:ea typeface="Salesforce Sans"/>
              <a:cs typeface="Salesforce Sans"/>
              <a:sym typeface="Salesforce Sans"/>
            </a:endParaRPr>
          </a:p>
        </p:txBody>
      </p:sp>
      <p:sp>
        <p:nvSpPr>
          <p:cNvPr id="5361" name="Google Shape;5361;p170"/>
          <p:cNvSpPr txBox="1"/>
          <p:nvPr/>
        </p:nvSpPr>
        <p:spPr>
          <a:xfrm>
            <a:off x="12177400" y="3045496"/>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Personalized Engagement </a:t>
            </a:r>
            <a:endParaRPr sz="800" i="0" u="none" strike="noStrike" cap="none">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&amp; Recommendations</a:t>
            </a:r>
            <a:endParaRPr sz="800" i="0" u="none" strike="noStrike" cap="none">
              <a:latin typeface="Salesforce Sans"/>
              <a:ea typeface="Salesforce Sans"/>
              <a:cs typeface="Salesforce Sans"/>
              <a:sym typeface="Salesforce Sans"/>
            </a:endParaRPr>
          </a:p>
        </p:txBody>
      </p:sp>
      <p:sp>
        <p:nvSpPr>
          <p:cNvPr id="5362" name="Google Shape;5362;p170"/>
          <p:cNvSpPr txBox="1"/>
          <p:nvPr/>
        </p:nvSpPr>
        <p:spPr>
          <a:xfrm>
            <a:off x="12177400" y="3270506"/>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Feedback &amp; Monitoring </a:t>
            </a:r>
            <a:endParaRPr sz="800" i="0" u="none" strike="noStrike" cap="none">
              <a:latin typeface="Salesforce Sans"/>
              <a:ea typeface="Salesforce Sans"/>
              <a:cs typeface="Salesforce Sans"/>
              <a:sym typeface="Salesforce Sans"/>
            </a:endParaRPr>
          </a:p>
        </p:txBody>
      </p:sp>
      <p:sp>
        <p:nvSpPr>
          <p:cNvPr id="5363" name="Google Shape;5363;p170"/>
          <p:cNvSpPr txBox="1"/>
          <p:nvPr/>
        </p:nvSpPr>
        <p:spPr>
          <a:xfrm>
            <a:off x="12177400" y="2691899"/>
            <a:ext cx="13527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Transaction Execution </a:t>
            </a:r>
            <a:br>
              <a:rPr lang="en" sz="800" i="0" u="none" strike="noStrike" cap="none">
                <a:latin typeface="Salesforce Sans"/>
                <a:ea typeface="Salesforce Sans"/>
                <a:cs typeface="Salesforce Sans"/>
                <a:sym typeface="Salesforce Sans"/>
              </a:rPr>
            </a:br>
            <a:r>
              <a:rPr lang="en" sz="800" i="0" u="none" strike="noStrike" cap="none">
                <a:latin typeface="Salesforce Sans"/>
                <a:ea typeface="Salesforce Sans"/>
                <a:cs typeface="Salesforce Sans"/>
                <a:sym typeface="Salesforce Sans"/>
              </a:rPr>
              <a:t>&amp; Service Requests</a:t>
            </a:r>
            <a:endParaRPr sz="800" i="0" u="none" strike="noStrike" cap="none">
              <a:latin typeface="Salesforce Sans"/>
              <a:ea typeface="Salesforce Sans"/>
              <a:cs typeface="Salesforce Sans"/>
              <a:sym typeface="Salesforce Sans"/>
            </a:endParaRPr>
          </a:p>
        </p:txBody>
      </p:sp>
      <p:sp>
        <p:nvSpPr>
          <p:cNvPr id="5364" name="Google Shape;5364;p170"/>
          <p:cNvSpPr/>
          <p:nvPr/>
        </p:nvSpPr>
        <p:spPr>
          <a:xfrm>
            <a:off x="12013084" y="16274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365" name="Google Shape;5365;p170"/>
          <p:cNvSpPr/>
          <p:nvPr/>
        </p:nvSpPr>
        <p:spPr>
          <a:xfrm>
            <a:off x="12013084" y="1817804"/>
            <a:ext cx="79200" cy="792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366" name="Google Shape;5366;p170"/>
          <p:cNvSpPr/>
          <p:nvPr/>
        </p:nvSpPr>
        <p:spPr>
          <a:xfrm>
            <a:off x="12013084" y="218698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367" name="Google Shape;5367;p170"/>
          <p:cNvSpPr/>
          <p:nvPr/>
        </p:nvSpPr>
        <p:spPr>
          <a:xfrm>
            <a:off x="12013084" y="200817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368" name="Google Shape;5368;p170"/>
          <p:cNvSpPr txBox="1"/>
          <p:nvPr/>
        </p:nvSpPr>
        <p:spPr>
          <a:xfrm>
            <a:off x="12177400" y="1593917"/>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5369" name="Google Shape;5369;p170"/>
          <p:cNvSpPr txBox="1"/>
          <p:nvPr/>
        </p:nvSpPr>
        <p:spPr>
          <a:xfrm>
            <a:off x="12177400" y="1779653"/>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Troubleshooting </a:t>
            </a:r>
            <a:endParaRPr sz="800" i="0" u="none" strike="noStrike" cap="none">
              <a:latin typeface="Salesforce Sans"/>
              <a:ea typeface="Salesforce Sans"/>
              <a:cs typeface="Salesforce Sans"/>
              <a:sym typeface="Salesforce Sans"/>
            </a:endParaRPr>
          </a:p>
        </p:txBody>
      </p:sp>
      <p:sp>
        <p:nvSpPr>
          <p:cNvPr id="5370" name="Google Shape;5370;p170"/>
          <p:cNvSpPr txBox="1"/>
          <p:nvPr/>
        </p:nvSpPr>
        <p:spPr>
          <a:xfrm>
            <a:off x="12177400" y="2151124"/>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a:t>
            </a:r>
            <a:endParaRPr sz="800" i="0" u="none" strike="noStrike" cap="none">
              <a:latin typeface="Salesforce Sans"/>
              <a:ea typeface="Salesforce Sans"/>
              <a:cs typeface="Salesforce Sans"/>
              <a:sym typeface="Salesforce Sans"/>
            </a:endParaRPr>
          </a:p>
        </p:txBody>
      </p:sp>
      <p:sp>
        <p:nvSpPr>
          <p:cNvPr id="5371" name="Google Shape;5371;p170"/>
          <p:cNvSpPr txBox="1"/>
          <p:nvPr/>
        </p:nvSpPr>
        <p:spPr>
          <a:xfrm>
            <a:off x="12177400" y="1965389"/>
            <a:ext cx="13626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Sentiment Analysis</a:t>
            </a:r>
            <a:endParaRPr sz="800" i="0" u="none" strike="noStrike" cap="none">
              <a:latin typeface="Salesforce Sans"/>
              <a:ea typeface="Salesforce Sans"/>
              <a:cs typeface="Salesforce Sans"/>
              <a:sym typeface="Salesforce Sans"/>
            </a:endParaRPr>
          </a:p>
        </p:txBody>
      </p:sp>
      <p:sp>
        <p:nvSpPr>
          <p:cNvPr id="5372" name="Google Shape;5372;p170"/>
          <p:cNvSpPr/>
          <p:nvPr/>
        </p:nvSpPr>
        <p:spPr>
          <a:xfrm>
            <a:off x="10976107" y="3517445"/>
            <a:ext cx="841200" cy="692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a:solidFill>
                  <a:srgbClr val="066AFE"/>
                </a:solidFill>
                <a:latin typeface="Salesforce Sans"/>
                <a:ea typeface="Salesforce Sans"/>
                <a:cs typeface="Salesforce Sans"/>
                <a:sym typeface="Salesforce Sans"/>
              </a:rPr>
              <a:t>Banking Service</a:t>
            </a:r>
            <a:endParaRPr sz="900" b="1" i="0" u="none" strike="noStrike" cap="none">
              <a:solidFill>
                <a:srgbClr val="066AFE"/>
              </a:solidFill>
              <a:latin typeface="Salesforce Sans"/>
              <a:ea typeface="Salesforce Sans"/>
              <a:cs typeface="Salesforce Sans"/>
              <a:sym typeface="Salesforce Sans"/>
            </a:endParaRPr>
          </a:p>
        </p:txBody>
      </p:sp>
      <p:sp>
        <p:nvSpPr>
          <p:cNvPr id="5373" name="Google Shape;5373;p170"/>
          <p:cNvSpPr/>
          <p:nvPr/>
        </p:nvSpPr>
        <p:spPr>
          <a:xfrm>
            <a:off x="12013084" y="354449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74" name="Google Shape;5374;p170"/>
          <p:cNvSpPr txBox="1"/>
          <p:nvPr/>
        </p:nvSpPr>
        <p:spPr>
          <a:xfrm>
            <a:off x="12177400" y="351099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sz="800" i="0" u="none" strike="noStrike" cap="none">
              <a:latin typeface="Salesforce Sans"/>
              <a:ea typeface="Salesforce Sans"/>
              <a:cs typeface="Salesforce Sans"/>
              <a:sym typeface="Salesforce Sans"/>
            </a:endParaRPr>
          </a:p>
        </p:txBody>
      </p:sp>
      <p:sp>
        <p:nvSpPr>
          <p:cNvPr id="5375" name="Google Shape;5375;p170"/>
          <p:cNvSpPr/>
          <p:nvPr/>
        </p:nvSpPr>
        <p:spPr>
          <a:xfrm>
            <a:off x="12013084" y="372983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76" name="Google Shape;5376;p170"/>
          <p:cNvSpPr txBox="1"/>
          <p:nvPr/>
        </p:nvSpPr>
        <p:spPr>
          <a:xfrm>
            <a:off x="12177400" y="369633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sz="800" i="0" u="none" strike="noStrike" cap="none">
              <a:latin typeface="Salesforce Sans"/>
              <a:ea typeface="Salesforce Sans"/>
              <a:cs typeface="Salesforce Sans"/>
              <a:sym typeface="Salesforce Sans"/>
            </a:endParaRPr>
          </a:p>
        </p:txBody>
      </p:sp>
      <p:sp>
        <p:nvSpPr>
          <p:cNvPr id="5377" name="Google Shape;5377;p170"/>
          <p:cNvSpPr/>
          <p:nvPr/>
        </p:nvSpPr>
        <p:spPr>
          <a:xfrm>
            <a:off x="12013084" y="390548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78" name="Google Shape;5378;p170"/>
          <p:cNvSpPr txBox="1"/>
          <p:nvPr/>
        </p:nvSpPr>
        <p:spPr>
          <a:xfrm>
            <a:off x="12177400" y="387199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sz="800" i="0" u="none" strike="noStrike" cap="none">
              <a:latin typeface="Salesforce Sans"/>
              <a:ea typeface="Salesforce Sans"/>
              <a:cs typeface="Salesforce Sans"/>
              <a:sym typeface="Salesforce Sans"/>
            </a:endParaRPr>
          </a:p>
        </p:txBody>
      </p:sp>
      <p:sp>
        <p:nvSpPr>
          <p:cNvPr id="5379" name="Google Shape;5379;p170"/>
          <p:cNvSpPr/>
          <p:nvPr/>
        </p:nvSpPr>
        <p:spPr>
          <a:xfrm>
            <a:off x="12013084" y="409082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80" name="Google Shape;5380;p170"/>
          <p:cNvSpPr txBox="1"/>
          <p:nvPr/>
        </p:nvSpPr>
        <p:spPr>
          <a:xfrm>
            <a:off x="12177400" y="40573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sz="800" i="0" u="none" strike="noStrike" cap="none">
              <a:latin typeface="Salesforce Sans"/>
              <a:ea typeface="Salesforce Sans"/>
              <a:cs typeface="Salesforce Sans"/>
              <a:sym typeface="Salesforce Sans"/>
            </a:endParaRPr>
          </a:p>
        </p:txBody>
      </p:sp>
      <p:sp>
        <p:nvSpPr>
          <p:cNvPr id="5381" name="Google Shape;5381;p170"/>
          <p:cNvSpPr/>
          <p:nvPr/>
        </p:nvSpPr>
        <p:spPr>
          <a:xfrm>
            <a:off x="12013084" y="428622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82" name="Google Shape;5382;p170"/>
          <p:cNvSpPr txBox="1"/>
          <p:nvPr/>
        </p:nvSpPr>
        <p:spPr>
          <a:xfrm>
            <a:off x="12177400" y="42527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sz="800" i="0" u="none" strike="noStrike" cap="none">
              <a:latin typeface="Salesforce Sans"/>
              <a:ea typeface="Salesforce Sans"/>
              <a:cs typeface="Salesforce Sans"/>
              <a:sym typeface="Salesforce Sans"/>
            </a:endParaRPr>
          </a:p>
        </p:txBody>
      </p:sp>
      <p:sp>
        <p:nvSpPr>
          <p:cNvPr id="5383" name="Google Shape;5383;p170"/>
          <p:cNvSpPr/>
          <p:nvPr/>
        </p:nvSpPr>
        <p:spPr>
          <a:xfrm>
            <a:off x="12013084" y="447156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84" name="Google Shape;5384;p170"/>
          <p:cNvSpPr txBox="1"/>
          <p:nvPr/>
        </p:nvSpPr>
        <p:spPr>
          <a:xfrm>
            <a:off x="12177400" y="443806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sz="800" i="0" u="none" strike="noStrike" cap="none">
              <a:latin typeface="Salesforce Sans"/>
              <a:ea typeface="Salesforce Sans"/>
              <a:cs typeface="Salesforce Sans"/>
              <a:sym typeface="Salesforce Sans"/>
            </a:endParaRPr>
          </a:p>
        </p:txBody>
      </p:sp>
      <p:sp>
        <p:nvSpPr>
          <p:cNvPr id="5385" name="Google Shape;5385;p170"/>
          <p:cNvSpPr/>
          <p:nvPr/>
        </p:nvSpPr>
        <p:spPr>
          <a:xfrm>
            <a:off x="12013084" y="464721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86" name="Google Shape;5386;p170"/>
          <p:cNvSpPr txBox="1"/>
          <p:nvPr/>
        </p:nvSpPr>
        <p:spPr>
          <a:xfrm>
            <a:off x="12177400" y="461372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sz="800" i="0" u="none" strike="noStrike" cap="none">
              <a:latin typeface="Salesforce Sans"/>
              <a:ea typeface="Salesforce Sans"/>
              <a:cs typeface="Salesforce Sans"/>
              <a:sym typeface="Salesforce Sans"/>
            </a:endParaRPr>
          </a:p>
        </p:txBody>
      </p:sp>
      <p:sp>
        <p:nvSpPr>
          <p:cNvPr id="5387" name="Google Shape;5387;p170"/>
          <p:cNvSpPr/>
          <p:nvPr/>
        </p:nvSpPr>
        <p:spPr>
          <a:xfrm>
            <a:off x="12013084" y="483255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88" name="Google Shape;5388;p170"/>
          <p:cNvSpPr txBox="1"/>
          <p:nvPr/>
        </p:nvSpPr>
        <p:spPr>
          <a:xfrm>
            <a:off x="12177400" y="479906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sz="800" i="0" u="none" strike="noStrike" cap="none">
              <a:latin typeface="Salesforce Sans"/>
              <a:ea typeface="Salesforce Sans"/>
              <a:cs typeface="Salesforce Sans"/>
              <a:sym typeface="Salesforce Sans"/>
            </a:endParaRPr>
          </a:p>
        </p:txBody>
      </p:sp>
      <p:sp>
        <p:nvSpPr>
          <p:cNvPr id="5389" name="Google Shape;5389;p170"/>
          <p:cNvSpPr/>
          <p:nvPr/>
        </p:nvSpPr>
        <p:spPr>
          <a:xfrm>
            <a:off x="12013084" y="502664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90" name="Google Shape;5390;p170"/>
          <p:cNvSpPr txBox="1"/>
          <p:nvPr/>
        </p:nvSpPr>
        <p:spPr>
          <a:xfrm>
            <a:off x="12177400" y="499315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sz="800" i="0" u="none" strike="noStrike" cap="none">
              <a:latin typeface="Salesforce Sans"/>
              <a:ea typeface="Salesforce Sans"/>
              <a:cs typeface="Salesforce Sans"/>
              <a:sym typeface="Salesforce Sans"/>
            </a:endParaRPr>
          </a:p>
        </p:txBody>
      </p:sp>
      <p:sp>
        <p:nvSpPr>
          <p:cNvPr id="5391" name="Google Shape;5391;p170"/>
          <p:cNvSpPr/>
          <p:nvPr/>
        </p:nvSpPr>
        <p:spPr>
          <a:xfrm>
            <a:off x="12013084" y="521197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92" name="Google Shape;5392;p170"/>
          <p:cNvSpPr txBox="1"/>
          <p:nvPr/>
        </p:nvSpPr>
        <p:spPr>
          <a:xfrm>
            <a:off x="12177400" y="517848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sz="800" i="0" u="none" strike="noStrike" cap="none">
              <a:latin typeface="Salesforce Sans"/>
              <a:ea typeface="Salesforce Sans"/>
              <a:cs typeface="Salesforce Sans"/>
              <a:sym typeface="Salesforce Sans"/>
            </a:endParaRPr>
          </a:p>
        </p:txBody>
      </p:sp>
      <p:sp>
        <p:nvSpPr>
          <p:cNvPr id="5393" name="Google Shape;5393;p170"/>
          <p:cNvSpPr/>
          <p:nvPr/>
        </p:nvSpPr>
        <p:spPr>
          <a:xfrm>
            <a:off x="12013084" y="538763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94" name="Google Shape;5394;p170"/>
          <p:cNvSpPr txBox="1"/>
          <p:nvPr/>
        </p:nvSpPr>
        <p:spPr>
          <a:xfrm>
            <a:off x="12177400" y="535414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sz="800" i="0" u="none" strike="noStrike" cap="none">
              <a:latin typeface="Salesforce Sans"/>
              <a:ea typeface="Salesforce Sans"/>
              <a:cs typeface="Salesforce Sans"/>
              <a:sym typeface="Salesforce Sans"/>
            </a:endParaRPr>
          </a:p>
        </p:txBody>
      </p:sp>
      <p:sp>
        <p:nvSpPr>
          <p:cNvPr id="5395" name="Google Shape;5395;p170"/>
          <p:cNvSpPr/>
          <p:nvPr/>
        </p:nvSpPr>
        <p:spPr>
          <a:xfrm>
            <a:off x="12013084" y="5572972"/>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96" name="Google Shape;5396;p170"/>
          <p:cNvSpPr txBox="1"/>
          <p:nvPr/>
        </p:nvSpPr>
        <p:spPr>
          <a:xfrm>
            <a:off x="12177400" y="553948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sz="800" i="0" u="none" strike="noStrike" cap="none">
              <a:latin typeface="Salesforce Sans"/>
              <a:ea typeface="Salesforce Sans"/>
              <a:cs typeface="Salesforce Sans"/>
              <a:sym typeface="Salesforce Sans"/>
            </a:endParaRPr>
          </a:p>
        </p:txBody>
      </p:sp>
      <p:sp>
        <p:nvSpPr>
          <p:cNvPr id="5397" name="Google Shape;5397;p170"/>
          <p:cNvSpPr/>
          <p:nvPr/>
        </p:nvSpPr>
        <p:spPr>
          <a:xfrm>
            <a:off x="12013084" y="576909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398" name="Google Shape;5398;p170"/>
          <p:cNvSpPr txBox="1"/>
          <p:nvPr/>
        </p:nvSpPr>
        <p:spPr>
          <a:xfrm>
            <a:off x="12177400" y="573560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sz="800" i="0" u="none" strike="noStrike" cap="none">
              <a:latin typeface="Salesforce Sans"/>
              <a:ea typeface="Salesforce Sans"/>
              <a:cs typeface="Salesforce Sans"/>
              <a:sym typeface="Salesforce Sans"/>
            </a:endParaRPr>
          </a:p>
        </p:txBody>
      </p:sp>
      <p:sp>
        <p:nvSpPr>
          <p:cNvPr id="5399" name="Google Shape;5399;p170"/>
          <p:cNvSpPr/>
          <p:nvPr/>
        </p:nvSpPr>
        <p:spPr>
          <a:xfrm>
            <a:off x="12013084" y="594474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00" name="Google Shape;5400;p170"/>
          <p:cNvSpPr txBox="1"/>
          <p:nvPr/>
        </p:nvSpPr>
        <p:spPr>
          <a:xfrm>
            <a:off x="12177400" y="591126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sz="800" i="0" u="none" strike="noStrike" cap="none">
              <a:latin typeface="Salesforce Sans"/>
              <a:ea typeface="Salesforce Sans"/>
              <a:cs typeface="Salesforce Sans"/>
              <a:sym typeface="Salesforce Sans"/>
            </a:endParaRPr>
          </a:p>
        </p:txBody>
      </p:sp>
      <p:sp>
        <p:nvSpPr>
          <p:cNvPr id="5401" name="Google Shape;5401;p170"/>
          <p:cNvSpPr/>
          <p:nvPr/>
        </p:nvSpPr>
        <p:spPr>
          <a:xfrm>
            <a:off x="12013084" y="613008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02" name="Google Shape;5402;p170"/>
          <p:cNvSpPr txBox="1"/>
          <p:nvPr/>
        </p:nvSpPr>
        <p:spPr>
          <a:xfrm>
            <a:off x="12177400" y="609659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sz="800" i="0" u="none" strike="noStrike" cap="none">
              <a:latin typeface="Salesforce Sans"/>
              <a:ea typeface="Salesforce Sans"/>
              <a:cs typeface="Salesforce Sans"/>
              <a:sym typeface="Salesforce Sans"/>
            </a:endParaRPr>
          </a:p>
        </p:txBody>
      </p:sp>
      <p:sp>
        <p:nvSpPr>
          <p:cNvPr id="5403" name="Google Shape;5403;p170"/>
          <p:cNvSpPr/>
          <p:nvPr/>
        </p:nvSpPr>
        <p:spPr>
          <a:xfrm>
            <a:off x="12013084" y="6314646"/>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04" name="Google Shape;5404;p170"/>
          <p:cNvSpPr txBox="1"/>
          <p:nvPr/>
        </p:nvSpPr>
        <p:spPr>
          <a:xfrm>
            <a:off x="12177400" y="628116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sz="800" i="0" u="none" strike="noStrike" cap="none">
              <a:latin typeface="Salesforce Sans"/>
              <a:ea typeface="Salesforce Sans"/>
              <a:cs typeface="Salesforce Sans"/>
              <a:sym typeface="Salesforce Sans"/>
            </a:endParaRPr>
          </a:p>
        </p:txBody>
      </p:sp>
      <p:sp>
        <p:nvSpPr>
          <p:cNvPr id="5405" name="Google Shape;5405;p170"/>
          <p:cNvSpPr/>
          <p:nvPr/>
        </p:nvSpPr>
        <p:spPr>
          <a:xfrm>
            <a:off x="12013084" y="651427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06" name="Google Shape;5406;p170"/>
          <p:cNvSpPr txBox="1"/>
          <p:nvPr/>
        </p:nvSpPr>
        <p:spPr>
          <a:xfrm>
            <a:off x="12177400" y="648078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sz="800" i="0" u="none" strike="noStrike" cap="none">
              <a:latin typeface="Salesforce Sans"/>
              <a:ea typeface="Salesforce Sans"/>
              <a:cs typeface="Salesforce Sans"/>
              <a:sym typeface="Salesforce Sans"/>
            </a:endParaRPr>
          </a:p>
        </p:txBody>
      </p:sp>
      <p:sp>
        <p:nvSpPr>
          <p:cNvPr id="5407" name="Google Shape;5407;p170"/>
          <p:cNvSpPr/>
          <p:nvPr/>
        </p:nvSpPr>
        <p:spPr>
          <a:xfrm>
            <a:off x="12013084" y="668992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08" name="Google Shape;5408;p170"/>
          <p:cNvSpPr txBox="1"/>
          <p:nvPr/>
        </p:nvSpPr>
        <p:spPr>
          <a:xfrm>
            <a:off x="12177400" y="665644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sz="800" i="0" u="none" strike="noStrike" cap="none">
              <a:latin typeface="Salesforce Sans"/>
              <a:ea typeface="Salesforce Sans"/>
              <a:cs typeface="Salesforce Sans"/>
              <a:sym typeface="Salesforce Sans"/>
            </a:endParaRPr>
          </a:p>
        </p:txBody>
      </p:sp>
      <p:sp>
        <p:nvSpPr>
          <p:cNvPr id="5409" name="Google Shape;5409;p170"/>
          <p:cNvSpPr/>
          <p:nvPr/>
        </p:nvSpPr>
        <p:spPr>
          <a:xfrm>
            <a:off x="12013084" y="687526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10" name="Google Shape;5410;p170"/>
          <p:cNvSpPr txBox="1"/>
          <p:nvPr/>
        </p:nvSpPr>
        <p:spPr>
          <a:xfrm>
            <a:off x="12177400" y="684178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sz="800" i="0" u="none" strike="noStrike" cap="none">
              <a:latin typeface="Salesforce Sans"/>
              <a:ea typeface="Salesforce Sans"/>
              <a:cs typeface="Salesforce Sans"/>
              <a:sym typeface="Salesforce Sans"/>
            </a:endParaRPr>
          </a:p>
        </p:txBody>
      </p:sp>
      <p:sp>
        <p:nvSpPr>
          <p:cNvPr id="5411" name="Google Shape;5411;p170"/>
          <p:cNvSpPr/>
          <p:nvPr/>
        </p:nvSpPr>
        <p:spPr>
          <a:xfrm>
            <a:off x="12013084" y="7057835"/>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12" name="Google Shape;5412;p170"/>
          <p:cNvSpPr txBox="1"/>
          <p:nvPr/>
        </p:nvSpPr>
        <p:spPr>
          <a:xfrm>
            <a:off x="12177400" y="7008832"/>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sz="800" i="0" u="none" strike="noStrike" cap="none">
              <a:latin typeface="Salesforce Sans"/>
              <a:ea typeface="Salesforce Sans"/>
              <a:cs typeface="Salesforce Sans"/>
              <a:sym typeface="Salesforce Sans"/>
            </a:endParaRPr>
          </a:p>
        </p:txBody>
      </p:sp>
      <p:sp>
        <p:nvSpPr>
          <p:cNvPr id="5413" name="Google Shape;5413;p170"/>
          <p:cNvSpPr/>
          <p:nvPr/>
        </p:nvSpPr>
        <p:spPr>
          <a:xfrm>
            <a:off x="12013084" y="7683239"/>
            <a:ext cx="79200" cy="792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414" name="Google Shape;5414;p170"/>
          <p:cNvSpPr/>
          <p:nvPr/>
        </p:nvSpPr>
        <p:spPr>
          <a:xfrm>
            <a:off x="10976107" y="2391929"/>
            <a:ext cx="8154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Digital Self Service</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900" b="1">
              <a:solidFill>
                <a:srgbClr val="066AFE"/>
              </a:solidFill>
              <a:latin typeface="Salesforce Sans"/>
              <a:ea typeface="Salesforce Sans"/>
              <a:cs typeface="Salesforce Sans"/>
              <a:sym typeface="Salesforce Sans"/>
            </a:endParaRPr>
          </a:p>
        </p:txBody>
      </p:sp>
      <p:sp>
        <p:nvSpPr>
          <p:cNvPr id="5415" name="Google Shape;5415;p170"/>
          <p:cNvSpPr txBox="1"/>
          <p:nvPr/>
        </p:nvSpPr>
        <p:spPr>
          <a:xfrm>
            <a:off x="10981321"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16" name="Google Shape;5416;p170"/>
          <p:cNvGrpSpPr/>
          <p:nvPr/>
        </p:nvGrpSpPr>
        <p:grpSpPr>
          <a:xfrm>
            <a:off x="9502346" y="1635959"/>
            <a:ext cx="1322400" cy="449700"/>
            <a:chOff x="755165" y="1828821"/>
            <a:chExt cx="1322400" cy="449700"/>
          </a:xfrm>
        </p:grpSpPr>
        <p:sp>
          <p:nvSpPr>
            <p:cNvPr id="5417" name="Google Shape;5417;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418" name="Google Shape;5418;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5419" name="Google Shape;5419;p170"/>
          <p:cNvSpPr txBox="1"/>
          <p:nvPr/>
        </p:nvSpPr>
        <p:spPr>
          <a:xfrm>
            <a:off x="12179626" y="1333500"/>
            <a:ext cx="14895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20" name="Google Shape;5420;p170"/>
          <p:cNvSpPr txBox="1"/>
          <p:nvPr/>
        </p:nvSpPr>
        <p:spPr>
          <a:xfrm>
            <a:off x="10976102" y="1610700"/>
            <a:ext cx="9291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Assisted Service </a:t>
            </a:r>
            <a:br>
              <a:rPr lang="en" sz="900" b="1">
                <a:solidFill>
                  <a:srgbClr val="066AFE"/>
                </a:solidFill>
                <a:latin typeface="Salesforce Sans"/>
                <a:ea typeface="Salesforce Sans"/>
                <a:cs typeface="Salesforce Sans"/>
                <a:sym typeface="Salesforce Sans"/>
              </a:rPr>
            </a:br>
            <a:r>
              <a:rPr lang="en" sz="900" b="1">
                <a:solidFill>
                  <a:srgbClr val="066AFE"/>
                </a:solidFill>
                <a:latin typeface="Salesforce Sans"/>
                <a:ea typeface="Salesforce Sans"/>
                <a:cs typeface="Salesforce Sans"/>
                <a:sym typeface="Salesforce Sans"/>
              </a:rPr>
              <a:t>Via Contact </a:t>
            </a:r>
            <a:br>
              <a:rPr lang="en" sz="900" b="1">
                <a:solidFill>
                  <a:srgbClr val="066AFE"/>
                </a:solidFill>
                <a:latin typeface="Salesforce Sans"/>
                <a:ea typeface="Salesforce Sans"/>
                <a:cs typeface="Salesforce Sans"/>
                <a:sym typeface="Salesforce Sans"/>
              </a:rPr>
            </a:br>
            <a:r>
              <a:rPr lang="en" sz="900" b="1">
                <a:solidFill>
                  <a:srgbClr val="066AFE"/>
                </a:solidFill>
                <a:latin typeface="Salesforce Sans"/>
                <a:ea typeface="Salesforce Sans"/>
                <a:cs typeface="Salesforce Sans"/>
                <a:sym typeface="Salesforce Sans"/>
              </a:rPr>
              <a:t>Center</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421" name="Google Shape;5421;p170"/>
          <p:cNvGrpSpPr/>
          <p:nvPr/>
        </p:nvGrpSpPr>
        <p:grpSpPr>
          <a:xfrm>
            <a:off x="9502346" y="7402283"/>
            <a:ext cx="1322400" cy="449700"/>
            <a:chOff x="755165" y="1828821"/>
            <a:chExt cx="1322400" cy="449700"/>
          </a:xfrm>
        </p:grpSpPr>
        <p:sp>
          <p:nvSpPr>
            <p:cNvPr id="5422" name="Google Shape;5422;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423" name="Google Shape;5423;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24" name="Google Shape;5424;p170"/>
          <p:cNvSpPr/>
          <p:nvPr/>
        </p:nvSpPr>
        <p:spPr>
          <a:xfrm>
            <a:off x="15184789" y="5637635"/>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Contract Lifecycle M</a:t>
            </a:r>
            <a:r>
              <a:rPr lang="en" sz="900" b="1">
                <a:solidFill>
                  <a:srgbClr val="066AFE"/>
                </a:solidFill>
                <a:latin typeface="Salesforce Sans"/>
                <a:ea typeface="Salesforce Sans"/>
                <a:cs typeface="Salesforce Sans"/>
                <a:sym typeface="Salesforce Sans"/>
              </a:rPr>
              <a:t>anagement</a:t>
            </a:r>
            <a:endParaRPr sz="900" b="1" i="0" u="none" strike="noStrike" cap="none">
              <a:solidFill>
                <a:srgbClr val="066AFE"/>
              </a:solidFill>
              <a:latin typeface="Salesforce Sans"/>
              <a:ea typeface="Salesforce Sans"/>
              <a:cs typeface="Salesforce Sans"/>
              <a:sym typeface="Salesforce Sans"/>
            </a:endParaRPr>
          </a:p>
        </p:txBody>
      </p:sp>
      <p:sp>
        <p:nvSpPr>
          <p:cNvPr id="5425" name="Google Shape;5425;p170"/>
          <p:cNvSpPr/>
          <p:nvPr/>
        </p:nvSpPr>
        <p:spPr>
          <a:xfrm>
            <a:off x="15184789" y="3540823"/>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Finance Op</a:t>
            </a:r>
            <a:r>
              <a:rPr lang="en" sz="900" b="1">
                <a:solidFill>
                  <a:srgbClr val="066AFE"/>
                </a:solidFill>
                <a:latin typeface="Salesforce Sans"/>
                <a:ea typeface="Salesforce Sans"/>
                <a:cs typeface="Salesforce Sans"/>
                <a:sym typeface="Salesforce Sans"/>
              </a:rPr>
              <a:t>erations</a:t>
            </a:r>
            <a:endParaRPr sz="900" b="1" i="0" u="none" strike="noStrike" cap="none">
              <a:solidFill>
                <a:srgbClr val="066AFE"/>
              </a:solidFill>
              <a:latin typeface="Salesforce Sans"/>
              <a:ea typeface="Salesforce Sans"/>
              <a:cs typeface="Salesforce Sans"/>
              <a:sym typeface="Salesforce Sans"/>
            </a:endParaRPr>
          </a:p>
        </p:txBody>
      </p:sp>
      <p:sp>
        <p:nvSpPr>
          <p:cNvPr id="5426" name="Google Shape;5426;p170"/>
          <p:cNvSpPr/>
          <p:nvPr/>
        </p:nvSpPr>
        <p:spPr>
          <a:xfrm>
            <a:off x="15184789" y="2755050"/>
            <a:ext cx="8412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a:t>
            </a:r>
            <a:endParaRPr sz="900" b="1" i="0" u="none" strike="noStrike" cap="none">
              <a:solidFill>
                <a:srgbClr val="066AFE"/>
              </a:solidFill>
              <a:latin typeface="Salesforce Sans"/>
              <a:ea typeface="Salesforce Sans"/>
              <a:cs typeface="Salesforce Sans"/>
              <a:sym typeface="Salesforce Sans"/>
            </a:endParaRPr>
          </a:p>
        </p:txBody>
      </p:sp>
      <p:sp>
        <p:nvSpPr>
          <p:cNvPr id="5427" name="Google Shape;5427;p170"/>
          <p:cNvSpPr/>
          <p:nvPr/>
        </p:nvSpPr>
        <p:spPr>
          <a:xfrm>
            <a:off x="15184789" y="6282095"/>
            <a:ext cx="8412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Litigation &amp; Dispute</a:t>
            </a:r>
            <a:endParaRPr sz="900" b="1" i="0" u="none" strike="noStrike" cap="none">
              <a:solidFill>
                <a:srgbClr val="066AFE"/>
              </a:solidFill>
              <a:latin typeface="Salesforce Sans"/>
              <a:ea typeface="Salesforce Sans"/>
              <a:cs typeface="Salesforce Sans"/>
              <a:sym typeface="Salesforce Sans"/>
            </a:endParaRPr>
          </a:p>
        </p:txBody>
      </p:sp>
      <p:sp>
        <p:nvSpPr>
          <p:cNvPr id="5428" name="Google Shape;5428;p170"/>
          <p:cNvSpPr/>
          <p:nvPr/>
        </p:nvSpPr>
        <p:spPr>
          <a:xfrm>
            <a:off x="15184789" y="4238872"/>
            <a:ext cx="841200" cy="277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Comp</a:t>
            </a:r>
            <a:r>
              <a:rPr lang="en" sz="900" b="1">
                <a:solidFill>
                  <a:srgbClr val="066AFE"/>
                </a:solidFill>
                <a:latin typeface="Salesforce Sans"/>
                <a:ea typeface="Salesforce Sans"/>
                <a:cs typeface="Salesforce Sans"/>
                <a:sym typeface="Salesforce Sans"/>
              </a:rPr>
              <a:t>liance</a:t>
            </a:r>
            <a:endParaRPr sz="900" b="1" i="0" u="none" strike="noStrike" cap="none">
              <a:solidFill>
                <a:srgbClr val="066AFE"/>
              </a:solidFill>
              <a:latin typeface="Salesforce Sans"/>
              <a:ea typeface="Salesforce Sans"/>
              <a:cs typeface="Salesforce Sans"/>
              <a:sym typeface="Salesforce Sans"/>
            </a:endParaRPr>
          </a:p>
        </p:txBody>
      </p:sp>
      <p:sp>
        <p:nvSpPr>
          <p:cNvPr id="5429" name="Google Shape;5429;p170"/>
          <p:cNvSpPr/>
          <p:nvPr/>
        </p:nvSpPr>
        <p:spPr>
          <a:xfrm>
            <a:off x="15184789" y="5190103"/>
            <a:ext cx="841200" cy="553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0000"/>
              </a:buClr>
              <a:buSzPts val="1000"/>
              <a:buFont typeface="Arial"/>
              <a:buNone/>
            </a:pPr>
            <a:r>
              <a:rPr lang="en" sz="900" b="1" i="0" u="none" strike="noStrike" cap="none">
                <a:solidFill>
                  <a:srgbClr val="066AFE"/>
                </a:solidFill>
                <a:latin typeface="Salesforce Sans"/>
                <a:ea typeface="Salesforce Sans"/>
                <a:cs typeface="Salesforce Sans"/>
                <a:sym typeface="Salesforce Sans"/>
              </a:rPr>
              <a:t>Mgmt. &amp; Board Reporting Generation</a:t>
            </a:r>
            <a:endParaRPr sz="900" b="1" i="0" u="none" strike="noStrike" cap="none">
              <a:solidFill>
                <a:srgbClr val="066AFE"/>
              </a:solidFill>
              <a:latin typeface="Salesforce Sans"/>
              <a:ea typeface="Salesforce Sans"/>
              <a:cs typeface="Salesforce Sans"/>
              <a:sym typeface="Salesforce Sans"/>
            </a:endParaRPr>
          </a:p>
        </p:txBody>
      </p:sp>
      <p:sp>
        <p:nvSpPr>
          <p:cNvPr id="5430" name="Google Shape;5430;p170"/>
          <p:cNvSpPr/>
          <p:nvPr/>
        </p:nvSpPr>
        <p:spPr>
          <a:xfrm>
            <a:off x="15184789" y="6840813"/>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Selection</a:t>
            </a:r>
            <a:endParaRPr sz="900" b="1" i="0" u="none" strike="noStrike" cap="none">
              <a:solidFill>
                <a:srgbClr val="066AFE"/>
              </a:solidFill>
              <a:latin typeface="Salesforce Sans"/>
              <a:ea typeface="Salesforce Sans"/>
              <a:cs typeface="Salesforce Sans"/>
              <a:sym typeface="Salesforce Sans"/>
            </a:endParaRPr>
          </a:p>
        </p:txBody>
      </p:sp>
      <p:sp>
        <p:nvSpPr>
          <p:cNvPr id="5431" name="Google Shape;5431;p170"/>
          <p:cNvSpPr/>
          <p:nvPr/>
        </p:nvSpPr>
        <p:spPr>
          <a:xfrm>
            <a:off x="15184789" y="736451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Onboarding</a:t>
            </a:r>
            <a:endParaRPr sz="900" b="1" i="0" u="none" strike="noStrike" cap="none">
              <a:solidFill>
                <a:srgbClr val="066AFE"/>
              </a:solidFill>
              <a:latin typeface="Salesforce Sans"/>
              <a:ea typeface="Salesforce Sans"/>
              <a:cs typeface="Salesforce Sans"/>
              <a:sym typeface="Salesforce Sans"/>
            </a:endParaRPr>
          </a:p>
        </p:txBody>
      </p:sp>
      <p:sp>
        <p:nvSpPr>
          <p:cNvPr id="5432" name="Google Shape;5432;p170"/>
          <p:cNvSpPr/>
          <p:nvPr/>
        </p:nvSpPr>
        <p:spPr>
          <a:xfrm>
            <a:off x="15184789" y="7897066"/>
            <a:ext cx="841200" cy="41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Collections &amp; Recovery</a:t>
            </a:r>
            <a:endParaRPr sz="900" b="1" i="0" u="none" strike="noStrike" cap="none">
              <a:solidFill>
                <a:srgbClr val="066AFE"/>
              </a:solidFill>
              <a:latin typeface="Salesforce Sans"/>
              <a:ea typeface="Salesforce Sans"/>
              <a:cs typeface="Salesforce Sans"/>
              <a:sym typeface="Salesforce Sans"/>
            </a:endParaRPr>
          </a:p>
        </p:txBody>
      </p:sp>
      <p:sp>
        <p:nvSpPr>
          <p:cNvPr id="5433" name="Google Shape;5433;p170"/>
          <p:cNvSpPr txBox="1"/>
          <p:nvPr/>
        </p:nvSpPr>
        <p:spPr>
          <a:xfrm>
            <a:off x="16339882" y="9381673"/>
            <a:ext cx="2365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sz="800" i="0" u="none" strike="noStrike" cap="none">
              <a:latin typeface="Salesforce Sans"/>
              <a:ea typeface="Salesforce Sans"/>
              <a:cs typeface="Salesforce Sans"/>
              <a:sym typeface="Salesforce Sans"/>
            </a:endParaRPr>
          </a:p>
        </p:txBody>
      </p:sp>
      <p:sp>
        <p:nvSpPr>
          <p:cNvPr id="5434" name="Google Shape;5434;p170"/>
          <p:cNvSpPr/>
          <p:nvPr/>
        </p:nvSpPr>
        <p:spPr>
          <a:xfrm>
            <a:off x="15184789" y="4961804"/>
            <a:ext cx="841200" cy="175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a:solidFill>
                  <a:srgbClr val="066AFE"/>
                </a:solidFill>
                <a:latin typeface="Salesforce Sans"/>
                <a:ea typeface="Salesforce Sans"/>
                <a:cs typeface="Salesforce Sans"/>
                <a:sym typeface="Salesforce Sans"/>
              </a:rPr>
              <a:t>Tax &amp; Comp</a:t>
            </a:r>
            <a:endParaRPr sz="900" b="1" i="0" u="none" strike="noStrike" cap="none">
              <a:solidFill>
                <a:srgbClr val="066AFE"/>
              </a:solidFill>
              <a:latin typeface="Salesforce Sans"/>
              <a:ea typeface="Salesforce Sans"/>
              <a:cs typeface="Salesforce Sans"/>
              <a:sym typeface="Salesforce Sans"/>
            </a:endParaRPr>
          </a:p>
        </p:txBody>
      </p:sp>
      <p:sp>
        <p:nvSpPr>
          <p:cNvPr id="5435" name="Google Shape;5435;p170"/>
          <p:cNvSpPr txBox="1"/>
          <p:nvPr/>
        </p:nvSpPr>
        <p:spPr>
          <a:xfrm>
            <a:off x="13825720" y="13335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436" name="Google Shape;5436;p170"/>
          <p:cNvSpPr/>
          <p:nvPr/>
        </p:nvSpPr>
        <p:spPr>
          <a:xfrm>
            <a:off x="16175571" y="7926127"/>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437" name="Google Shape;5437;p170"/>
          <p:cNvSpPr/>
          <p:nvPr/>
        </p:nvSpPr>
        <p:spPr>
          <a:xfrm>
            <a:off x="16175571" y="87273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38" name="Google Shape;5438;p170"/>
          <p:cNvSpPr/>
          <p:nvPr/>
        </p:nvSpPr>
        <p:spPr>
          <a:xfrm>
            <a:off x="16175571" y="820012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39" name="Google Shape;5439;p170"/>
          <p:cNvSpPr/>
          <p:nvPr/>
        </p:nvSpPr>
        <p:spPr>
          <a:xfrm>
            <a:off x="16175571" y="846697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40" name="Google Shape;5440;p170"/>
          <p:cNvSpPr txBox="1"/>
          <p:nvPr/>
        </p:nvSpPr>
        <p:spPr>
          <a:xfrm>
            <a:off x="16339887" y="7669019"/>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5441" name="Google Shape;5441;p170"/>
          <p:cNvSpPr txBox="1"/>
          <p:nvPr/>
        </p:nvSpPr>
        <p:spPr>
          <a:xfrm>
            <a:off x="16339887" y="7892644"/>
            <a:ext cx="1243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42" name="Google Shape;5442;p170"/>
          <p:cNvSpPr txBox="1"/>
          <p:nvPr/>
        </p:nvSpPr>
        <p:spPr>
          <a:xfrm>
            <a:off x="16339887" y="8688231"/>
            <a:ext cx="1243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5443" name="Google Shape;5443;p170"/>
          <p:cNvSpPr txBox="1"/>
          <p:nvPr/>
        </p:nvSpPr>
        <p:spPr>
          <a:xfrm>
            <a:off x="16339887" y="8166641"/>
            <a:ext cx="1243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44" name="Google Shape;5444;p170"/>
          <p:cNvSpPr txBox="1"/>
          <p:nvPr/>
        </p:nvSpPr>
        <p:spPr>
          <a:xfrm>
            <a:off x="16339887" y="8429767"/>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45" name="Google Shape;5445;p170"/>
          <p:cNvSpPr/>
          <p:nvPr/>
        </p:nvSpPr>
        <p:spPr>
          <a:xfrm>
            <a:off x="16175571" y="2771840"/>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46" name="Google Shape;5446;p170"/>
          <p:cNvSpPr/>
          <p:nvPr/>
        </p:nvSpPr>
        <p:spPr>
          <a:xfrm>
            <a:off x="16175571" y="3334490"/>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47" name="Google Shape;5447;p170"/>
          <p:cNvSpPr/>
          <p:nvPr/>
        </p:nvSpPr>
        <p:spPr>
          <a:xfrm>
            <a:off x="16175571" y="356592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48" name="Google Shape;5448;p170"/>
          <p:cNvSpPr/>
          <p:nvPr/>
        </p:nvSpPr>
        <p:spPr>
          <a:xfrm>
            <a:off x="16175571" y="3068286"/>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49" name="Google Shape;5449;p170"/>
          <p:cNvSpPr txBox="1"/>
          <p:nvPr/>
        </p:nvSpPr>
        <p:spPr>
          <a:xfrm>
            <a:off x="16339887" y="2747877"/>
            <a:ext cx="13527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50" name="Google Shape;5450;p170"/>
          <p:cNvSpPr txBox="1"/>
          <p:nvPr/>
        </p:nvSpPr>
        <p:spPr>
          <a:xfrm>
            <a:off x="16339887" y="3309890"/>
            <a:ext cx="13527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451" name="Google Shape;5451;p170"/>
          <p:cNvSpPr txBox="1"/>
          <p:nvPr/>
        </p:nvSpPr>
        <p:spPr>
          <a:xfrm>
            <a:off x="16339888" y="3532438"/>
            <a:ext cx="14184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5452" name="Google Shape;5452;p170"/>
          <p:cNvSpPr txBox="1"/>
          <p:nvPr/>
        </p:nvSpPr>
        <p:spPr>
          <a:xfrm>
            <a:off x="16339887" y="3034799"/>
            <a:ext cx="13527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marL="0" lvl="0" indent="0" algn="l" rtl="0">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53" name="Google Shape;5453;p170"/>
          <p:cNvSpPr/>
          <p:nvPr/>
        </p:nvSpPr>
        <p:spPr>
          <a:xfrm>
            <a:off x="16175571" y="162740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454" name="Google Shape;5454;p170"/>
          <p:cNvSpPr/>
          <p:nvPr/>
        </p:nvSpPr>
        <p:spPr>
          <a:xfrm>
            <a:off x="16175571" y="1903529"/>
            <a:ext cx="79200" cy="79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455" name="Google Shape;5455;p170"/>
          <p:cNvSpPr/>
          <p:nvPr/>
        </p:nvSpPr>
        <p:spPr>
          <a:xfrm>
            <a:off x="16175571" y="2174863"/>
            <a:ext cx="79200" cy="79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b="0" i="0" u="none" strike="noStrike" cap="none">
              <a:solidFill>
                <a:srgbClr val="FFFFFF"/>
              </a:solidFill>
              <a:latin typeface="Arial"/>
              <a:ea typeface="Arial"/>
              <a:cs typeface="Arial"/>
              <a:sym typeface="Arial"/>
            </a:endParaRPr>
          </a:p>
        </p:txBody>
      </p:sp>
      <p:sp>
        <p:nvSpPr>
          <p:cNvPr id="5456" name="Google Shape;5456;p170"/>
          <p:cNvSpPr txBox="1"/>
          <p:nvPr/>
        </p:nvSpPr>
        <p:spPr>
          <a:xfrm>
            <a:off x="16339888" y="1593925"/>
            <a:ext cx="13239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5457" name="Google Shape;5457;p170"/>
          <p:cNvSpPr txBox="1"/>
          <p:nvPr/>
        </p:nvSpPr>
        <p:spPr>
          <a:xfrm>
            <a:off x="16339888" y="1865375"/>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5458" name="Google Shape;5458;p170"/>
          <p:cNvSpPr txBox="1"/>
          <p:nvPr/>
        </p:nvSpPr>
        <p:spPr>
          <a:xfrm>
            <a:off x="16339888" y="2403550"/>
            <a:ext cx="112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5459" name="Google Shape;5459;p170"/>
          <p:cNvSpPr txBox="1"/>
          <p:nvPr/>
        </p:nvSpPr>
        <p:spPr>
          <a:xfrm>
            <a:off x="16339888" y="2132088"/>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5460" name="Google Shape;5460;p170"/>
          <p:cNvGrpSpPr/>
          <p:nvPr/>
        </p:nvGrpSpPr>
        <p:grpSpPr>
          <a:xfrm>
            <a:off x="16175571" y="3720707"/>
            <a:ext cx="1653816" cy="147291"/>
            <a:chOff x="16170809" y="4177907"/>
            <a:chExt cx="1653816" cy="147291"/>
          </a:xfrm>
        </p:grpSpPr>
        <p:sp>
          <p:nvSpPr>
            <p:cNvPr id="5461" name="Google Shape;5461;p170"/>
            <p:cNvSpPr/>
            <p:nvPr/>
          </p:nvSpPr>
          <p:spPr>
            <a:xfrm>
              <a:off x="16170809" y="4177907"/>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sp>
          <p:nvSpPr>
            <p:cNvPr id="5462" name="Google Shape;5462;p170"/>
            <p:cNvSpPr txBox="1"/>
            <p:nvPr/>
          </p:nvSpPr>
          <p:spPr>
            <a:xfrm>
              <a:off x="16335125" y="419679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grpSp>
      <p:sp>
        <p:nvSpPr>
          <p:cNvPr id="5463" name="Google Shape;5463;p170"/>
          <p:cNvSpPr/>
          <p:nvPr/>
        </p:nvSpPr>
        <p:spPr>
          <a:xfrm>
            <a:off x="16175571" y="3982243"/>
            <a:ext cx="79200" cy="79200"/>
          </a:xfrm>
          <a:prstGeom prst="ellipse">
            <a:avLst/>
          </a:prstGeom>
          <a:solidFill>
            <a:srgbClr val="17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64" name="Google Shape;5464;p170"/>
          <p:cNvSpPr txBox="1"/>
          <p:nvPr/>
        </p:nvSpPr>
        <p:spPr>
          <a:xfrm>
            <a:off x="16339887" y="3948747"/>
            <a:ext cx="14895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465" name="Google Shape;5465;p170"/>
          <p:cNvSpPr/>
          <p:nvPr/>
        </p:nvSpPr>
        <p:spPr>
          <a:xfrm>
            <a:off x="16175571" y="425791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66" name="Google Shape;5466;p170"/>
          <p:cNvSpPr txBox="1"/>
          <p:nvPr/>
        </p:nvSpPr>
        <p:spPr>
          <a:xfrm>
            <a:off x="16339887" y="422441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sz="800" i="0" u="none" strike="noStrike" cap="none">
              <a:latin typeface="Salesforce Sans"/>
              <a:ea typeface="Salesforce Sans"/>
              <a:cs typeface="Salesforce Sans"/>
              <a:sym typeface="Salesforce Sans"/>
            </a:endParaRPr>
          </a:p>
        </p:txBody>
      </p:sp>
      <p:sp>
        <p:nvSpPr>
          <p:cNvPr id="5467" name="Google Shape;5467;p170"/>
          <p:cNvSpPr/>
          <p:nvPr/>
        </p:nvSpPr>
        <p:spPr>
          <a:xfrm>
            <a:off x="16175571" y="4405150"/>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68" name="Google Shape;5468;p170"/>
          <p:cNvSpPr txBox="1"/>
          <p:nvPr/>
        </p:nvSpPr>
        <p:spPr>
          <a:xfrm>
            <a:off x="16339887" y="4371656"/>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sz="800" i="0" u="none" strike="noStrike" cap="none">
              <a:latin typeface="Salesforce Sans"/>
              <a:ea typeface="Salesforce Sans"/>
              <a:cs typeface="Salesforce Sans"/>
              <a:sym typeface="Salesforce Sans"/>
            </a:endParaRPr>
          </a:p>
        </p:txBody>
      </p:sp>
      <p:grpSp>
        <p:nvGrpSpPr>
          <p:cNvPr id="5469" name="Google Shape;5469;p170"/>
          <p:cNvGrpSpPr/>
          <p:nvPr/>
        </p:nvGrpSpPr>
        <p:grpSpPr>
          <a:xfrm>
            <a:off x="16175571" y="4519431"/>
            <a:ext cx="1653816" cy="128400"/>
            <a:chOff x="16170809" y="4938531"/>
            <a:chExt cx="1653816" cy="128400"/>
          </a:xfrm>
        </p:grpSpPr>
        <p:sp>
          <p:nvSpPr>
            <p:cNvPr id="5470" name="Google Shape;5470;p170"/>
            <p:cNvSpPr/>
            <p:nvPr/>
          </p:nvSpPr>
          <p:spPr>
            <a:xfrm>
              <a:off x="16170809" y="496313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sp>
          <p:nvSpPr>
            <p:cNvPr id="5471" name="Google Shape;5471;p170"/>
            <p:cNvSpPr txBox="1"/>
            <p:nvPr/>
          </p:nvSpPr>
          <p:spPr>
            <a:xfrm>
              <a:off x="16335125" y="4938531"/>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sz="800" i="0" u="none" strike="noStrike" cap="none">
                <a:latin typeface="Salesforce Sans"/>
                <a:ea typeface="Salesforce Sans"/>
                <a:cs typeface="Salesforce Sans"/>
                <a:sym typeface="Salesforce Sans"/>
              </a:endParaRPr>
            </a:p>
          </p:txBody>
        </p:sp>
      </p:grpSp>
      <p:sp>
        <p:nvSpPr>
          <p:cNvPr id="5472" name="Google Shape;5472;p170"/>
          <p:cNvSpPr/>
          <p:nvPr/>
        </p:nvSpPr>
        <p:spPr>
          <a:xfrm>
            <a:off x="16175571" y="470492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73" name="Google Shape;5473;p170"/>
          <p:cNvSpPr txBox="1"/>
          <p:nvPr/>
        </p:nvSpPr>
        <p:spPr>
          <a:xfrm>
            <a:off x="16339887" y="4671430"/>
            <a:ext cx="1489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74" name="Google Shape;5474;p170"/>
          <p:cNvSpPr txBox="1"/>
          <p:nvPr/>
        </p:nvSpPr>
        <p:spPr>
          <a:xfrm>
            <a:off x="16339887" y="489471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endParaRPr sz="800" i="0" u="none" strike="noStrike" cap="none">
              <a:latin typeface="Salesforce Sans"/>
              <a:ea typeface="Salesforce Sans"/>
              <a:cs typeface="Salesforce Sans"/>
              <a:sym typeface="Salesforce Sans"/>
            </a:endParaRPr>
          </a:p>
        </p:txBody>
      </p:sp>
      <p:sp>
        <p:nvSpPr>
          <p:cNvPr id="5475" name="Google Shape;5475;p170"/>
          <p:cNvSpPr txBox="1"/>
          <p:nvPr/>
        </p:nvSpPr>
        <p:spPr>
          <a:xfrm>
            <a:off x="16339887" y="4949088"/>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476" name="Google Shape;5476;p170"/>
          <p:cNvSpPr/>
          <p:nvPr/>
        </p:nvSpPr>
        <p:spPr>
          <a:xfrm>
            <a:off x="16175571" y="565401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77" name="Google Shape;5477;p170"/>
          <p:cNvSpPr txBox="1"/>
          <p:nvPr/>
        </p:nvSpPr>
        <p:spPr>
          <a:xfrm>
            <a:off x="16339887" y="562052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478" name="Google Shape;5478;p170"/>
          <p:cNvSpPr txBox="1"/>
          <p:nvPr/>
        </p:nvSpPr>
        <p:spPr>
          <a:xfrm>
            <a:off x="16339887" y="5768083"/>
            <a:ext cx="1489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479" name="Google Shape;5479;p170"/>
          <p:cNvSpPr/>
          <p:nvPr/>
        </p:nvSpPr>
        <p:spPr>
          <a:xfrm>
            <a:off x="16175571" y="6073891"/>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80" name="Google Shape;5480;p170"/>
          <p:cNvSpPr txBox="1"/>
          <p:nvPr/>
        </p:nvSpPr>
        <p:spPr>
          <a:xfrm>
            <a:off x="16339887" y="6040403"/>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5481" name="Google Shape;5481;p170"/>
          <p:cNvSpPr txBox="1"/>
          <p:nvPr/>
        </p:nvSpPr>
        <p:spPr>
          <a:xfrm>
            <a:off x="16339887" y="6263687"/>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5482" name="Google Shape;5482;p170"/>
          <p:cNvSpPr txBox="1"/>
          <p:nvPr/>
        </p:nvSpPr>
        <p:spPr>
          <a:xfrm>
            <a:off x="16339887" y="6449024"/>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5483" name="Google Shape;5483;p170"/>
          <p:cNvSpPr txBox="1"/>
          <p:nvPr/>
        </p:nvSpPr>
        <p:spPr>
          <a:xfrm>
            <a:off x="16339887" y="6633586"/>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5484" name="Google Shape;5484;p170"/>
          <p:cNvSpPr/>
          <p:nvPr/>
        </p:nvSpPr>
        <p:spPr>
          <a:xfrm>
            <a:off x="16175571" y="6866695"/>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85" name="Google Shape;5485;p170"/>
          <p:cNvSpPr txBox="1"/>
          <p:nvPr/>
        </p:nvSpPr>
        <p:spPr>
          <a:xfrm>
            <a:off x="16339887" y="6833210"/>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5486" name="Google Shape;5486;p170"/>
          <p:cNvSpPr/>
          <p:nvPr/>
        </p:nvSpPr>
        <p:spPr>
          <a:xfrm>
            <a:off x="16175571" y="7013778"/>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87" name="Google Shape;5487;p170"/>
          <p:cNvSpPr txBox="1"/>
          <p:nvPr/>
        </p:nvSpPr>
        <p:spPr>
          <a:xfrm>
            <a:off x="16339887" y="6980295"/>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5488" name="Google Shape;5488;p170"/>
          <p:cNvSpPr/>
          <p:nvPr/>
        </p:nvSpPr>
        <p:spPr>
          <a:xfrm>
            <a:off x="16175571" y="716101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489" name="Google Shape;5489;p170"/>
          <p:cNvSpPr txBox="1"/>
          <p:nvPr/>
        </p:nvSpPr>
        <p:spPr>
          <a:xfrm>
            <a:off x="16339887" y="7127531"/>
            <a:ext cx="1489500" cy="128400"/>
          </a:xfrm>
          <a:prstGeom prst="rect">
            <a:avLst/>
          </a:prstGeom>
          <a:noFill/>
          <a:ln>
            <a:noFill/>
          </a:ln>
        </p:spPr>
        <p:txBody>
          <a:bodyPr spcFirstLastPara="1" wrap="square" lIns="4950" tIns="4950" rIns="4950" bIns="0" anchor="ctr"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5490" name="Google Shape;5490;p170"/>
          <p:cNvSpPr txBox="1"/>
          <p:nvPr/>
        </p:nvSpPr>
        <p:spPr>
          <a:xfrm>
            <a:off x="16339887" y="7359132"/>
            <a:ext cx="1489500" cy="128400"/>
          </a:xfrm>
          <a:prstGeom prst="rect">
            <a:avLst/>
          </a:prstGeom>
          <a:noFill/>
          <a:ln>
            <a:noFill/>
          </a:ln>
        </p:spPr>
        <p:txBody>
          <a:bodyPr spcFirstLastPara="1" wrap="square" lIns="4950" tIns="4950" rIns="4950" bIns="0" anchor="t" anchorCtr="0">
            <a:no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5491" name="Google Shape;5491;p170"/>
          <p:cNvSpPr/>
          <p:nvPr/>
        </p:nvSpPr>
        <p:spPr>
          <a:xfrm>
            <a:off x="16175571" y="7702289"/>
            <a:ext cx="79200" cy="79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492" name="Google Shape;5492;p170"/>
          <p:cNvSpPr txBox="1"/>
          <p:nvPr/>
        </p:nvSpPr>
        <p:spPr>
          <a:xfrm>
            <a:off x="15190009" y="13335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93" name="Google Shape;5493;p170"/>
          <p:cNvGrpSpPr/>
          <p:nvPr/>
        </p:nvGrpSpPr>
        <p:grpSpPr>
          <a:xfrm>
            <a:off x="13711033" y="1635959"/>
            <a:ext cx="1322400" cy="449700"/>
            <a:chOff x="755165" y="1828821"/>
            <a:chExt cx="1322400" cy="449700"/>
          </a:xfrm>
        </p:grpSpPr>
        <p:sp>
          <p:nvSpPr>
            <p:cNvPr id="5494" name="Google Shape;5494;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495" name="Google Shape;5495;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96" name="Google Shape;5496;p170"/>
          <p:cNvSpPr txBox="1"/>
          <p:nvPr/>
        </p:nvSpPr>
        <p:spPr>
          <a:xfrm>
            <a:off x="16342114" y="1333500"/>
            <a:ext cx="14895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97" name="Google Shape;5497;p170"/>
          <p:cNvSpPr txBox="1"/>
          <p:nvPr/>
        </p:nvSpPr>
        <p:spPr>
          <a:xfrm>
            <a:off x="15184789" y="1610700"/>
            <a:ext cx="9633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People Operations</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498" name="Google Shape;5498;p170"/>
          <p:cNvGrpSpPr/>
          <p:nvPr/>
        </p:nvGrpSpPr>
        <p:grpSpPr>
          <a:xfrm>
            <a:off x="13711033" y="7918896"/>
            <a:ext cx="1322400" cy="449700"/>
            <a:chOff x="755165" y="1828821"/>
            <a:chExt cx="1322400" cy="449700"/>
          </a:xfrm>
        </p:grpSpPr>
        <p:sp>
          <p:nvSpPr>
            <p:cNvPr id="5499" name="Google Shape;5499;p170"/>
            <p:cNvSpPr/>
            <p:nvPr/>
          </p:nvSpPr>
          <p:spPr>
            <a:xfrm>
              <a:off x="755165" y="18288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500" name="Google Shape;5500;p170"/>
            <p:cNvSpPr txBox="1"/>
            <p:nvPr/>
          </p:nvSpPr>
          <p:spPr>
            <a:xfrm>
              <a:off x="888815" y="1929021"/>
              <a:ext cx="10551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5501" name="Google Shape;5501;p170"/>
          <p:cNvSpPr/>
          <p:nvPr/>
        </p:nvSpPr>
        <p:spPr>
          <a:xfrm>
            <a:off x="16175571" y="5202961"/>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02" name="Google Shape;5502;p170"/>
          <p:cNvSpPr txBox="1"/>
          <p:nvPr/>
        </p:nvSpPr>
        <p:spPr>
          <a:xfrm>
            <a:off x="16339887" y="5169472"/>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5503" name="Google Shape;5503;p170"/>
          <p:cNvSpPr txBox="1"/>
          <p:nvPr/>
        </p:nvSpPr>
        <p:spPr>
          <a:xfrm>
            <a:off x="16339887" y="5319759"/>
            <a:ext cx="14895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5504" name="Google Shape;5504;p170"/>
          <p:cNvSpPr/>
          <p:nvPr/>
        </p:nvSpPr>
        <p:spPr>
          <a:xfrm>
            <a:off x="16175571" y="754773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05" name="Google Shape;5505;p170"/>
          <p:cNvSpPr txBox="1"/>
          <p:nvPr/>
        </p:nvSpPr>
        <p:spPr>
          <a:xfrm>
            <a:off x="16339887" y="7514256"/>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506" name="Google Shape;5506;p170"/>
          <p:cNvSpPr/>
          <p:nvPr/>
        </p:nvSpPr>
        <p:spPr>
          <a:xfrm>
            <a:off x="16175571" y="8873254"/>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07" name="Google Shape;5507;p170"/>
          <p:cNvSpPr txBox="1"/>
          <p:nvPr/>
        </p:nvSpPr>
        <p:spPr>
          <a:xfrm>
            <a:off x="16339887" y="8836042"/>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508" name="Google Shape;5508;p170"/>
          <p:cNvSpPr/>
          <p:nvPr/>
        </p:nvSpPr>
        <p:spPr>
          <a:xfrm>
            <a:off x="16175571" y="9144729"/>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09" name="Google Shape;5509;p170"/>
          <p:cNvSpPr txBox="1"/>
          <p:nvPr/>
        </p:nvSpPr>
        <p:spPr>
          <a:xfrm>
            <a:off x="16339887" y="9107517"/>
            <a:ext cx="1243500" cy="128400"/>
          </a:xfrm>
          <a:prstGeom prst="rect">
            <a:avLst/>
          </a:prstGeom>
          <a:noFill/>
          <a:ln>
            <a:noFill/>
          </a:ln>
        </p:spPr>
        <p:txBody>
          <a:bodyPr spcFirstLastPara="1" wrap="square" lIns="4950" tIns="4950" rIns="495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510" name="Google Shape;5510;p170"/>
          <p:cNvSpPr/>
          <p:nvPr/>
        </p:nvSpPr>
        <p:spPr>
          <a:xfrm>
            <a:off x="16175571" y="940627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5511" name="Google Shape;5511;p170"/>
          <p:cNvGrpSpPr/>
          <p:nvPr/>
        </p:nvGrpSpPr>
        <p:grpSpPr>
          <a:xfrm>
            <a:off x="16175571" y="9526048"/>
            <a:ext cx="2530136" cy="128400"/>
            <a:chOff x="16170809" y="9954673"/>
            <a:chExt cx="2530136" cy="128400"/>
          </a:xfrm>
        </p:grpSpPr>
        <p:sp>
          <p:nvSpPr>
            <p:cNvPr id="5512" name="Google Shape;5512;p170"/>
            <p:cNvSpPr txBox="1"/>
            <p:nvPr/>
          </p:nvSpPr>
          <p:spPr>
            <a:xfrm>
              <a:off x="16335145" y="9954673"/>
              <a:ext cx="2365800" cy="1284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sz="800" i="0" u="none" strike="noStrike" cap="none">
                <a:latin typeface="Salesforce Sans"/>
                <a:ea typeface="Salesforce Sans"/>
                <a:cs typeface="Salesforce Sans"/>
                <a:sym typeface="Salesforce Sans"/>
              </a:endParaRPr>
            </a:p>
          </p:txBody>
        </p:sp>
        <p:sp>
          <p:nvSpPr>
            <p:cNvPr id="5513" name="Google Shape;5513;p170"/>
            <p:cNvSpPr/>
            <p:nvPr/>
          </p:nvSpPr>
          <p:spPr>
            <a:xfrm>
              <a:off x="16170809" y="9979273"/>
              <a:ext cx="79200" cy="79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latin typeface="Salesforce Sans"/>
                <a:ea typeface="Salesforce Sans"/>
                <a:cs typeface="Salesforce Sans"/>
                <a:sym typeface="Salesforce Sans"/>
              </a:endParaRPr>
            </a:p>
          </p:txBody>
        </p:sp>
      </p:grpSp>
      <p:sp>
        <p:nvSpPr>
          <p:cNvPr id="5514" name="Google Shape;5514;p170"/>
          <p:cNvSpPr txBox="1"/>
          <p:nvPr/>
        </p:nvSpPr>
        <p:spPr>
          <a:xfrm>
            <a:off x="9694269" y="9906521"/>
            <a:ext cx="8385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matchingName="Industry_Pharma">
  <p:cSld name="TITLE_AND_BODY_5_1_1_1_1">
    <p:spTree>
      <p:nvGrpSpPr>
        <p:cNvPr id="1" name="Shape 5515"/>
        <p:cNvGrpSpPr/>
        <p:nvPr/>
      </p:nvGrpSpPr>
      <p:grpSpPr>
        <a:xfrm>
          <a:off x="0" y="0"/>
          <a:ext cx="0" cy="0"/>
          <a:chOff x="0" y="0"/>
          <a:chExt cx="0" cy="0"/>
        </a:xfrm>
      </p:grpSpPr>
      <p:sp>
        <p:nvSpPr>
          <p:cNvPr id="5516" name="Google Shape;5516;p171"/>
          <p:cNvSpPr txBox="1"/>
          <p:nvPr/>
        </p:nvSpPr>
        <p:spPr>
          <a:xfrm>
            <a:off x="857250" y="381000"/>
            <a:ext cx="16573500" cy="6651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5517" name="Google Shape;5517;p171"/>
          <p:cNvGrpSpPr/>
          <p:nvPr/>
        </p:nvGrpSpPr>
        <p:grpSpPr>
          <a:xfrm>
            <a:off x="5987400" y="1143000"/>
            <a:ext cx="6313200" cy="307800"/>
            <a:chOff x="10935900" y="1111148"/>
            <a:chExt cx="6313200" cy="307800"/>
          </a:xfrm>
        </p:grpSpPr>
        <p:grpSp>
          <p:nvGrpSpPr>
            <p:cNvPr id="5518" name="Google Shape;5518;p171"/>
            <p:cNvGrpSpPr/>
            <p:nvPr/>
          </p:nvGrpSpPr>
          <p:grpSpPr>
            <a:xfrm>
              <a:off x="10935900" y="1111148"/>
              <a:ext cx="6313200" cy="307800"/>
              <a:chOff x="11238000" y="958400"/>
              <a:chExt cx="6313200" cy="307800"/>
            </a:xfrm>
          </p:grpSpPr>
          <p:sp>
            <p:nvSpPr>
              <p:cNvPr id="5519" name="Google Shape;5519;p171"/>
              <p:cNvSpPr/>
              <p:nvPr/>
            </p:nvSpPr>
            <p:spPr>
              <a:xfrm>
                <a:off x="11238000" y="9614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5520" name="Google Shape;5520;p171"/>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521" name="Google Shape;5521;p171"/>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22" name="Google Shape;5522;p171"/>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523" name="Google Shape;5523;p171"/>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524" name="Google Shape;5524;p171"/>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525" name="Google Shape;5525;p171"/>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526" name="Google Shape;5526;p171"/>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527" name="Google Shape;5527;p171"/>
            <p:cNvSpPr txBox="1"/>
            <p:nvPr/>
          </p:nvSpPr>
          <p:spPr>
            <a:xfrm>
              <a:off x="16504798" y="1185550"/>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5528" name="Google Shape;5528;p171"/>
          <p:cNvGrpSpPr/>
          <p:nvPr/>
        </p:nvGrpSpPr>
        <p:grpSpPr>
          <a:xfrm>
            <a:off x="439619" y="1524000"/>
            <a:ext cx="4336282" cy="8401512"/>
            <a:chOff x="478339" y="1521600"/>
            <a:chExt cx="4336282" cy="8401512"/>
          </a:xfrm>
        </p:grpSpPr>
        <p:sp>
          <p:nvSpPr>
            <p:cNvPr id="5529" name="Google Shape;5529;p171"/>
            <p:cNvSpPr/>
            <p:nvPr/>
          </p:nvSpPr>
          <p:spPr>
            <a:xfrm>
              <a:off x="1601900" y="2618605"/>
              <a:ext cx="8970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Early Disease Research </a:t>
              </a:r>
              <a:endParaRPr sz="945" b="1" i="0" u="none" strike="noStrike" cap="none">
                <a:solidFill>
                  <a:srgbClr val="066AFE"/>
                </a:solidFill>
                <a:latin typeface="Salesforce Sans"/>
                <a:ea typeface="Salesforce Sans"/>
                <a:cs typeface="Salesforce Sans"/>
                <a:sym typeface="Salesforce Sans"/>
              </a:endParaRPr>
            </a:p>
          </p:txBody>
        </p:sp>
        <p:sp>
          <p:nvSpPr>
            <p:cNvPr id="5530" name="Google Shape;5530;p171"/>
            <p:cNvSpPr/>
            <p:nvPr/>
          </p:nvSpPr>
          <p:spPr>
            <a:xfrm>
              <a:off x="1601900" y="9464113"/>
              <a:ext cx="14577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Regulatory</a:t>
              </a:r>
              <a:r>
                <a:rPr lang="en" sz="945" b="1">
                  <a:solidFill>
                    <a:srgbClr val="066AFE"/>
                  </a:solidFill>
                  <a:latin typeface="Salesforce Sans"/>
                  <a:ea typeface="Salesforce Sans"/>
                  <a:cs typeface="Salesforce Sans"/>
                  <a:sym typeface="Salesforce Sans"/>
                </a:rPr>
                <a:t> </a:t>
              </a:r>
              <a:br>
                <a:rPr lang="en" sz="945" b="1">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Intelligence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Monitoring </a:t>
              </a:r>
              <a:endParaRPr sz="945" b="1" i="0" u="none" strike="noStrike" cap="none">
                <a:solidFill>
                  <a:srgbClr val="066AFE"/>
                </a:solidFill>
                <a:latin typeface="Salesforce Sans"/>
                <a:ea typeface="Salesforce Sans"/>
                <a:cs typeface="Salesforce Sans"/>
                <a:sym typeface="Salesforce Sans"/>
              </a:endParaRPr>
            </a:p>
          </p:txBody>
        </p:sp>
        <p:sp>
          <p:nvSpPr>
            <p:cNvPr id="5531" name="Google Shape;5531;p171"/>
            <p:cNvSpPr/>
            <p:nvPr/>
          </p:nvSpPr>
          <p:spPr>
            <a:xfrm>
              <a:off x="1601900" y="3693863"/>
              <a:ext cx="12960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Drug / Compound Identification </a:t>
              </a:r>
              <a:endParaRPr sz="945" b="1" i="0" u="none" strike="noStrike" cap="none">
                <a:solidFill>
                  <a:srgbClr val="066AFE"/>
                </a:solidFill>
                <a:latin typeface="Salesforce Sans"/>
                <a:ea typeface="Salesforce Sans"/>
                <a:cs typeface="Salesforce Sans"/>
                <a:sym typeface="Salesforce Sans"/>
              </a:endParaRPr>
            </a:p>
          </p:txBody>
        </p:sp>
        <p:sp>
          <p:nvSpPr>
            <p:cNvPr id="5532" name="Google Shape;5532;p171"/>
            <p:cNvSpPr/>
            <p:nvPr/>
          </p:nvSpPr>
          <p:spPr>
            <a:xfrm>
              <a:off x="1601900" y="3158862"/>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Target Discovery </a:t>
              </a:r>
              <a:endParaRPr sz="945" b="1" i="0" u="none" strike="noStrike" cap="none">
                <a:solidFill>
                  <a:srgbClr val="066AFE"/>
                </a:solidFill>
                <a:latin typeface="Salesforce Sans"/>
                <a:ea typeface="Salesforce Sans"/>
                <a:cs typeface="Salesforce Sans"/>
                <a:sym typeface="Salesforce Sans"/>
              </a:endParaRPr>
            </a:p>
          </p:txBody>
        </p:sp>
        <p:sp>
          <p:nvSpPr>
            <p:cNvPr id="5533" name="Google Shape;5533;p171"/>
            <p:cNvSpPr/>
            <p:nvPr/>
          </p:nvSpPr>
          <p:spPr>
            <a:xfrm>
              <a:off x="1601900" y="4084100"/>
              <a:ext cx="1121100" cy="459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Biochemical Simulation &amp; Modelling</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highlight>
                  <a:srgbClr val="FFFF00"/>
                </a:highlight>
                <a:latin typeface="Salesforce Sans"/>
                <a:ea typeface="Salesforce Sans"/>
                <a:cs typeface="Salesforce Sans"/>
                <a:sym typeface="Salesforce Sans"/>
              </a:endParaRPr>
            </a:p>
          </p:txBody>
        </p:sp>
        <p:sp>
          <p:nvSpPr>
            <p:cNvPr id="5534" name="Google Shape;5534;p171"/>
            <p:cNvSpPr/>
            <p:nvPr/>
          </p:nvSpPr>
          <p:spPr>
            <a:xfrm>
              <a:off x="1601900" y="4562067"/>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Trial Protocol Design </a:t>
              </a:r>
              <a:endParaRPr sz="945" b="1" i="0" u="none" strike="noStrike" cap="none">
                <a:solidFill>
                  <a:srgbClr val="066AFE"/>
                </a:solidFill>
                <a:latin typeface="Salesforce Sans"/>
                <a:ea typeface="Salesforce Sans"/>
                <a:cs typeface="Salesforce Sans"/>
                <a:sym typeface="Salesforce Sans"/>
              </a:endParaRPr>
            </a:p>
          </p:txBody>
        </p:sp>
        <p:sp>
          <p:nvSpPr>
            <p:cNvPr id="5535" name="Google Shape;5535;p171"/>
            <p:cNvSpPr/>
            <p:nvPr/>
          </p:nvSpPr>
          <p:spPr>
            <a:xfrm>
              <a:off x="1601900" y="5363200"/>
              <a:ext cx="1121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Comparative Analysis </a:t>
              </a:r>
              <a:endParaRPr sz="945" b="1" i="0" u="none" strike="noStrike" cap="none">
                <a:solidFill>
                  <a:srgbClr val="066AFE"/>
                </a:solidFill>
                <a:latin typeface="Salesforce Sans"/>
                <a:ea typeface="Salesforce Sans"/>
                <a:cs typeface="Salesforce Sans"/>
                <a:sym typeface="Salesforce Sans"/>
              </a:endParaRPr>
            </a:p>
          </p:txBody>
        </p:sp>
        <p:sp>
          <p:nvSpPr>
            <p:cNvPr id="5536" name="Google Shape;5536;p171"/>
            <p:cNvSpPr/>
            <p:nvPr/>
          </p:nvSpPr>
          <p:spPr>
            <a:xfrm>
              <a:off x="1601900" y="6256263"/>
              <a:ext cx="11835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Study Pre-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Approval</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latin typeface="Salesforce Sans"/>
                <a:ea typeface="Salesforce Sans"/>
                <a:cs typeface="Salesforce Sans"/>
                <a:sym typeface="Salesforce Sans"/>
              </a:endParaRPr>
            </a:p>
          </p:txBody>
        </p:sp>
        <p:sp>
          <p:nvSpPr>
            <p:cNvPr id="5537" name="Google Shape;5537;p171"/>
            <p:cNvSpPr/>
            <p:nvPr/>
          </p:nvSpPr>
          <p:spPr>
            <a:xfrm>
              <a:off x="1601900" y="7298388"/>
              <a:ext cx="10920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Data Analysis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&amp; Results</a:t>
              </a:r>
              <a:r>
                <a:rPr lang="en" sz="945" b="1">
                  <a:solidFill>
                    <a:srgbClr val="066AFE"/>
                  </a:solidFill>
                  <a:latin typeface="Salesforce Sans"/>
                  <a:ea typeface="Salesforce Sans"/>
                  <a:cs typeface="Salesforce Sans"/>
                  <a:sym typeface="Salesforce Sans"/>
                </a:rPr>
                <a:t> </a:t>
              </a:r>
              <a:endParaRPr sz="945" b="1" i="0" u="none" strike="noStrike" cap="none">
                <a:solidFill>
                  <a:srgbClr val="066AFE"/>
                </a:solidFill>
                <a:latin typeface="Salesforce Sans"/>
                <a:ea typeface="Salesforce Sans"/>
                <a:cs typeface="Salesforce Sans"/>
                <a:sym typeface="Salesforce Sans"/>
              </a:endParaRPr>
            </a:p>
          </p:txBody>
        </p:sp>
        <p:sp>
          <p:nvSpPr>
            <p:cNvPr id="5538" name="Google Shape;5538;p171"/>
            <p:cNvSpPr/>
            <p:nvPr/>
          </p:nvSpPr>
          <p:spPr>
            <a:xfrm>
              <a:off x="1601900" y="6629419"/>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Trial Execution </a:t>
              </a:r>
              <a:endParaRPr sz="945" b="1" i="0" u="none" strike="noStrike" cap="none">
                <a:solidFill>
                  <a:srgbClr val="066AFE"/>
                </a:solidFill>
                <a:latin typeface="Salesforce Sans"/>
                <a:ea typeface="Salesforce Sans"/>
                <a:cs typeface="Salesforce Sans"/>
                <a:sym typeface="Salesforce Sans"/>
              </a:endParaRPr>
            </a:p>
          </p:txBody>
        </p:sp>
        <p:sp>
          <p:nvSpPr>
            <p:cNvPr id="5539" name="Google Shape;5539;p171"/>
            <p:cNvSpPr/>
            <p:nvPr/>
          </p:nvSpPr>
          <p:spPr>
            <a:xfrm>
              <a:off x="1601900" y="5727840"/>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Study Startup </a:t>
              </a:r>
              <a:endParaRPr sz="945" b="1" i="0" u="none" strike="noStrike" cap="none">
                <a:solidFill>
                  <a:srgbClr val="066AFE"/>
                </a:solidFill>
                <a:latin typeface="Salesforce Sans"/>
                <a:ea typeface="Salesforce Sans"/>
                <a:cs typeface="Salesforce Sans"/>
                <a:sym typeface="Salesforce Sans"/>
              </a:endParaRPr>
            </a:p>
          </p:txBody>
        </p:sp>
        <p:sp>
          <p:nvSpPr>
            <p:cNvPr id="5540" name="Google Shape;5540;p171"/>
            <p:cNvSpPr/>
            <p:nvPr/>
          </p:nvSpPr>
          <p:spPr>
            <a:xfrm>
              <a:off x="1601900" y="7641472"/>
              <a:ext cx="10749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Initial</a:t>
              </a:r>
              <a:r>
                <a:rPr lang="en" sz="945" b="1">
                  <a:solidFill>
                    <a:srgbClr val="066AFE"/>
                  </a:solidFill>
                  <a:latin typeface="Salesforce Sans"/>
                  <a:ea typeface="Salesforce Sans"/>
                  <a:cs typeface="Salesforce Sans"/>
                  <a:sym typeface="Salesforce Sans"/>
                </a:rPr>
                <a:t> </a:t>
              </a:r>
              <a:r>
                <a:rPr lang="en" sz="945" b="1" i="0" u="none" strike="noStrike" cap="none">
                  <a:solidFill>
                    <a:srgbClr val="066AFE"/>
                  </a:solidFill>
                  <a:latin typeface="Salesforce Sans"/>
                  <a:ea typeface="Salesforce Sans"/>
                  <a:cs typeface="Salesforce Sans"/>
                  <a:sym typeface="Salesforce Sans"/>
                </a:rPr>
                <a:t>Regulatory Reporting </a:t>
              </a:r>
              <a:endParaRPr sz="945" b="1" i="0" u="none" strike="noStrike" cap="none">
                <a:solidFill>
                  <a:srgbClr val="066AFE"/>
                </a:solidFill>
                <a:latin typeface="Salesforce Sans"/>
                <a:ea typeface="Salesforce Sans"/>
                <a:cs typeface="Salesforce Sans"/>
                <a:sym typeface="Salesforce Sans"/>
              </a:endParaRPr>
            </a:p>
          </p:txBody>
        </p:sp>
        <p:sp>
          <p:nvSpPr>
            <p:cNvPr id="5541" name="Google Shape;5541;p171"/>
            <p:cNvSpPr/>
            <p:nvPr/>
          </p:nvSpPr>
          <p:spPr>
            <a:xfrm>
              <a:off x="1601900" y="8298843"/>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Regulatory </a:t>
              </a:r>
              <a:br>
                <a:rPr lang="en" sz="945" b="1" i="0" u="none" strike="noStrike" cap="none">
                  <a:solidFill>
                    <a:srgbClr val="066AFE"/>
                  </a:solidFill>
                  <a:latin typeface="Salesforce Sans"/>
                  <a:ea typeface="Salesforce Sans"/>
                  <a:cs typeface="Salesforce Sans"/>
                  <a:sym typeface="Salesforce Sans"/>
                </a:rPr>
              </a:br>
              <a:r>
                <a:rPr lang="en" sz="945" b="1" i="0" u="none" strike="noStrike" cap="none">
                  <a:solidFill>
                    <a:srgbClr val="066AFE"/>
                  </a:solidFill>
                  <a:latin typeface="Salesforce Sans"/>
                  <a:ea typeface="Salesforce Sans"/>
                  <a:cs typeface="Salesforce Sans"/>
                  <a:sym typeface="Salesforce Sans"/>
                </a:rPr>
                <a:t>Inquiry </a:t>
              </a:r>
              <a:endParaRPr sz="945" b="1" i="0" u="none" strike="noStrike" cap="none">
                <a:solidFill>
                  <a:srgbClr val="066AFE"/>
                </a:solidFill>
                <a:latin typeface="Salesforce Sans"/>
                <a:ea typeface="Salesforce Sans"/>
                <a:cs typeface="Salesforce Sans"/>
                <a:sym typeface="Salesforce Sans"/>
              </a:endParaRPr>
            </a:p>
          </p:txBody>
        </p:sp>
        <p:sp>
          <p:nvSpPr>
            <p:cNvPr id="5542" name="Google Shape;5542;p171"/>
            <p:cNvSpPr/>
            <p:nvPr/>
          </p:nvSpPr>
          <p:spPr>
            <a:xfrm>
              <a:off x="1601900" y="8659599"/>
              <a:ext cx="10749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i="0" u="none" strike="noStrike" cap="none">
                  <a:solidFill>
                    <a:srgbClr val="066AFE"/>
                  </a:solidFill>
                  <a:latin typeface="Salesforce Sans"/>
                  <a:ea typeface="Salesforce Sans"/>
                  <a:cs typeface="Salesforce Sans"/>
                  <a:sym typeface="Salesforce Sans"/>
                </a:rPr>
                <a:t>Post-Marketing Surveillance </a:t>
              </a:r>
              <a:endParaRPr sz="945" b="1" i="0" u="none" strike="noStrike" cap="none">
                <a:solidFill>
                  <a:srgbClr val="066AFE"/>
                </a:solidFill>
                <a:latin typeface="Salesforce Sans"/>
                <a:ea typeface="Salesforce Sans"/>
                <a:cs typeface="Salesforce Sans"/>
                <a:sym typeface="Salesforce Sans"/>
              </a:endParaRPr>
            </a:p>
          </p:txBody>
        </p:sp>
        <p:sp>
          <p:nvSpPr>
            <p:cNvPr id="5543" name="Google Shape;5543;p171"/>
            <p:cNvSpPr txBox="1"/>
            <p:nvPr/>
          </p:nvSpPr>
          <p:spPr>
            <a:xfrm>
              <a:off x="3048821" y="29421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sz="800" i="0" u="none" strike="noStrike" cap="none">
                <a:latin typeface="Salesforce Sans"/>
                <a:ea typeface="Salesforce Sans"/>
                <a:cs typeface="Salesforce Sans"/>
                <a:sym typeface="Salesforce Sans"/>
              </a:endParaRPr>
            </a:p>
          </p:txBody>
        </p:sp>
        <p:sp>
          <p:nvSpPr>
            <p:cNvPr id="5544" name="Google Shape;5544;p171"/>
            <p:cNvSpPr txBox="1"/>
            <p:nvPr/>
          </p:nvSpPr>
          <p:spPr>
            <a:xfrm>
              <a:off x="3048821" y="31572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5545" name="Google Shape;5545;p171"/>
            <p:cNvSpPr txBox="1"/>
            <p:nvPr/>
          </p:nvSpPr>
          <p:spPr>
            <a:xfrm>
              <a:off x="3048821" y="331296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5546" name="Google Shape;5546;p171"/>
            <p:cNvSpPr txBox="1"/>
            <p:nvPr/>
          </p:nvSpPr>
          <p:spPr>
            <a:xfrm>
              <a:off x="3048821" y="38679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5547" name="Google Shape;5547;p171"/>
            <p:cNvSpPr txBox="1"/>
            <p:nvPr/>
          </p:nvSpPr>
          <p:spPr>
            <a:xfrm>
              <a:off x="3048821" y="34749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5548" name="Google Shape;5548;p171"/>
            <p:cNvSpPr txBox="1"/>
            <p:nvPr/>
          </p:nvSpPr>
          <p:spPr>
            <a:xfrm>
              <a:off x="3048821" y="47146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sz="800" i="0" u="none" strike="noStrike" cap="none">
                <a:latin typeface="Salesforce Sans"/>
                <a:ea typeface="Salesforce Sans"/>
                <a:cs typeface="Salesforce Sans"/>
                <a:sym typeface="Salesforce Sans"/>
              </a:endParaRPr>
            </a:p>
          </p:txBody>
        </p:sp>
        <p:sp>
          <p:nvSpPr>
            <p:cNvPr id="5549" name="Google Shape;5549;p171"/>
            <p:cNvSpPr txBox="1"/>
            <p:nvPr/>
          </p:nvSpPr>
          <p:spPr>
            <a:xfrm>
              <a:off x="3048821" y="45589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5550" name="Google Shape;5550;p171"/>
            <p:cNvSpPr txBox="1"/>
            <p:nvPr/>
          </p:nvSpPr>
          <p:spPr>
            <a:xfrm>
              <a:off x="3048821" y="514764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5551" name="Google Shape;5551;p171"/>
            <p:cNvSpPr txBox="1"/>
            <p:nvPr/>
          </p:nvSpPr>
          <p:spPr>
            <a:xfrm>
              <a:off x="3048821" y="5364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5552" name="Google Shape;5552;p171"/>
            <p:cNvSpPr txBox="1"/>
            <p:nvPr/>
          </p:nvSpPr>
          <p:spPr>
            <a:xfrm>
              <a:off x="3048821" y="55177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5553" name="Google Shape;5553;p171"/>
            <p:cNvSpPr txBox="1"/>
            <p:nvPr/>
          </p:nvSpPr>
          <p:spPr>
            <a:xfrm>
              <a:off x="3048821" y="58875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5554" name="Google Shape;5554;p171"/>
            <p:cNvSpPr txBox="1"/>
            <p:nvPr/>
          </p:nvSpPr>
          <p:spPr>
            <a:xfrm>
              <a:off x="3048821" y="62629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5555" name="Google Shape;5555;p171"/>
            <p:cNvSpPr txBox="1"/>
            <p:nvPr/>
          </p:nvSpPr>
          <p:spPr>
            <a:xfrm>
              <a:off x="3048821" y="64163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5556" name="Google Shape;5556;p171"/>
            <p:cNvSpPr txBox="1"/>
            <p:nvPr/>
          </p:nvSpPr>
          <p:spPr>
            <a:xfrm>
              <a:off x="3048821" y="57317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5557" name="Google Shape;5557;p171"/>
            <p:cNvSpPr txBox="1"/>
            <p:nvPr/>
          </p:nvSpPr>
          <p:spPr>
            <a:xfrm>
              <a:off x="3048821" y="66243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sz="800" i="0" u="none" strike="noStrike" cap="none">
                <a:latin typeface="Salesforce Sans"/>
                <a:ea typeface="Salesforce Sans"/>
                <a:cs typeface="Salesforce Sans"/>
                <a:sym typeface="Salesforce Sans"/>
              </a:endParaRPr>
            </a:p>
          </p:txBody>
        </p:sp>
        <p:sp>
          <p:nvSpPr>
            <p:cNvPr id="5558" name="Google Shape;5558;p171"/>
            <p:cNvSpPr txBox="1"/>
            <p:nvPr/>
          </p:nvSpPr>
          <p:spPr>
            <a:xfrm>
              <a:off x="3048821" y="67800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sz="800" i="0" u="none" strike="noStrike" cap="none">
                <a:latin typeface="Salesforce Sans"/>
                <a:ea typeface="Salesforce Sans"/>
                <a:cs typeface="Salesforce Sans"/>
                <a:sym typeface="Salesforce Sans"/>
              </a:endParaRPr>
            </a:p>
          </p:txBody>
        </p:sp>
        <p:sp>
          <p:nvSpPr>
            <p:cNvPr id="5559" name="Google Shape;5559;p171"/>
            <p:cNvSpPr txBox="1"/>
            <p:nvPr/>
          </p:nvSpPr>
          <p:spPr>
            <a:xfrm>
              <a:off x="3048821" y="693584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sz="800" i="0" u="none" strike="noStrike" cap="none">
                <a:latin typeface="Salesforce Sans"/>
                <a:ea typeface="Salesforce Sans"/>
                <a:cs typeface="Salesforce Sans"/>
                <a:sym typeface="Salesforce Sans"/>
              </a:endParaRPr>
            </a:p>
          </p:txBody>
        </p:sp>
        <p:sp>
          <p:nvSpPr>
            <p:cNvPr id="5560" name="Google Shape;5560;p171"/>
            <p:cNvSpPr txBox="1"/>
            <p:nvPr/>
          </p:nvSpPr>
          <p:spPr>
            <a:xfrm>
              <a:off x="3048821" y="4869821"/>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5561" name="Google Shape;5561;p171"/>
            <p:cNvSpPr txBox="1"/>
            <p:nvPr/>
          </p:nvSpPr>
          <p:spPr>
            <a:xfrm>
              <a:off x="3048821" y="77911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sz="800" i="0" u="none" strike="noStrike" cap="none">
                <a:latin typeface="Salesforce Sans"/>
                <a:ea typeface="Salesforce Sans"/>
                <a:cs typeface="Salesforce Sans"/>
                <a:sym typeface="Salesforce Sans"/>
              </a:endParaRPr>
            </a:p>
          </p:txBody>
        </p:sp>
        <p:sp>
          <p:nvSpPr>
            <p:cNvPr id="5562" name="Google Shape;5562;p171"/>
            <p:cNvSpPr txBox="1"/>
            <p:nvPr/>
          </p:nvSpPr>
          <p:spPr>
            <a:xfrm>
              <a:off x="3048821" y="80883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sz="800" i="0" u="none" strike="noStrike" cap="none">
                <a:latin typeface="Salesforce Sans"/>
                <a:ea typeface="Salesforce Sans"/>
                <a:cs typeface="Salesforce Sans"/>
                <a:sym typeface="Salesforce Sans"/>
              </a:endParaRPr>
            </a:p>
          </p:txBody>
        </p:sp>
        <p:sp>
          <p:nvSpPr>
            <p:cNvPr id="5563" name="Google Shape;5563;p171"/>
            <p:cNvSpPr txBox="1"/>
            <p:nvPr/>
          </p:nvSpPr>
          <p:spPr>
            <a:xfrm>
              <a:off x="3048821" y="793973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sz="800" i="0" u="none" strike="noStrike" cap="none">
                <a:latin typeface="Salesforce Sans"/>
                <a:ea typeface="Salesforce Sans"/>
                <a:cs typeface="Salesforce Sans"/>
                <a:sym typeface="Salesforce Sans"/>
              </a:endParaRPr>
            </a:p>
          </p:txBody>
        </p:sp>
        <p:sp>
          <p:nvSpPr>
            <p:cNvPr id="5564" name="Google Shape;5564;p171"/>
            <p:cNvSpPr txBox="1"/>
            <p:nvPr/>
          </p:nvSpPr>
          <p:spPr>
            <a:xfrm>
              <a:off x="3048821" y="845123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sz="800" i="0" u="none" strike="noStrike" cap="none">
                <a:latin typeface="Salesforce Sans"/>
                <a:ea typeface="Salesforce Sans"/>
                <a:cs typeface="Salesforce Sans"/>
                <a:sym typeface="Salesforce Sans"/>
              </a:endParaRPr>
            </a:p>
          </p:txBody>
        </p:sp>
        <p:sp>
          <p:nvSpPr>
            <p:cNvPr id="5565" name="Google Shape;5565;p171"/>
            <p:cNvSpPr txBox="1"/>
            <p:nvPr/>
          </p:nvSpPr>
          <p:spPr>
            <a:xfrm>
              <a:off x="3048821" y="865988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sz="800" i="0" u="none" strike="noStrike" cap="none">
                <a:latin typeface="Salesforce Sans"/>
                <a:ea typeface="Salesforce Sans"/>
                <a:cs typeface="Salesforce Sans"/>
                <a:sym typeface="Salesforce Sans"/>
              </a:endParaRPr>
            </a:p>
          </p:txBody>
        </p:sp>
        <p:sp>
          <p:nvSpPr>
            <p:cNvPr id="5566" name="Google Shape;5566;p171"/>
            <p:cNvSpPr txBox="1"/>
            <p:nvPr/>
          </p:nvSpPr>
          <p:spPr>
            <a:xfrm>
              <a:off x="3048821" y="88084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sz="800" i="0" u="none" strike="noStrike" cap="none">
                <a:latin typeface="Salesforce Sans"/>
                <a:ea typeface="Salesforce Sans"/>
                <a:cs typeface="Salesforce Sans"/>
                <a:sym typeface="Salesforce Sans"/>
              </a:endParaRPr>
            </a:p>
          </p:txBody>
        </p:sp>
        <p:sp>
          <p:nvSpPr>
            <p:cNvPr id="5567" name="Google Shape;5567;p171"/>
            <p:cNvSpPr txBox="1"/>
            <p:nvPr/>
          </p:nvSpPr>
          <p:spPr>
            <a:xfrm>
              <a:off x="3048821" y="89571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sz="800" i="0" u="none" strike="noStrike" cap="none">
                <a:latin typeface="Salesforce Sans"/>
                <a:ea typeface="Salesforce Sans"/>
                <a:cs typeface="Salesforce Sans"/>
                <a:sym typeface="Salesforce Sans"/>
              </a:endParaRPr>
            </a:p>
          </p:txBody>
        </p:sp>
        <p:sp>
          <p:nvSpPr>
            <p:cNvPr id="5568" name="Google Shape;5568;p171"/>
            <p:cNvSpPr txBox="1"/>
            <p:nvPr/>
          </p:nvSpPr>
          <p:spPr>
            <a:xfrm>
              <a:off x="3048821" y="91083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sz="800" i="0" u="none" strike="noStrike" cap="none">
                <a:latin typeface="Salesforce Sans"/>
                <a:ea typeface="Salesforce Sans"/>
                <a:cs typeface="Salesforce Sans"/>
                <a:sym typeface="Salesforce Sans"/>
              </a:endParaRPr>
            </a:p>
          </p:txBody>
        </p:sp>
        <p:sp>
          <p:nvSpPr>
            <p:cNvPr id="5569" name="Google Shape;5569;p171"/>
            <p:cNvSpPr txBox="1"/>
            <p:nvPr/>
          </p:nvSpPr>
          <p:spPr>
            <a:xfrm>
              <a:off x="3048821" y="92481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sz="800" i="0" u="none" strike="noStrike" cap="none">
                <a:latin typeface="Salesforce Sans"/>
                <a:ea typeface="Salesforce Sans"/>
                <a:cs typeface="Salesforce Sans"/>
                <a:sym typeface="Salesforce Sans"/>
              </a:endParaRPr>
            </a:p>
          </p:txBody>
        </p:sp>
        <p:sp>
          <p:nvSpPr>
            <p:cNvPr id="5570" name="Google Shape;5570;p171"/>
            <p:cNvSpPr txBox="1"/>
            <p:nvPr/>
          </p:nvSpPr>
          <p:spPr>
            <a:xfrm>
              <a:off x="3048821" y="70898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sz="800" i="0" u="none" strike="noStrike" cap="none">
                <a:latin typeface="Salesforce Sans"/>
                <a:ea typeface="Salesforce Sans"/>
                <a:cs typeface="Salesforce Sans"/>
                <a:sym typeface="Salesforce Sans"/>
              </a:endParaRPr>
            </a:p>
          </p:txBody>
        </p:sp>
        <p:sp>
          <p:nvSpPr>
            <p:cNvPr id="5571" name="Google Shape;5571;p171"/>
            <p:cNvSpPr txBox="1"/>
            <p:nvPr/>
          </p:nvSpPr>
          <p:spPr>
            <a:xfrm>
              <a:off x="3048821" y="72998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sz="800" i="0" u="none" strike="noStrike" cap="none">
                <a:latin typeface="Salesforce Sans"/>
                <a:ea typeface="Salesforce Sans"/>
                <a:cs typeface="Salesforce Sans"/>
                <a:sym typeface="Salesforce Sans"/>
              </a:endParaRPr>
            </a:p>
          </p:txBody>
        </p:sp>
        <p:sp>
          <p:nvSpPr>
            <p:cNvPr id="5572" name="Google Shape;5572;p171"/>
            <p:cNvSpPr txBox="1"/>
            <p:nvPr/>
          </p:nvSpPr>
          <p:spPr>
            <a:xfrm>
              <a:off x="3048821" y="74308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sz="800" i="0" u="none" strike="noStrike" cap="none">
                <a:latin typeface="Salesforce Sans"/>
                <a:ea typeface="Salesforce Sans"/>
                <a:cs typeface="Salesforce Sans"/>
                <a:sym typeface="Salesforce Sans"/>
              </a:endParaRPr>
            </a:p>
          </p:txBody>
        </p:sp>
        <p:sp>
          <p:nvSpPr>
            <p:cNvPr id="5573" name="Google Shape;5573;p171"/>
            <p:cNvSpPr txBox="1"/>
            <p:nvPr/>
          </p:nvSpPr>
          <p:spPr>
            <a:xfrm>
              <a:off x="3048821" y="764251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sz="800" i="0" u="none" strike="noStrike" cap="none">
                <a:latin typeface="Salesforce Sans"/>
                <a:ea typeface="Salesforce Sans"/>
                <a:cs typeface="Salesforce Sans"/>
                <a:sym typeface="Salesforce Sans"/>
              </a:endParaRPr>
            </a:p>
          </p:txBody>
        </p:sp>
        <p:sp>
          <p:nvSpPr>
            <p:cNvPr id="5574" name="Google Shape;5574;p171"/>
            <p:cNvSpPr/>
            <p:nvPr/>
          </p:nvSpPr>
          <p:spPr>
            <a:xfrm>
              <a:off x="2912773" y="34980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75" name="Google Shape;5575;p171"/>
            <p:cNvSpPr/>
            <p:nvPr/>
          </p:nvSpPr>
          <p:spPr>
            <a:xfrm>
              <a:off x="2912773" y="57503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576" name="Google Shape;5576;p171"/>
            <p:cNvSpPr/>
            <p:nvPr/>
          </p:nvSpPr>
          <p:spPr>
            <a:xfrm>
              <a:off x="2912773" y="67986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77" name="Google Shape;5577;p171"/>
            <p:cNvSpPr txBox="1"/>
            <p:nvPr/>
          </p:nvSpPr>
          <p:spPr>
            <a:xfrm>
              <a:off x="3048821" y="1765988"/>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5578" name="Google Shape;5578;p171"/>
            <p:cNvSpPr/>
            <p:nvPr/>
          </p:nvSpPr>
          <p:spPr>
            <a:xfrm>
              <a:off x="2912773" y="1784438"/>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79" name="Google Shape;5579;p171"/>
            <p:cNvSpPr txBox="1"/>
            <p:nvPr/>
          </p:nvSpPr>
          <p:spPr>
            <a:xfrm>
              <a:off x="3048821" y="1921000"/>
              <a:ext cx="17658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580" name="Google Shape;5580;p171"/>
            <p:cNvSpPr/>
            <p:nvPr/>
          </p:nvSpPr>
          <p:spPr>
            <a:xfrm>
              <a:off x="2912773" y="19394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81" name="Google Shape;5581;p171"/>
            <p:cNvSpPr txBox="1"/>
            <p:nvPr/>
          </p:nvSpPr>
          <p:spPr>
            <a:xfrm>
              <a:off x="3048821" y="20760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5582" name="Google Shape;5582;p171"/>
            <p:cNvSpPr/>
            <p:nvPr/>
          </p:nvSpPr>
          <p:spPr>
            <a:xfrm>
              <a:off x="2912773" y="209445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83" name="Google Shape;5583;p171"/>
            <p:cNvSpPr txBox="1"/>
            <p:nvPr/>
          </p:nvSpPr>
          <p:spPr>
            <a:xfrm>
              <a:off x="3048821" y="22367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5584" name="Google Shape;5584;p171"/>
            <p:cNvSpPr/>
            <p:nvPr/>
          </p:nvSpPr>
          <p:spPr>
            <a:xfrm>
              <a:off x="2912773" y="225524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85" name="Google Shape;5585;p171"/>
            <p:cNvSpPr txBox="1"/>
            <p:nvPr/>
          </p:nvSpPr>
          <p:spPr>
            <a:xfrm>
              <a:off x="3048821" y="24020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5586" name="Google Shape;5586;p171"/>
            <p:cNvSpPr/>
            <p:nvPr/>
          </p:nvSpPr>
          <p:spPr>
            <a:xfrm>
              <a:off x="2912773" y="242051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87" name="Google Shape;5587;p171"/>
            <p:cNvSpPr txBox="1"/>
            <p:nvPr/>
          </p:nvSpPr>
          <p:spPr>
            <a:xfrm>
              <a:off x="3048821" y="27733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5588" name="Google Shape;5588;p171"/>
            <p:cNvSpPr/>
            <p:nvPr/>
          </p:nvSpPr>
          <p:spPr>
            <a:xfrm>
              <a:off x="2912773" y="27917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89" name="Google Shape;5589;p171"/>
            <p:cNvSpPr/>
            <p:nvPr/>
          </p:nvSpPr>
          <p:spPr>
            <a:xfrm>
              <a:off x="2912773" y="29607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90" name="Google Shape;5590;p171"/>
            <p:cNvSpPr/>
            <p:nvPr/>
          </p:nvSpPr>
          <p:spPr>
            <a:xfrm>
              <a:off x="2912773" y="31756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91" name="Google Shape;5591;p171"/>
            <p:cNvSpPr txBox="1"/>
            <p:nvPr/>
          </p:nvSpPr>
          <p:spPr>
            <a:xfrm>
              <a:off x="3048821" y="26199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5592" name="Google Shape;5592;p171"/>
            <p:cNvSpPr/>
            <p:nvPr/>
          </p:nvSpPr>
          <p:spPr>
            <a:xfrm>
              <a:off x="2912773" y="263838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93" name="Google Shape;5593;p171"/>
            <p:cNvSpPr/>
            <p:nvPr/>
          </p:nvSpPr>
          <p:spPr>
            <a:xfrm>
              <a:off x="2912773" y="38864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594" name="Google Shape;5594;p171"/>
            <p:cNvSpPr/>
            <p:nvPr/>
          </p:nvSpPr>
          <p:spPr>
            <a:xfrm>
              <a:off x="2912773" y="45775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595" name="Google Shape;5595;p171"/>
            <p:cNvSpPr/>
            <p:nvPr/>
          </p:nvSpPr>
          <p:spPr>
            <a:xfrm>
              <a:off x="2912773" y="55363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596" name="Google Shape;5596;p171"/>
            <p:cNvSpPr/>
            <p:nvPr/>
          </p:nvSpPr>
          <p:spPr>
            <a:xfrm>
              <a:off x="2912773" y="664293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97" name="Google Shape;5597;p171"/>
            <p:cNvSpPr/>
            <p:nvPr/>
          </p:nvSpPr>
          <p:spPr>
            <a:xfrm>
              <a:off x="2912773" y="84698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598" name="Google Shape;5598;p171"/>
            <p:cNvSpPr/>
            <p:nvPr/>
          </p:nvSpPr>
          <p:spPr>
            <a:xfrm>
              <a:off x="2912773" y="882709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599" name="Google Shape;5599;p171"/>
            <p:cNvSpPr/>
            <p:nvPr/>
          </p:nvSpPr>
          <p:spPr>
            <a:xfrm>
              <a:off x="2912773" y="897570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00" name="Google Shape;5600;p171"/>
            <p:cNvSpPr/>
            <p:nvPr/>
          </p:nvSpPr>
          <p:spPr>
            <a:xfrm>
              <a:off x="2912773" y="91269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01" name="Google Shape;5601;p171"/>
            <p:cNvSpPr/>
            <p:nvPr/>
          </p:nvSpPr>
          <p:spPr>
            <a:xfrm>
              <a:off x="2912773" y="92667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02" name="Google Shape;5602;p171"/>
            <p:cNvSpPr/>
            <p:nvPr/>
          </p:nvSpPr>
          <p:spPr>
            <a:xfrm>
              <a:off x="2912773" y="710847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03" name="Google Shape;5603;p171"/>
            <p:cNvSpPr/>
            <p:nvPr/>
          </p:nvSpPr>
          <p:spPr>
            <a:xfrm>
              <a:off x="2912773" y="795833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04" name="Google Shape;5604;p171"/>
            <p:cNvSpPr/>
            <p:nvPr/>
          </p:nvSpPr>
          <p:spPr>
            <a:xfrm>
              <a:off x="2912773" y="47332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605" name="Google Shape;5605;p171"/>
            <p:cNvSpPr/>
            <p:nvPr/>
          </p:nvSpPr>
          <p:spPr>
            <a:xfrm>
              <a:off x="2912773" y="48884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06" name="Google Shape;5606;p171"/>
            <p:cNvSpPr/>
            <p:nvPr/>
          </p:nvSpPr>
          <p:spPr>
            <a:xfrm>
              <a:off x="2912773" y="51662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07" name="Google Shape;5607;p171"/>
            <p:cNvSpPr/>
            <p:nvPr/>
          </p:nvSpPr>
          <p:spPr>
            <a:xfrm>
              <a:off x="2912773" y="33315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08" name="Google Shape;5608;p171"/>
            <p:cNvSpPr txBox="1"/>
            <p:nvPr/>
          </p:nvSpPr>
          <p:spPr>
            <a:xfrm>
              <a:off x="3048821" y="369439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5609" name="Google Shape;5609;p171"/>
            <p:cNvSpPr/>
            <p:nvPr/>
          </p:nvSpPr>
          <p:spPr>
            <a:xfrm>
              <a:off x="2912773" y="3712841"/>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0" name="Google Shape;5610;p171"/>
            <p:cNvSpPr/>
            <p:nvPr/>
          </p:nvSpPr>
          <p:spPr>
            <a:xfrm>
              <a:off x="2912773" y="53829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611" name="Google Shape;5611;p171"/>
            <p:cNvSpPr/>
            <p:nvPr/>
          </p:nvSpPr>
          <p:spPr>
            <a:xfrm>
              <a:off x="2912773" y="5906140"/>
              <a:ext cx="91200" cy="91200"/>
            </a:xfrm>
            <a:prstGeom prst="ellipse">
              <a:avLst/>
            </a:prstGeom>
            <a:solidFill>
              <a:srgbClr val="1560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12" name="Google Shape;5612;p171"/>
            <p:cNvSpPr/>
            <p:nvPr/>
          </p:nvSpPr>
          <p:spPr>
            <a:xfrm>
              <a:off x="2912773" y="64349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3" name="Google Shape;5613;p171"/>
            <p:cNvSpPr/>
            <p:nvPr/>
          </p:nvSpPr>
          <p:spPr>
            <a:xfrm>
              <a:off x="2912773" y="62815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4" name="Google Shape;5614;p171"/>
            <p:cNvSpPr/>
            <p:nvPr/>
          </p:nvSpPr>
          <p:spPr>
            <a:xfrm>
              <a:off x="2912773" y="695444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15" name="Google Shape;5615;p171"/>
            <p:cNvSpPr/>
            <p:nvPr/>
          </p:nvSpPr>
          <p:spPr>
            <a:xfrm>
              <a:off x="2912773" y="731847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6" name="Google Shape;5616;p171"/>
            <p:cNvSpPr/>
            <p:nvPr/>
          </p:nvSpPr>
          <p:spPr>
            <a:xfrm>
              <a:off x="2912773" y="78097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7" name="Google Shape;5617;p171"/>
            <p:cNvSpPr/>
            <p:nvPr/>
          </p:nvSpPr>
          <p:spPr>
            <a:xfrm>
              <a:off x="2912773" y="76611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8" name="Google Shape;5618;p171"/>
            <p:cNvSpPr/>
            <p:nvPr/>
          </p:nvSpPr>
          <p:spPr>
            <a:xfrm>
              <a:off x="2912773" y="810694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19" name="Google Shape;5619;p171"/>
            <p:cNvSpPr/>
            <p:nvPr/>
          </p:nvSpPr>
          <p:spPr>
            <a:xfrm>
              <a:off x="2912773" y="86784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20" name="Google Shape;5620;p171"/>
            <p:cNvSpPr txBox="1"/>
            <p:nvPr/>
          </p:nvSpPr>
          <p:spPr>
            <a:xfrm>
              <a:off x="3048821" y="605125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5621" name="Google Shape;5621;p171"/>
            <p:cNvSpPr/>
            <p:nvPr/>
          </p:nvSpPr>
          <p:spPr>
            <a:xfrm>
              <a:off x="2910959" y="606985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22" name="Google Shape;5622;p171"/>
            <p:cNvSpPr txBox="1"/>
            <p:nvPr/>
          </p:nvSpPr>
          <p:spPr>
            <a:xfrm>
              <a:off x="3048821" y="82956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5623" name="Google Shape;5623;p171"/>
            <p:cNvSpPr/>
            <p:nvPr/>
          </p:nvSpPr>
          <p:spPr>
            <a:xfrm>
              <a:off x="2910948" y="831427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5624" name="Google Shape;5624;p171"/>
            <p:cNvSpPr txBox="1"/>
            <p:nvPr/>
          </p:nvSpPr>
          <p:spPr>
            <a:xfrm>
              <a:off x="47833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625" name="Google Shape;5625;p171"/>
            <p:cNvSpPr txBox="1"/>
            <p:nvPr/>
          </p:nvSpPr>
          <p:spPr>
            <a:xfrm>
              <a:off x="160190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626" name="Google Shape;5626;p171"/>
            <p:cNvGrpSpPr/>
            <p:nvPr/>
          </p:nvGrpSpPr>
          <p:grpSpPr>
            <a:xfrm>
              <a:off x="497950" y="1791256"/>
              <a:ext cx="952566" cy="449700"/>
              <a:chOff x="755108" y="1946374"/>
              <a:chExt cx="1322458" cy="449700"/>
            </a:xfrm>
          </p:grpSpPr>
          <p:sp>
            <p:nvSpPr>
              <p:cNvPr id="5627" name="Google Shape;5627;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628" name="Google Shape;5628;p171"/>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5629" name="Google Shape;5629;p171"/>
            <p:cNvSpPr txBox="1"/>
            <p:nvPr/>
          </p:nvSpPr>
          <p:spPr>
            <a:xfrm>
              <a:off x="3050649"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630" name="Google Shape;5630;p171"/>
            <p:cNvSpPr txBox="1"/>
            <p:nvPr/>
          </p:nvSpPr>
          <p:spPr>
            <a:xfrm>
              <a:off x="1601900" y="1769425"/>
              <a:ext cx="10224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Agentforce Life Sciences Pre-built Clinical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631" name="Google Shape;5631;p171"/>
            <p:cNvGrpSpPr/>
            <p:nvPr/>
          </p:nvGrpSpPr>
          <p:grpSpPr>
            <a:xfrm>
              <a:off x="497991" y="5752646"/>
              <a:ext cx="952525" cy="449700"/>
              <a:chOff x="755165" y="1951713"/>
              <a:chExt cx="1322400" cy="449700"/>
            </a:xfrm>
          </p:grpSpPr>
          <p:sp>
            <p:nvSpPr>
              <p:cNvPr id="5632" name="Google Shape;5632;p171"/>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633" name="Google Shape;5633;p171"/>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5634" name="Google Shape;5634;p171"/>
            <p:cNvGrpSpPr/>
            <p:nvPr/>
          </p:nvGrpSpPr>
          <p:grpSpPr>
            <a:xfrm>
              <a:off x="497991" y="2647426"/>
              <a:ext cx="952525" cy="449700"/>
              <a:chOff x="755165" y="1951713"/>
              <a:chExt cx="1322400" cy="449700"/>
            </a:xfrm>
          </p:grpSpPr>
          <p:sp>
            <p:nvSpPr>
              <p:cNvPr id="5635" name="Google Shape;5635;p171"/>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636" name="Google Shape;5636;p171"/>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5637" name="Google Shape;5637;p171"/>
            <p:cNvSpPr txBox="1"/>
            <p:nvPr/>
          </p:nvSpPr>
          <p:spPr>
            <a:xfrm>
              <a:off x="3048821" y="42411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5638" name="Google Shape;5638;p171"/>
            <p:cNvSpPr txBox="1"/>
            <p:nvPr/>
          </p:nvSpPr>
          <p:spPr>
            <a:xfrm>
              <a:off x="3048821" y="40854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5639" name="Google Shape;5639;p171"/>
            <p:cNvSpPr/>
            <p:nvPr/>
          </p:nvSpPr>
          <p:spPr>
            <a:xfrm>
              <a:off x="2912773" y="41040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640" name="Google Shape;5640;p171"/>
            <p:cNvSpPr/>
            <p:nvPr/>
          </p:nvSpPr>
          <p:spPr>
            <a:xfrm>
              <a:off x="2912773" y="42597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641" name="Google Shape;5641;p171"/>
            <p:cNvSpPr txBox="1"/>
            <p:nvPr/>
          </p:nvSpPr>
          <p:spPr>
            <a:xfrm>
              <a:off x="3048821" y="94748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sz="800" i="0" u="none" strike="noStrike" cap="none">
                <a:latin typeface="Salesforce Sans"/>
                <a:ea typeface="Salesforce Sans"/>
                <a:cs typeface="Salesforce Sans"/>
                <a:sym typeface="Salesforce Sans"/>
              </a:endParaRPr>
            </a:p>
          </p:txBody>
        </p:sp>
        <p:sp>
          <p:nvSpPr>
            <p:cNvPr id="5642" name="Google Shape;5642;p171"/>
            <p:cNvSpPr txBox="1"/>
            <p:nvPr/>
          </p:nvSpPr>
          <p:spPr>
            <a:xfrm>
              <a:off x="3048821" y="96260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sz="800" i="0" u="none" strike="noStrike" cap="none">
                <a:latin typeface="Salesforce Sans"/>
                <a:ea typeface="Salesforce Sans"/>
                <a:cs typeface="Salesforce Sans"/>
                <a:sym typeface="Salesforce Sans"/>
              </a:endParaRPr>
            </a:p>
          </p:txBody>
        </p:sp>
        <p:sp>
          <p:nvSpPr>
            <p:cNvPr id="5643" name="Google Shape;5643;p171"/>
            <p:cNvSpPr txBox="1"/>
            <p:nvPr/>
          </p:nvSpPr>
          <p:spPr>
            <a:xfrm>
              <a:off x="3048821" y="97658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sz="800" i="0" u="none" strike="noStrike" cap="none">
                <a:latin typeface="Salesforce Sans"/>
                <a:ea typeface="Salesforce Sans"/>
                <a:cs typeface="Salesforce Sans"/>
                <a:sym typeface="Salesforce Sans"/>
              </a:endParaRPr>
            </a:p>
          </p:txBody>
        </p:sp>
        <p:sp>
          <p:nvSpPr>
            <p:cNvPr id="5644" name="Google Shape;5644;p171"/>
            <p:cNvSpPr/>
            <p:nvPr/>
          </p:nvSpPr>
          <p:spPr>
            <a:xfrm>
              <a:off x="2912773" y="94934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45" name="Google Shape;5645;p171"/>
            <p:cNvSpPr/>
            <p:nvPr/>
          </p:nvSpPr>
          <p:spPr>
            <a:xfrm>
              <a:off x="2912773" y="96446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46" name="Google Shape;5646;p171"/>
            <p:cNvSpPr/>
            <p:nvPr/>
          </p:nvSpPr>
          <p:spPr>
            <a:xfrm>
              <a:off x="2912773" y="978445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sp>
        <p:nvSpPr>
          <p:cNvPr id="5647" name="Google Shape;5647;p171"/>
          <p:cNvSpPr/>
          <p:nvPr/>
        </p:nvSpPr>
        <p:spPr>
          <a:xfrm>
            <a:off x="5862391" y="2797656"/>
            <a:ext cx="7596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GTM Strategy </a:t>
            </a:r>
            <a:endParaRPr sz="900" b="1" i="0" u="none" strike="noStrike" cap="none">
              <a:solidFill>
                <a:srgbClr val="066AFE"/>
              </a:solidFill>
              <a:latin typeface="Salesforce Sans"/>
              <a:ea typeface="Salesforce Sans"/>
              <a:cs typeface="Salesforce Sans"/>
              <a:sym typeface="Salesforce Sans"/>
            </a:endParaRPr>
          </a:p>
        </p:txBody>
      </p:sp>
      <p:sp>
        <p:nvSpPr>
          <p:cNvPr id="5648" name="Google Shape;5648;p171"/>
          <p:cNvSpPr/>
          <p:nvPr/>
        </p:nvSpPr>
        <p:spPr>
          <a:xfrm>
            <a:off x="5862392" y="3312375"/>
            <a:ext cx="11286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GTM Operations </a:t>
            </a:r>
            <a:endParaRPr sz="900" b="1" i="0" u="none" strike="noStrike" cap="none">
              <a:solidFill>
                <a:srgbClr val="066AFE"/>
              </a:solidFill>
              <a:latin typeface="Salesforce Sans"/>
              <a:ea typeface="Salesforce Sans"/>
              <a:cs typeface="Salesforce Sans"/>
              <a:sym typeface="Salesforce Sans"/>
            </a:endParaRPr>
          </a:p>
        </p:txBody>
      </p:sp>
      <p:sp>
        <p:nvSpPr>
          <p:cNvPr id="5649" name="Google Shape;5649;p171"/>
          <p:cNvSpPr/>
          <p:nvPr/>
        </p:nvSpPr>
        <p:spPr>
          <a:xfrm>
            <a:off x="5862391" y="4265350"/>
            <a:ext cx="1022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Field Rep Outreach </a:t>
            </a:r>
            <a:endParaRPr sz="900" b="1" i="0" u="none" strike="noStrike" cap="none">
              <a:solidFill>
                <a:srgbClr val="066AFE"/>
              </a:solidFill>
              <a:latin typeface="Salesforce Sans"/>
              <a:ea typeface="Salesforce Sans"/>
              <a:cs typeface="Salesforce Sans"/>
              <a:sym typeface="Salesforce Sans"/>
            </a:endParaRPr>
          </a:p>
        </p:txBody>
      </p:sp>
      <p:sp>
        <p:nvSpPr>
          <p:cNvPr id="5650" name="Google Shape;5650;p171"/>
          <p:cNvSpPr/>
          <p:nvPr/>
        </p:nvSpPr>
        <p:spPr>
          <a:xfrm>
            <a:off x="5862391" y="4903650"/>
            <a:ext cx="12285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Contract Development </a:t>
            </a:r>
            <a:endParaRPr sz="900" b="1" i="0" u="none" strike="noStrike" cap="none">
              <a:solidFill>
                <a:srgbClr val="066AFE"/>
              </a:solidFill>
              <a:latin typeface="Salesforce Sans"/>
              <a:ea typeface="Salesforce Sans"/>
              <a:cs typeface="Salesforce Sans"/>
              <a:sym typeface="Salesforce Sans"/>
            </a:endParaRPr>
          </a:p>
        </p:txBody>
      </p:sp>
      <p:sp>
        <p:nvSpPr>
          <p:cNvPr id="5651" name="Google Shape;5651;p171"/>
          <p:cNvSpPr/>
          <p:nvPr/>
        </p:nvSpPr>
        <p:spPr>
          <a:xfrm>
            <a:off x="5862391" y="5420900"/>
            <a:ext cx="1271700" cy="459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Pricing and Reimbursement Modeling</a:t>
            </a:r>
            <a:r>
              <a:rPr lang="en" sz="900" b="1">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5652" name="Google Shape;5652;p171"/>
          <p:cNvSpPr/>
          <p:nvPr/>
        </p:nvSpPr>
        <p:spPr>
          <a:xfrm>
            <a:off x="5862391" y="5914950"/>
            <a:ext cx="12987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Marketing</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Campaign Creation </a:t>
            </a:r>
            <a:endParaRPr sz="900" b="1" i="0" u="none" strike="noStrike" cap="none">
              <a:solidFill>
                <a:srgbClr val="066AFE"/>
              </a:solidFill>
              <a:latin typeface="Salesforce Sans"/>
              <a:ea typeface="Salesforce Sans"/>
              <a:cs typeface="Salesforce Sans"/>
              <a:sym typeface="Salesforce Sans"/>
            </a:endParaRPr>
          </a:p>
        </p:txBody>
      </p:sp>
      <p:sp>
        <p:nvSpPr>
          <p:cNvPr id="5653" name="Google Shape;5653;p171"/>
          <p:cNvSpPr/>
          <p:nvPr/>
        </p:nvSpPr>
        <p:spPr>
          <a:xfrm>
            <a:off x="5862391" y="6571825"/>
            <a:ext cx="1022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MLR Review Autom. </a:t>
            </a:r>
            <a:endParaRPr sz="900" b="1" i="0" u="none" strike="noStrike" cap="none">
              <a:solidFill>
                <a:srgbClr val="066AFE"/>
              </a:solidFill>
              <a:latin typeface="Salesforce Sans"/>
              <a:ea typeface="Salesforce Sans"/>
              <a:cs typeface="Salesforce Sans"/>
              <a:sym typeface="Salesforce Sans"/>
            </a:endParaRPr>
          </a:p>
        </p:txBody>
      </p:sp>
      <p:sp>
        <p:nvSpPr>
          <p:cNvPr id="5654" name="Google Shape;5654;p171"/>
          <p:cNvSpPr/>
          <p:nvPr/>
        </p:nvSpPr>
        <p:spPr>
          <a:xfrm>
            <a:off x="5862391" y="7056125"/>
            <a:ext cx="12450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Campaign</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Performance Tracking &amp;</a:t>
            </a:r>
            <a:r>
              <a:rPr lang="en" sz="900" b="1">
                <a:solidFill>
                  <a:srgbClr val="066AFE"/>
                </a:solidFill>
                <a:latin typeface="Salesforce Sans"/>
                <a:ea typeface="Salesforce Sans"/>
                <a:cs typeface="Salesforce Sans"/>
                <a:sym typeface="Salesforce Sans"/>
              </a:rPr>
              <a:t> </a:t>
            </a:r>
            <a:r>
              <a:rPr lang="en" sz="900" b="1" i="0" u="none" strike="noStrike" cap="none">
                <a:solidFill>
                  <a:srgbClr val="066AFE"/>
                </a:solidFill>
                <a:latin typeface="Salesforce Sans"/>
                <a:ea typeface="Salesforce Sans"/>
                <a:cs typeface="Salesforce Sans"/>
                <a:sym typeface="Salesforce Sans"/>
              </a:rPr>
              <a:t>Opt. </a:t>
            </a:r>
            <a:endParaRPr sz="900" b="1" i="0" u="none" strike="noStrike" cap="none">
              <a:solidFill>
                <a:srgbClr val="066AFE"/>
              </a:solidFill>
              <a:latin typeface="Salesforce Sans"/>
              <a:ea typeface="Salesforce Sans"/>
              <a:cs typeface="Salesforce Sans"/>
              <a:sym typeface="Salesforce Sans"/>
            </a:endParaRPr>
          </a:p>
        </p:txBody>
      </p:sp>
      <p:sp>
        <p:nvSpPr>
          <p:cNvPr id="5655" name="Google Shape;5655;p171"/>
          <p:cNvSpPr/>
          <p:nvPr/>
        </p:nvSpPr>
        <p:spPr>
          <a:xfrm>
            <a:off x="5862391" y="7542075"/>
            <a:ext cx="987900" cy="229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Patient Support</a:t>
            </a:r>
            <a:endParaRPr sz="900" b="1" i="0" u="none" strike="noStrike" cap="none">
              <a:solidFill>
                <a:srgbClr val="066AFE"/>
              </a:solidFill>
              <a:latin typeface="Salesforce Sans"/>
              <a:ea typeface="Salesforce Sans"/>
              <a:cs typeface="Salesforce Sans"/>
              <a:sym typeface="Salesforce Sans"/>
            </a:endParaRPr>
          </a:p>
        </p:txBody>
      </p:sp>
      <p:sp>
        <p:nvSpPr>
          <p:cNvPr id="5656" name="Google Shape;5656;p171"/>
          <p:cNvSpPr/>
          <p:nvPr/>
        </p:nvSpPr>
        <p:spPr>
          <a:xfrm>
            <a:off x="5862391" y="8591105"/>
            <a:ext cx="7596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66AFE"/>
                </a:solidFill>
                <a:latin typeface="Salesforce Sans"/>
                <a:ea typeface="Salesforce Sans"/>
                <a:cs typeface="Salesforce Sans"/>
                <a:sym typeface="Salesforce Sans"/>
              </a:rPr>
              <a:t>Support Cases </a:t>
            </a:r>
            <a:endParaRPr sz="900" b="1" i="0" u="none" strike="noStrike" cap="none">
              <a:solidFill>
                <a:srgbClr val="066AFE"/>
              </a:solidFill>
              <a:latin typeface="Salesforce Sans"/>
              <a:ea typeface="Salesforce Sans"/>
              <a:cs typeface="Salesforce Sans"/>
              <a:sym typeface="Salesforce Sans"/>
            </a:endParaRPr>
          </a:p>
        </p:txBody>
      </p:sp>
      <p:sp>
        <p:nvSpPr>
          <p:cNvPr id="5657" name="Google Shape;5657;p171"/>
          <p:cNvSpPr/>
          <p:nvPr/>
        </p:nvSpPr>
        <p:spPr>
          <a:xfrm>
            <a:off x="5862391" y="2271225"/>
            <a:ext cx="11286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66AFE"/>
                </a:solidFill>
                <a:latin typeface="Salesforce Sans"/>
                <a:ea typeface="Salesforce Sans"/>
                <a:cs typeface="Salesforce Sans"/>
                <a:sym typeface="Salesforce Sans"/>
              </a:rPr>
              <a:t>Agentforce Life Sciences Pre-built Commercial </a:t>
            </a:r>
            <a:endParaRPr sz="900" b="1" i="0" u="none" strike="noStrike" cap="none">
              <a:solidFill>
                <a:srgbClr val="066AFE"/>
              </a:solidFill>
              <a:latin typeface="Salesforce Sans"/>
              <a:ea typeface="Salesforce Sans"/>
              <a:cs typeface="Salesforce Sans"/>
              <a:sym typeface="Salesforce Sans"/>
            </a:endParaRPr>
          </a:p>
        </p:txBody>
      </p:sp>
      <p:sp>
        <p:nvSpPr>
          <p:cNvPr id="5658" name="Google Shape;5658;p171"/>
          <p:cNvSpPr txBox="1"/>
          <p:nvPr/>
        </p:nvSpPr>
        <p:spPr>
          <a:xfrm>
            <a:off x="7363519" y="2947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sz="800" i="0" u="none" strike="noStrike" cap="none">
              <a:latin typeface="Salesforce Sans"/>
              <a:ea typeface="Salesforce Sans"/>
              <a:cs typeface="Salesforce Sans"/>
              <a:sym typeface="Salesforce Sans"/>
            </a:endParaRPr>
          </a:p>
        </p:txBody>
      </p:sp>
      <p:sp>
        <p:nvSpPr>
          <p:cNvPr id="5659" name="Google Shape;5659;p171"/>
          <p:cNvSpPr txBox="1"/>
          <p:nvPr/>
        </p:nvSpPr>
        <p:spPr>
          <a:xfrm>
            <a:off x="7363519" y="309293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5660" name="Google Shape;5660;p171"/>
          <p:cNvSpPr txBox="1"/>
          <p:nvPr/>
        </p:nvSpPr>
        <p:spPr>
          <a:xfrm>
            <a:off x="7363519" y="33058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5661" name="Google Shape;5661;p171"/>
          <p:cNvSpPr txBox="1"/>
          <p:nvPr/>
        </p:nvSpPr>
        <p:spPr>
          <a:xfrm>
            <a:off x="7363519" y="3752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5662" name="Google Shape;5662;p171"/>
          <p:cNvSpPr txBox="1"/>
          <p:nvPr/>
        </p:nvSpPr>
        <p:spPr>
          <a:xfrm>
            <a:off x="7363519" y="34551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5663" name="Google Shape;5663;p171"/>
          <p:cNvSpPr txBox="1"/>
          <p:nvPr/>
        </p:nvSpPr>
        <p:spPr>
          <a:xfrm>
            <a:off x="7363519" y="44059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i="0" u="none" strike="noStrike" cap="none">
              <a:latin typeface="Salesforce Sans"/>
              <a:ea typeface="Salesforce Sans"/>
              <a:cs typeface="Salesforce Sans"/>
              <a:sym typeface="Salesforce Sans"/>
            </a:endParaRPr>
          </a:p>
        </p:txBody>
      </p:sp>
      <p:sp>
        <p:nvSpPr>
          <p:cNvPr id="5664" name="Google Shape;5664;p171"/>
          <p:cNvSpPr txBox="1"/>
          <p:nvPr/>
        </p:nvSpPr>
        <p:spPr>
          <a:xfrm>
            <a:off x="7363519" y="42596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5665" name="Google Shape;5665;p171"/>
          <p:cNvSpPr txBox="1"/>
          <p:nvPr/>
        </p:nvSpPr>
        <p:spPr>
          <a:xfrm>
            <a:off x="7363519" y="4700220"/>
            <a:ext cx="1457700" cy="119700"/>
          </a:xfrm>
          <a:prstGeom prst="rect">
            <a:avLst/>
          </a:prstGeom>
          <a:noFill/>
          <a:ln>
            <a:noFill/>
          </a:ln>
        </p:spPr>
        <p:txBody>
          <a:bodyPr spcFirstLastPara="1" wrap="square" lIns="4950" tIns="4950" rIns="4950" bIns="0" anchor="ctr" anchorCtr="0">
            <a:spAutoFit/>
          </a:bodyPr>
          <a:lstStyle/>
          <a:p>
            <a:pPr marL="0" lvl="0" indent="0" algn="l" rtl="0">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5666" name="Google Shape;5666;p171"/>
          <p:cNvSpPr txBox="1"/>
          <p:nvPr/>
        </p:nvSpPr>
        <p:spPr>
          <a:xfrm>
            <a:off x="7363519" y="490471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667" name="Google Shape;5667;p171"/>
          <p:cNvSpPr txBox="1"/>
          <p:nvPr/>
        </p:nvSpPr>
        <p:spPr>
          <a:xfrm>
            <a:off x="7363519" y="505338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5668" name="Google Shape;5668;p171"/>
          <p:cNvSpPr txBox="1"/>
          <p:nvPr/>
        </p:nvSpPr>
        <p:spPr>
          <a:xfrm>
            <a:off x="7363519" y="541369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5669" name="Google Shape;5669;p171"/>
          <p:cNvSpPr txBox="1"/>
          <p:nvPr/>
        </p:nvSpPr>
        <p:spPr>
          <a:xfrm>
            <a:off x="7363519" y="57065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5670" name="Google Shape;5670;p171"/>
          <p:cNvSpPr txBox="1"/>
          <p:nvPr/>
        </p:nvSpPr>
        <p:spPr>
          <a:xfrm>
            <a:off x="7363519" y="59173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5671" name="Google Shape;5671;p171"/>
          <p:cNvSpPr txBox="1"/>
          <p:nvPr/>
        </p:nvSpPr>
        <p:spPr>
          <a:xfrm>
            <a:off x="7363519" y="52007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5672" name="Google Shape;5672;p171"/>
          <p:cNvSpPr txBox="1"/>
          <p:nvPr/>
        </p:nvSpPr>
        <p:spPr>
          <a:xfrm>
            <a:off x="7363519" y="606476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5673" name="Google Shape;5673;p171"/>
          <p:cNvSpPr txBox="1"/>
          <p:nvPr/>
        </p:nvSpPr>
        <p:spPr>
          <a:xfrm>
            <a:off x="7363519" y="62109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sz="800" i="0" u="none" strike="noStrike" cap="none">
              <a:latin typeface="Salesforce Sans"/>
              <a:ea typeface="Salesforce Sans"/>
              <a:cs typeface="Salesforce Sans"/>
              <a:sym typeface="Salesforce Sans"/>
            </a:endParaRPr>
          </a:p>
        </p:txBody>
      </p:sp>
      <p:sp>
        <p:nvSpPr>
          <p:cNvPr id="5674" name="Google Shape;5674;p171"/>
          <p:cNvSpPr txBox="1"/>
          <p:nvPr/>
        </p:nvSpPr>
        <p:spPr>
          <a:xfrm>
            <a:off x="7363519" y="455154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5675" name="Google Shape;5675;p171"/>
          <p:cNvSpPr txBox="1"/>
          <p:nvPr/>
        </p:nvSpPr>
        <p:spPr>
          <a:xfrm>
            <a:off x="7363519" y="7206146"/>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sz="800" i="0" u="none" strike="noStrike" cap="none">
              <a:latin typeface="Salesforce Sans"/>
              <a:ea typeface="Salesforce Sans"/>
              <a:cs typeface="Salesforce Sans"/>
              <a:sym typeface="Salesforce Sans"/>
            </a:endParaRPr>
          </a:p>
        </p:txBody>
      </p:sp>
      <p:sp>
        <p:nvSpPr>
          <p:cNvPr id="5676" name="Google Shape;5676;p171"/>
          <p:cNvSpPr txBox="1"/>
          <p:nvPr/>
        </p:nvSpPr>
        <p:spPr>
          <a:xfrm>
            <a:off x="7363519" y="76843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sz="800" i="0" u="none" strike="noStrike" cap="none">
              <a:latin typeface="Salesforce Sans"/>
              <a:ea typeface="Salesforce Sans"/>
              <a:cs typeface="Salesforce Sans"/>
              <a:sym typeface="Salesforce Sans"/>
            </a:endParaRPr>
          </a:p>
        </p:txBody>
      </p:sp>
      <p:sp>
        <p:nvSpPr>
          <p:cNvPr id="5677" name="Google Shape;5677;p171"/>
          <p:cNvSpPr txBox="1"/>
          <p:nvPr/>
        </p:nvSpPr>
        <p:spPr>
          <a:xfrm>
            <a:off x="7363519" y="754208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sz="800" i="0" u="none" strike="noStrike" cap="none">
              <a:latin typeface="Salesforce Sans"/>
              <a:ea typeface="Salesforce Sans"/>
              <a:cs typeface="Salesforce Sans"/>
              <a:sym typeface="Salesforce Sans"/>
            </a:endParaRPr>
          </a:p>
        </p:txBody>
      </p:sp>
      <p:sp>
        <p:nvSpPr>
          <p:cNvPr id="5678" name="Google Shape;5678;p171"/>
          <p:cNvSpPr txBox="1"/>
          <p:nvPr/>
        </p:nvSpPr>
        <p:spPr>
          <a:xfrm>
            <a:off x="7363519" y="7983736"/>
            <a:ext cx="1457700" cy="374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679" name="Google Shape;5679;p171"/>
          <p:cNvSpPr txBox="1"/>
          <p:nvPr/>
        </p:nvSpPr>
        <p:spPr>
          <a:xfrm>
            <a:off x="7363525" y="8255879"/>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5680" name="Google Shape;5680;p171"/>
          <p:cNvSpPr txBox="1"/>
          <p:nvPr/>
        </p:nvSpPr>
        <p:spPr>
          <a:xfrm>
            <a:off x="7363519" y="85912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sz="800" i="0" u="none" strike="noStrike" cap="none">
              <a:latin typeface="Salesforce Sans"/>
              <a:ea typeface="Salesforce Sans"/>
              <a:cs typeface="Salesforce Sans"/>
              <a:sym typeface="Salesforce Sans"/>
            </a:endParaRPr>
          </a:p>
        </p:txBody>
      </p:sp>
      <p:sp>
        <p:nvSpPr>
          <p:cNvPr id="5681" name="Google Shape;5681;p171"/>
          <p:cNvSpPr txBox="1"/>
          <p:nvPr/>
        </p:nvSpPr>
        <p:spPr>
          <a:xfrm>
            <a:off x="7363519" y="87424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sz="800" i="0" u="none" strike="noStrike" cap="none">
              <a:latin typeface="Salesforce Sans"/>
              <a:ea typeface="Salesforce Sans"/>
              <a:cs typeface="Salesforce Sans"/>
              <a:sym typeface="Salesforce Sans"/>
            </a:endParaRPr>
          </a:p>
        </p:txBody>
      </p:sp>
      <p:sp>
        <p:nvSpPr>
          <p:cNvPr id="5682" name="Google Shape;5682;p171"/>
          <p:cNvSpPr txBox="1"/>
          <p:nvPr/>
        </p:nvSpPr>
        <p:spPr>
          <a:xfrm>
            <a:off x="7363519" y="88822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5683" name="Google Shape;5683;p171"/>
          <p:cNvSpPr txBox="1"/>
          <p:nvPr/>
        </p:nvSpPr>
        <p:spPr>
          <a:xfrm>
            <a:off x="7363532" y="6571575"/>
            <a:ext cx="1854300" cy="374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684" name="Google Shape;5684;p171"/>
          <p:cNvSpPr txBox="1"/>
          <p:nvPr/>
        </p:nvSpPr>
        <p:spPr>
          <a:xfrm>
            <a:off x="7363519" y="68420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5685" name="Google Shape;5685;p171"/>
          <p:cNvSpPr txBox="1"/>
          <p:nvPr/>
        </p:nvSpPr>
        <p:spPr>
          <a:xfrm>
            <a:off x="7363519" y="70534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5686" name="Google Shape;5686;p171"/>
          <p:cNvSpPr/>
          <p:nvPr/>
        </p:nvSpPr>
        <p:spPr>
          <a:xfrm>
            <a:off x="7227472" y="347817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highlight>
                <a:srgbClr val="022AC0"/>
              </a:highlight>
              <a:latin typeface="Salesforce Sans"/>
              <a:ea typeface="Salesforce Sans"/>
              <a:cs typeface="Salesforce Sans"/>
              <a:sym typeface="Salesforce Sans"/>
            </a:endParaRPr>
          </a:p>
        </p:txBody>
      </p:sp>
      <p:sp>
        <p:nvSpPr>
          <p:cNvPr id="5687" name="Google Shape;5687;p171"/>
          <p:cNvSpPr/>
          <p:nvPr/>
        </p:nvSpPr>
        <p:spPr>
          <a:xfrm>
            <a:off x="7227472" y="521938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688" name="Google Shape;5688;p171"/>
          <p:cNvSpPr/>
          <p:nvPr/>
        </p:nvSpPr>
        <p:spPr>
          <a:xfrm>
            <a:off x="7227472" y="62295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89" name="Google Shape;5689;p171"/>
          <p:cNvSpPr txBox="1"/>
          <p:nvPr/>
        </p:nvSpPr>
        <p:spPr>
          <a:xfrm>
            <a:off x="7363519"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5690" name="Google Shape;5690;p171"/>
          <p:cNvSpPr/>
          <p:nvPr/>
        </p:nvSpPr>
        <p:spPr>
          <a:xfrm>
            <a:off x="7227472"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91" name="Google Shape;5691;p171"/>
          <p:cNvSpPr txBox="1"/>
          <p:nvPr/>
        </p:nvSpPr>
        <p:spPr>
          <a:xfrm>
            <a:off x="7363519" y="1920225"/>
            <a:ext cx="17658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5692" name="Google Shape;5692;p171"/>
          <p:cNvSpPr/>
          <p:nvPr/>
        </p:nvSpPr>
        <p:spPr>
          <a:xfrm>
            <a:off x="7227472" y="19386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693" name="Google Shape;5693;p171"/>
          <p:cNvSpPr txBox="1"/>
          <p:nvPr/>
        </p:nvSpPr>
        <p:spPr>
          <a:xfrm>
            <a:off x="7363519" y="206888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5694" name="Google Shape;5694;p171"/>
          <p:cNvSpPr/>
          <p:nvPr/>
        </p:nvSpPr>
        <p:spPr>
          <a:xfrm>
            <a:off x="7227472" y="208733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95" name="Google Shape;5695;p171"/>
          <p:cNvSpPr txBox="1"/>
          <p:nvPr/>
        </p:nvSpPr>
        <p:spPr>
          <a:xfrm>
            <a:off x="7363531" y="2277300"/>
            <a:ext cx="16779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5696" name="Google Shape;5696;p171"/>
          <p:cNvSpPr/>
          <p:nvPr/>
        </p:nvSpPr>
        <p:spPr>
          <a:xfrm>
            <a:off x="7227472" y="229573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97" name="Google Shape;5697;p171"/>
          <p:cNvSpPr txBox="1"/>
          <p:nvPr/>
        </p:nvSpPr>
        <p:spPr>
          <a:xfrm>
            <a:off x="7363529" y="2426700"/>
            <a:ext cx="1801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5698" name="Google Shape;5698;p171"/>
          <p:cNvSpPr/>
          <p:nvPr/>
        </p:nvSpPr>
        <p:spPr>
          <a:xfrm>
            <a:off x="7227472" y="2445143"/>
            <a:ext cx="91200" cy="91200"/>
          </a:xfrm>
          <a:prstGeom prst="ellipse">
            <a:avLst/>
          </a:prstGeom>
          <a:solidFill>
            <a:schemeClr val="lt2"/>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699" name="Google Shape;5699;p171"/>
          <p:cNvSpPr txBox="1"/>
          <p:nvPr/>
        </p:nvSpPr>
        <p:spPr>
          <a:xfrm>
            <a:off x="7363519" y="279793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5700" name="Google Shape;5700;p171"/>
          <p:cNvSpPr/>
          <p:nvPr/>
        </p:nvSpPr>
        <p:spPr>
          <a:xfrm>
            <a:off x="7227472" y="281638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01" name="Google Shape;5701;p171"/>
          <p:cNvSpPr/>
          <p:nvPr/>
        </p:nvSpPr>
        <p:spPr>
          <a:xfrm>
            <a:off x="7227472" y="296629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02" name="Google Shape;5702;p171"/>
          <p:cNvSpPr/>
          <p:nvPr/>
        </p:nvSpPr>
        <p:spPr>
          <a:xfrm>
            <a:off x="7227472" y="311138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03" name="Google Shape;5703;p171"/>
          <p:cNvSpPr txBox="1"/>
          <p:nvPr/>
        </p:nvSpPr>
        <p:spPr>
          <a:xfrm>
            <a:off x="7363532" y="2588825"/>
            <a:ext cx="18543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5704" name="Google Shape;5704;p171"/>
          <p:cNvSpPr/>
          <p:nvPr/>
        </p:nvSpPr>
        <p:spPr>
          <a:xfrm>
            <a:off x="7227472" y="260728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05" name="Google Shape;5705;p171"/>
          <p:cNvSpPr/>
          <p:nvPr/>
        </p:nvSpPr>
        <p:spPr>
          <a:xfrm>
            <a:off x="7227472" y="37713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06" name="Google Shape;5706;p171"/>
          <p:cNvSpPr/>
          <p:nvPr/>
        </p:nvSpPr>
        <p:spPr>
          <a:xfrm>
            <a:off x="7227472" y="4278293"/>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07" name="Google Shape;5707;p171"/>
          <p:cNvSpPr/>
          <p:nvPr/>
        </p:nvSpPr>
        <p:spPr>
          <a:xfrm>
            <a:off x="7227472" y="507198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708" name="Google Shape;5708;p171"/>
          <p:cNvSpPr/>
          <p:nvPr/>
        </p:nvSpPr>
        <p:spPr>
          <a:xfrm>
            <a:off x="7227472" y="608336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09" name="Google Shape;5709;p171"/>
          <p:cNvSpPr/>
          <p:nvPr/>
        </p:nvSpPr>
        <p:spPr>
          <a:xfrm>
            <a:off x="7227472" y="800233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10" name="Google Shape;5710;p171"/>
          <p:cNvSpPr/>
          <p:nvPr/>
        </p:nvSpPr>
        <p:spPr>
          <a:xfrm>
            <a:off x="7227472" y="86098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11" name="Google Shape;5711;p171"/>
          <p:cNvSpPr/>
          <p:nvPr/>
        </p:nvSpPr>
        <p:spPr>
          <a:xfrm>
            <a:off x="7227472" y="87610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12" name="Google Shape;5712;p171"/>
          <p:cNvSpPr/>
          <p:nvPr/>
        </p:nvSpPr>
        <p:spPr>
          <a:xfrm>
            <a:off x="7227472" y="890080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13" name="Google Shape;5713;p171"/>
          <p:cNvSpPr/>
          <p:nvPr/>
        </p:nvSpPr>
        <p:spPr>
          <a:xfrm>
            <a:off x="7227472" y="6590174"/>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14" name="Google Shape;5714;p171"/>
          <p:cNvSpPr/>
          <p:nvPr/>
        </p:nvSpPr>
        <p:spPr>
          <a:xfrm>
            <a:off x="7227472" y="75606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15" name="Google Shape;5715;p171"/>
          <p:cNvSpPr/>
          <p:nvPr/>
        </p:nvSpPr>
        <p:spPr>
          <a:xfrm>
            <a:off x="7227472" y="442452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16" name="Google Shape;5716;p171"/>
          <p:cNvSpPr/>
          <p:nvPr/>
        </p:nvSpPr>
        <p:spPr>
          <a:xfrm>
            <a:off x="7227472" y="45701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17" name="Google Shape;5717;p171"/>
          <p:cNvSpPr/>
          <p:nvPr/>
        </p:nvSpPr>
        <p:spPr>
          <a:xfrm>
            <a:off x="7227472" y="47188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18" name="Google Shape;5718;p171"/>
          <p:cNvSpPr/>
          <p:nvPr/>
        </p:nvSpPr>
        <p:spPr>
          <a:xfrm>
            <a:off x="7227472" y="33244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19" name="Google Shape;5719;p171"/>
          <p:cNvSpPr txBox="1"/>
          <p:nvPr/>
        </p:nvSpPr>
        <p:spPr>
          <a:xfrm>
            <a:off x="7363519" y="360471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5720" name="Google Shape;5720;p171"/>
          <p:cNvSpPr/>
          <p:nvPr/>
        </p:nvSpPr>
        <p:spPr>
          <a:xfrm>
            <a:off x="7227472" y="362316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1" name="Google Shape;5721;p171"/>
          <p:cNvSpPr/>
          <p:nvPr/>
        </p:nvSpPr>
        <p:spPr>
          <a:xfrm>
            <a:off x="7227472" y="49231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722" name="Google Shape;5722;p171"/>
          <p:cNvSpPr/>
          <p:nvPr/>
        </p:nvSpPr>
        <p:spPr>
          <a:xfrm>
            <a:off x="7227472" y="54322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23" name="Google Shape;5723;p171"/>
          <p:cNvSpPr/>
          <p:nvPr/>
        </p:nvSpPr>
        <p:spPr>
          <a:xfrm>
            <a:off x="7227472" y="59359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4" name="Google Shape;5724;p171"/>
          <p:cNvSpPr/>
          <p:nvPr/>
        </p:nvSpPr>
        <p:spPr>
          <a:xfrm>
            <a:off x="7227472" y="57251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5" name="Google Shape;5725;p171"/>
          <p:cNvSpPr/>
          <p:nvPr/>
        </p:nvSpPr>
        <p:spPr>
          <a:xfrm>
            <a:off x="7227472" y="686062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6" name="Google Shape;5726;p171"/>
          <p:cNvSpPr/>
          <p:nvPr/>
        </p:nvSpPr>
        <p:spPr>
          <a:xfrm>
            <a:off x="7227472" y="722474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7" name="Google Shape;5727;p171"/>
          <p:cNvSpPr/>
          <p:nvPr/>
        </p:nvSpPr>
        <p:spPr>
          <a:xfrm>
            <a:off x="7227472" y="707204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8" name="Google Shape;5728;p171"/>
          <p:cNvSpPr/>
          <p:nvPr/>
        </p:nvSpPr>
        <p:spPr>
          <a:xfrm>
            <a:off x="7227472" y="770294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29" name="Google Shape;5729;p171"/>
          <p:cNvSpPr/>
          <p:nvPr/>
        </p:nvSpPr>
        <p:spPr>
          <a:xfrm>
            <a:off x="7227472" y="827448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30" name="Google Shape;5730;p171"/>
          <p:cNvSpPr txBox="1"/>
          <p:nvPr/>
        </p:nvSpPr>
        <p:spPr>
          <a:xfrm>
            <a:off x="7363519" y="55583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5731" name="Google Shape;5731;p171"/>
          <p:cNvSpPr/>
          <p:nvPr/>
        </p:nvSpPr>
        <p:spPr>
          <a:xfrm>
            <a:off x="7225657" y="557695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32" name="Google Shape;5732;p171"/>
          <p:cNvSpPr txBox="1"/>
          <p:nvPr/>
        </p:nvSpPr>
        <p:spPr>
          <a:xfrm>
            <a:off x="7363519" y="78345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5733" name="Google Shape;5733;p171"/>
          <p:cNvSpPr/>
          <p:nvPr/>
        </p:nvSpPr>
        <p:spPr>
          <a:xfrm>
            <a:off x="7225647" y="785312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5734" name="Google Shape;5734;p171"/>
          <p:cNvSpPr txBox="1"/>
          <p:nvPr/>
        </p:nvSpPr>
        <p:spPr>
          <a:xfrm>
            <a:off x="4738830"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735" name="Google Shape;5735;p171"/>
          <p:cNvSpPr txBox="1"/>
          <p:nvPr/>
        </p:nvSpPr>
        <p:spPr>
          <a:xfrm>
            <a:off x="5862398"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736" name="Google Shape;5736;p171"/>
          <p:cNvGrpSpPr/>
          <p:nvPr/>
        </p:nvGrpSpPr>
        <p:grpSpPr>
          <a:xfrm>
            <a:off x="4758441" y="1793656"/>
            <a:ext cx="952566" cy="449700"/>
            <a:chOff x="755108" y="1946374"/>
            <a:chExt cx="1322458" cy="449700"/>
          </a:xfrm>
        </p:grpSpPr>
        <p:sp>
          <p:nvSpPr>
            <p:cNvPr id="5737" name="Google Shape;5737;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738" name="Google Shape;5738;p171"/>
            <p:cNvSpPr txBox="1"/>
            <p:nvPr/>
          </p:nvSpPr>
          <p:spPr>
            <a:xfrm>
              <a:off x="755108" y="2046571"/>
              <a:ext cx="13224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5739" name="Google Shape;5739;p171"/>
          <p:cNvSpPr txBox="1"/>
          <p:nvPr/>
        </p:nvSpPr>
        <p:spPr>
          <a:xfrm>
            <a:off x="7365348"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740" name="Google Shape;5740;p171"/>
          <p:cNvSpPr txBox="1"/>
          <p:nvPr/>
        </p:nvSpPr>
        <p:spPr>
          <a:xfrm>
            <a:off x="5862391" y="177182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CMC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741" name="Google Shape;5741;p171"/>
          <p:cNvGrpSpPr/>
          <p:nvPr/>
        </p:nvGrpSpPr>
        <p:grpSpPr>
          <a:xfrm>
            <a:off x="4758483" y="2298575"/>
            <a:ext cx="952525" cy="449700"/>
            <a:chOff x="755165" y="1951713"/>
            <a:chExt cx="1322400" cy="449700"/>
          </a:xfrm>
        </p:grpSpPr>
        <p:sp>
          <p:nvSpPr>
            <p:cNvPr id="5742" name="Google Shape;5742;p171"/>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743" name="Google Shape;5743;p171"/>
            <p:cNvSpPr txBox="1"/>
            <p:nvPr/>
          </p:nvSpPr>
          <p:spPr>
            <a:xfrm>
              <a:off x="755177" y="2114166"/>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744" name="Google Shape;5744;p171"/>
          <p:cNvSpPr txBox="1"/>
          <p:nvPr/>
        </p:nvSpPr>
        <p:spPr>
          <a:xfrm>
            <a:off x="7363519" y="40499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5745" name="Google Shape;5745;p171"/>
          <p:cNvSpPr txBox="1"/>
          <p:nvPr/>
        </p:nvSpPr>
        <p:spPr>
          <a:xfrm>
            <a:off x="7363519" y="39036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5746" name="Google Shape;5746;p171"/>
          <p:cNvSpPr/>
          <p:nvPr/>
        </p:nvSpPr>
        <p:spPr>
          <a:xfrm>
            <a:off x="7227472" y="39222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47" name="Google Shape;5747;p171"/>
          <p:cNvSpPr/>
          <p:nvPr/>
        </p:nvSpPr>
        <p:spPr>
          <a:xfrm>
            <a:off x="7227472" y="406849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48" name="Google Shape;5748;p171"/>
          <p:cNvSpPr txBox="1"/>
          <p:nvPr/>
        </p:nvSpPr>
        <p:spPr>
          <a:xfrm>
            <a:off x="7363519" y="90327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sz="800" i="0" u="none" strike="noStrike" cap="none">
              <a:latin typeface="Salesforce Sans"/>
              <a:ea typeface="Salesforce Sans"/>
              <a:cs typeface="Salesforce Sans"/>
              <a:sym typeface="Salesforce Sans"/>
            </a:endParaRPr>
          </a:p>
        </p:txBody>
      </p:sp>
      <p:sp>
        <p:nvSpPr>
          <p:cNvPr id="5749" name="Google Shape;5749;p171"/>
          <p:cNvSpPr/>
          <p:nvPr/>
        </p:nvSpPr>
        <p:spPr>
          <a:xfrm>
            <a:off x="7227472" y="905135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50" name="Google Shape;5750;p171"/>
          <p:cNvSpPr txBox="1"/>
          <p:nvPr/>
        </p:nvSpPr>
        <p:spPr>
          <a:xfrm>
            <a:off x="12692075" y="9253412"/>
            <a:ext cx="5313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sp>
        <p:nvSpPr>
          <p:cNvPr id="5751" name="Google Shape;5751;p171"/>
          <p:cNvSpPr txBox="1"/>
          <p:nvPr/>
        </p:nvSpPr>
        <p:spPr>
          <a:xfrm>
            <a:off x="11943450" y="38721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5752" name="Google Shape;5752;p171"/>
          <p:cNvSpPr txBox="1"/>
          <p:nvPr/>
        </p:nvSpPr>
        <p:spPr>
          <a:xfrm>
            <a:off x="11943450" y="3725875"/>
            <a:ext cx="720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5753" name="Google Shape;5753;p171"/>
          <p:cNvSpPr/>
          <p:nvPr/>
        </p:nvSpPr>
        <p:spPr>
          <a:xfrm>
            <a:off x="11807402" y="374446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54" name="Google Shape;5754;p171"/>
          <p:cNvSpPr/>
          <p:nvPr/>
        </p:nvSpPr>
        <p:spPr>
          <a:xfrm>
            <a:off x="11807402" y="3890697"/>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55" name="Google Shape;5755;p171"/>
          <p:cNvSpPr/>
          <p:nvPr/>
        </p:nvSpPr>
        <p:spPr>
          <a:xfrm>
            <a:off x="10457798" y="2260900"/>
            <a:ext cx="1219800" cy="51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Real-World Evidence and Data Generation </a:t>
            </a:r>
            <a:endParaRPr sz="845" b="1" i="0" u="none" strike="noStrike" cap="none">
              <a:solidFill>
                <a:srgbClr val="086AFE"/>
              </a:solidFill>
              <a:latin typeface="Salesforce Sans"/>
              <a:ea typeface="Salesforce Sans"/>
              <a:cs typeface="Salesforce Sans"/>
              <a:sym typeface="Salesforce Sans"/>
            </a:endParaRPr>
          </a:p>
        </p:txBody>
      </p:sp>
      <p:sp>
        <p:nvSpPr>
          <p:cNvPr id="5756" name="Google Shape;5756;p171"/>
          <p:cNvSpPr/>
          <p:nvPr/>
        </p:nvSpPr>
        <p:spPr>
          <a:xfrm>
            <a:off x="10457798" y="2744484"/>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Advisory Board and Congress Management </a:t>
            </a:r>
            <a:endParaRPr sz="845" b="1" i="0" u="none" strike="noStrike" cap="none">
              <a:solidFill>
                <a:srgbClr val="086AFE"/>
              </a:solidFill>
              <a:latin typeface="Salesforce Sans"/>
              <a:ea typeface="Salesforce Sans"/>
              <a:cs typeface="Salesforce Sans"/>
              <a:sym typeface="Salesforce Sans"/>
            </a:endParaRPr>
          </a:p>
        </p:txBody>
      </p:sp>
      <p:sp>
        <p:nvSpPr>
          <p:cNvPr id="5757" name="Google Shape;5757;p171"/>
          <p:cNvSpPr/>
          <p:nvPr/>
        </p:nvSpPr>
        <p:spPr>
          <a:xfrm>
            <a:off x="10457798" y="3371300"/>
            <a:ext cx="10749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Internal Training &amp; </a:t>
            </a:r>
            <a:r>
              <a:rPr lang="en" sz="845" b="1">
                <a:solidFill>
                  <a:srgbClr val="086AFE"/>
                </a:solidFill>
                <a:latin typeface="Salesforce Sans"/>
                <a:ea typeface="Salesforce Sans"/>
                <a:cs typeface="Salesforce Sans"/>
                <a:sym typeface="Salesforce Sans"/>
              </a:rPr>
              <a:t>Enablement</a:t>
            </a:r>
            <a:r>
              <a:rPr lang="en" sz="845" b="1" i="0" u="none" strike="noStrike" cap="none">
                <a:solidFill>
                  <a:srgbClr val="086AFE"/>
                </a:solidFill>
                <a:latin typeface="Salesforce Sans"/>
                <a:ea typeface="Salesforce Sans"/>
                <a:cs typeface="Salesforce Sans"/>
                <a:sym typeface="Salesforce Sans"/>
              </a:rPr>
              <a:t> </a:t>
            </a:r>
            <a:endParaRPr sz="845" b="1" i="0" u="none" strike="noStrike" cap="none">
              <a:solidFill>
                <a:srgbClr val="086AFE"/>
              </a:solidFill>
              <a:latin typeface="Salesforce Sans"/>
              <a:ea typeface="Salesforce Sans"/>
              <a:cs typeface="Salesforce Sans"/>
              <a:sym typeface="Salesforce Sans"/>
            </a:endParaRPr>
          </a:p>
        </p:txBody>
      </p:sp>
      <p:sp>
        <p:nvSpPr>
          <p:cNvPr id="5758" name="Google Shape;5758;p171"/>
          <p:cNvSpPr/>
          <p:nvPr/>
        </p:nvSpPr>
        <p:spPr>
          <a:xfrm>
            <a:off x="10457798" y="3730100"/>
            <a:ext cx="1148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Scientific Communication </a:t>
            </a:r>
            <a:endParaRPr sz="845" b="1" i="0" u="none" strike="noStrike" cap="none">
              <a:solidFill>
                <a:srgbClr val="086AFE"/>
              </a:solidFill>
              <a:latin typeface="Salesforce Sans"/>
              <a:ea typeface="Salesforce Sans"/>
              <a:cs typeface="Salesforce Sans"/>
              <a:sym typeface="Salesforce Sans"/>
            </a:endParaRPr>
          </a:p>
        </p:txBody>
      </p:sp>
      <p:sp>
        <p:nvSpPr>
          <p:cNvPr id="5759" name="Google Shape;5759;p171"/>
          <p:cNvSpPr/>
          <p:nvPr/>
        </p:nvSpPr>
        <p:spPr>
          <a:xfrm>
            <a:off x="10457798" y="4383219"/>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Med. Insight Mgmt. </a:t>
            </a:r>
            <a:endParaRPr sz="845" b="1" i="0" u="none" strike="noStrike" cap="none">
              <a:solidFill>
                <a:srgbClr val="086AFE"/>
              </a:solidFill>
              <a:latin typeface="Salesforce Sans"/>
              <a:ea typeface="Salesforce Sans"/>
              <a:cs typeface="Salesforce Sans"/>
              <a:sym typeface="Salesforce Sans"/>
            </a:endParaRPr>
          </a:p>
        </p:txBody>
      </p:sp>
      <p:sp>
        <p:nvSpPr>
          <p:cNvPr id="5760" name="Google Shape;5760;p171"/>
          <p:cNvSpPr/>
          <p:nvPr/>
        </p:nvSpPr>
        <p:spPr>
          <a:xfrm>
            <a:off x="10457798" y="4738050"/>
            <a:ext cx="11286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Production Planning &amp; Scheduling </a:t>
            </a:r>
            <a:endParaRPr sz="845" b="1" i="0" u="none" strike="noStrike" cap="none">
              <a:solidFill>
                <a:srgbClr val="086AFE"/>
              </a:solidFill>
              <a:latin typeface="Salesforce Sans"/>
              <a:ea typeface="Salesforce Sans"/>
              <a:cs typeface="Salesforce Sans"/>
              <a:sym typeface="Salesforce Sans"/>
            </a:endParaRPr>
          </a:p>
        </p:txBody>
      </p:sp>
      <p:sp>
        <p:nvSpPr>
          <p:cNvPr id="5761" name="Google Shape;5761;p171"/>
          <p:cNvSpPr/>
          <p:nvPr/>
        </p:nvSpPr>
        <p:spPr>
          <a:xfrm>
            <a:off x="10457798" y="5241380"/>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Manufacturing Execution </a:t>
            </a:r>
            <a:endParaRPr sz="845" b="1" i="0" u="none" strike="noStrike" cap="none">
              <a:solidFill>
                <a:srgbClr val="086AFE"/>
              </a:solidFill>
              <a:latin typeface="Salesforce Sans"/>
              <a:ea typeface="Salesforce Sans"/>
              <a:cs typeface="Salesforce Sans"/>
              <a:sym typeface="Salesforce Sans"/>
            </a:endParaRPr>
          </a:p>
        </p:txBody>
      </p:sp>
      <p:sp>
        <p:nvSpPr>
          <p:cNvPr id="5762" name="Google Shape;5762;p171"/>
          <p:cNvSpPr/>
          <p:nvPr/>
        </p:nvSpPr>
        <p:spPr>
          <a:xfrm>
            <a:off x="10457798" y="6000864"/>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Quality Management and Control </a:t>
            </a:r>
            <a:endParaRPr sz="845" b="1" i="0" u="none" strike="noStrike" cap="none">
              <a:solidFill>
                <a:srgbClr val="086AFE"/>
              </a:solidFill>
              <a:latin typeface="Salesforce Sans"/>
              <a:ea typeface="Salesforce Sans"/>
              <a:cs typeface="Salesforce Sans"/>
              <a:sym typeface="Salesforce Sans"/>
            </a:endParaRPr>
          </a:p>
        </p:txBody>
      </p:sp>
      <p:sp>
        <p:nvSpPr>
          <p:cNvPr id="5763" name="Google Shape;5763;p171"/>
          <p:cNvSpPr/>
          <p:nvPr/>
        </p:nvSpPr>
        <p:spPr>
          <a:xfrm>
            <a:off x="10457798" y="6627127"/>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Supply Chain and Procurement </a:t>
            </a:r>
            <a:endParaRPr sz="845" b="1" i="0" u="none" strike="noStrike" cap="none">
              <a:solidFill>
                <a:srgbClr val="086AFE"/>
              </a:solidFill>
              <a:latin typeface="Salesforce Sans"/>
              <a:ea typeface="Salesforce Sans"/>
              <a:cs typeface="Salesforce Sans"/>
              <a:sym typeface="Salesforce Sans"/>
            </a:endParaRPr>
          </a:p>
        </p:txBody>
      </p:sp>
      <p:sp>
        <p:nvSpPr>
          <p:cNvPr id="5764" name="Google Shape;5764;p171"/>
          <p:cNvSpPr/>
          <p:nvPr/>
        </p:nvSpPr>
        <p:spPr>
          <a:xfrm>
            <a:off x="10457798" y="7253118"/>
            <a:ext cx="12198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Logistics Management and Delivery </a:t>
            </a:r>
            <a:endParaRPr sz="845" b="1" i="0" u="none" strike="noStrike" cap="none">
              <a:solidFill>
                <a:srgbClr val="086AFE"/>
              </a:solidFill>
              <a:latin typeface="Salesforce Sans"/>
              <a:ea typeface="Salesforce Sans"/>
              <a:cs typeface="Salesforce Sans"/>
              <a:sym typeface="Salesforce Sans"/>
            </a:endParaRPr>
          </a:p>
        </p:txBody>
      </p:sp>
      <p:sp>
        <p:nvSpPr>
          <p:cNvPr id="5765" name="Google Shape;5765;p171"/>
          <p:cNvSpPr/>
          <p:nvPr/>
        </p:nvSpPr>
        <p:spPr>
          <a:xfrm>
            <a:off x="10457798" y="8028211"/>
            <a:ext cx="12198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Maint. &amp; Asset Reliability </a:t>
            </a:r>
            <a:endParaRPr sz="845" b="1" i="0" u="none" strike="noStrike" cap="none">
              <a:solidFill>
                <a:srgbClr val="086AFE"/>
              </a:solidFill>
              <a:latin typeface="Salesforce Sans"/>
              <a:ea typeface="Salesforce Sans"/>
              <a:cs typeface="Salesforce Sans"/>
              <a:sym typeface="Salesforce Sans"/>
            </a:endParaRPr>
          </a:p>
        </p:txBody>
      </p:sp>
      <p:sp>
        <p:nvSpPr>
          <p:cNvPr id="5766" name="Google Shape;5766;p171"/>
          <p:cNvSpPr/>
          <p:nvPr/>
        </p:nvSpPr>
        <p:spPr>
          <a:xfrm>
            <a:off x="10457798" y="8391075"/>
            <a:ext cx="11211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845" b="1" i="0" u="none" strike="noStrike" cap="none">
                <a:solidFill>
                  <a:srgbClr val="086AFE"/>
                </a:solidFill>
                <a:latin typeface="Salesforce Sans"/>
                <a:ea typeface="Salesforce Sans"/>
                <a:cs typeface="Salesforce Sans"/>
                <a:sym typeface="Salesforce Sans"/>
              </a:rPr>
              <a:t>Digital </a:t>
            </a:r>
            <a:br>
              <a:rPr lang="en" sz="845" b="1" i="0" u="none" strike="noStrike" cap="none">
                <a:solidFill>
                  <a:srgbClr val="086AFE"/>
                </a:solidFill>
                <a:latin typeface="Salesforce Sans"/>
                <a:ea typeface="Salesforce Sans"/>
                <a:cs typeface="Salesforce Sans"/>
                <a:sym typeface="Salesforce Sans"/>
              </a:rPr>
            </a:br>
            <a:r>
              <a:rPr lang="en" sz="845" b="1" i="0" u="none" strike="noStrike" cap="none">
                <a:solidFill>
                  <a:srgbClr val="086AFE"/>
                </a:solidFill>
                <a:latin typeface="Salesforce Sans"/>
                <a:ea typeface="Salesforce Sans"/>
                <a:cs typeface="Salesforce Sans"/>
                <a:sym typeface="Salesforce Sans"/>
              </a:rPr>
              <a:t>Enablement </a:t>
            </a:r>
            <a:endParaRPr sz="845" b="1" i="0" u="none" strike="noStrike" cap="none">
              <a:solidFill>
                <a:srgbClr val="086AFE"/>
              </a:solidFill>
              <a:latin typeface="Salesforce Sans"/>
              <a:ea typeface="Salesforce Sans"/>
              <a:cs typeface="Salesforce Sans"/>
              <a:sym typeface="Salesforce Sans"/>
            </a:endParaRPr>
          </a:p>
        </p:txBody>
      </p:sp>
      <p:sp>
        <p:nvSpPr>
          <p:cNvPr id="5767" name="Google Shape;5767;p171"/>
          <p:cNvSpPr txBox="1"/>
          <p:nvPr/>
        </p:nvSpPr>
        <p:spPr>
          <a:xfrm>
            <a:off x="11943450" y="28873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sz="800" i="0" u="none" strike="noStrike" cap="none">
              <a:latin typeface="Salesforce Sans"/>
              <a:ea typeface="Salesforce Sans"/>
              <a:cs typeface="Salesforce Sans"/>
              <a:sym typeface="Salesforce Sans"/>
            </a:endParaRPr>
          </a:p>
        </p:txBody>
      </p:sp>
      <p:sp>
        <p:nvSpPr>
          <p:cNvPr id="5768" name="Google Shape;5768;p171"/>
          <p:cNvSpPr txBox="1"/>
          <p:nvPr/>
        </p:nvSpPr>
        <p:spPr>
          <a:xfrm>
            <a:off x="11943450" y="3032611"/>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5769" name="Google Shape;5769;p171"/>
          <p:cNvSpPr txBox="1"/>
          <p:nvPr/>
        </p:nvSpPr>
        <p:spPr>
          <a:xfrm>
            <a:off x="11943450" y="35147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5770" name="Google Shape;5770;p171"/>
          <p:cNvSpPr txBox="1"/>
          <p:nvPr/>
        </p:nvSpPr>
        <p:spPr>
          <a:xfrm>
            <a:off x="11943450" y="4379545"/>
            <a:ext cx="1457700" cy="269700"/>
          </a:xfrm>
          <a:prstGeom prst="rect">
            <a:avLst/>
          </a:prstGeom>
          <a:noFill/>
          <a:ln>
            <a:noFill/>
          </a:ln>
        </p:spPr>
        <p:txBody>
          <a:bodyPr spcFirstLastPara="1" wrap="square" lIns="4950" tIns="4950" rIns="4950" bIns="0" anchor="ctr" anchorCtr="0">
            <a:spAutoFit/>
          </a:bodyPr>
          <a:lstStyle/>
          <a:p>
            <a:pPr marL="0" lvl="0" indent="0" algn="l" rtl="0">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5771" name="Google Shape;5771;p171"/>
          <p:cNvSpPr txBox="1"/>
          <p:nvPr/>
        </p:nvSpPr>
        <p:spPr>
          <a:xfrm>
            <a:off x="11943450" y="473326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772" name="Google Shape;5772;p171"/>
          <p:cNvSpPr txBox="1"/>
          <p:nvPr/>
        </p:nvSpPr>
        <p:spPr>
          <a:xfrm>
            <a:off x="11943450" y="48819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5773" name="Google Shape;5773;p171"/>
          <p:cNvSpPr txBox="1"/>
          <p:nvPr/>
        </p:nvSpPr>
        <p:spPr>
          <a:xfrm>
            <a:off x="11943450" y="523906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5774" name="Google Shape;5774;p171"/>
          <p:cNvSpPr txBox="1"/>
          <p:nvPr/>
        </p:nvSpPr>
        <p:spPr>
          <a:xfrm>
            <a:off x="11943450" y="5658925"/>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5775" name="Google Shape;5775;p171"/>
          <p:cNvSpPr txBox="1"/>
          <p:nvPr/>
        </p:nvSpPr>
        <p:spPr>
          <a:xfrm>
            <a:off x="11943450" y="59935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5776" name="Google Shape;5776;p171"/>
          <p:cNvSpPr txBox="1"/>
          <p:nvPr/>
        </p:nvSpPr>
        <p:spPr>
          <a:xfrm>
            <a:off x="11943450" y="5029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5777" name="Google Shape;5777;p171"/>
          <p:cNvSpPr txBox="1"/>
          <p:nvPr/>
        </p:nvSpPr>
        <p:spPr>
          <a:xfrm>
            <a:off x="11943450" y="614096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sz="800" i="0" u="none" strike="noStrike" cap="none">
              <a:latin typeface="Salesforce Sans"/>
              <a:ea typeface="Salesforce Sans"/>
              <a:cs typeface="Salesforce Sans"/>
              <a:sym typeface="Salesforce Sans"/>
            </a:endParaRPr>
          </a:p>
        </p:txBody>
      </p:sp>
      <p:sp>
        <p:nvSpPr>
          <p:cNvPr id="5778" name="Google Shape;5778;p171"/>
          <p:cNvSpPr txBox="1"/>
          <p:nvPr/>
        </p:nvSpPr>
        <p:spPr>
          <a:xfrm>
            <a:off x="11943450" y="6290368"/>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5779" name="Google Shape;5779;p171"/>
          <p:cNvSpPr/>
          <p:nvPr/>
        </p:nvSpPr>
        <p:spPr>
          <a:xfrm>
            <a:off x="11807402" y="50479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80" name="Google Shape;5780;p171"/>
          <p:cNvSpPr/>
          <p:nvPr/>
        </p:nvSpPr>
        <p:spPr>
          <a:xfrm>
            <a:off x="11807402" y="63089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81" name="Google Shape;5781;p171"/>
          <p:cNvSpPr txBox="1"/>
          <p:nvPr/>
        </p:nvSpPr>
        <p:spPr>
          <a:xfrm>
            <a:off x="11943450"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5782" name="Google Shape;5782;p171"/>
          <p:cNvSpPr/>
          <p:nvPr/>
        </p:nvSpPr>
        <p:spPr>
          <a:xfrm>
            <a:off x="11807402"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83" name="Google Shape;5783;p171"/>
          <p:cNvSpPr txBox="1"/>
          <p:nvPr/>
        </p:nvSpPr>
        <p:spPr>
          <a:xfrm>
            <a:off x="11943450" y="1920225"/>
            <a:ext cx="17658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5784" name="Google Shape;5784;p171"/>
          <p:cNvSpPr/>
          <p:nvPr/>
        </p:nvSpPr>
        <p:spPr>
          <a:xfrm>
            <a:off x="11807402" y="19386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85" name="Google Shape;5785;p171"/>
          <p:cNvSpPr txBox="1"/>
          <p:nvPr/>
        </p:nvSpPr>
        <p:spPr>
          <a:xfrm>
            <a:off x="11943462" y="2255075"/>
            <a:ext cx="16779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5786" name="Google Shape;5786;p171"/>
          <p:cNvSpPr/>
          <p:nvPr/>
        </p:nvSpPr>
        <p:spPr>
          <a:xfrm>
            <a:off x="11807402" y="22735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87" name="Google Shape;5787;p171"/>
          <p:cNvSpPr txBox="1"/>
          <p:nvPr/>
        </p:nvSpPr>
        <p:spPr>
          <a:xfrm>
            <a:off x="11943460" y="2404475"/>
            <a:ext cx="1801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5788" name="Google Shape;5788;p171"/>
          <p:cNvSpPr/>
          <p:nvPr/>
        </p:nvSpPr>
        <p:spPr>
          <a:xfrm>
            <a:off x="11807402" y="24229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89" name="Google Shape;5789;p171"/>
          <p:cNvSpPr txBox="1"/>
          <p:nvPr/>
        </p:nvSpPr>
        <p:spPr>
          <a:xfrm>
            <a:off x="11943450" y="27376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5790" name="Google Shape;5790;p171"/>
          <p:cNvSpPr/>
          <p:nvPr/>
        </p:nvSpPr>
        <p:spPr>
          <a:xfrm>
            <a:off x="11807402" y="27560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91" name="Google Shape;5791;p171"/>
          <p:cNvSpPr/>
          <p:nvPr/>
        </p:nvSpPr>
        <p:spPr>
          <a:xfrm>
            <a:off x="11807402" y="29059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92" name="Google Shape;5792;p171"/>
          <p:cNvSpPr/>
          <p:nvPr/>
        </p:nvSpPr>
        <p:spPr>
          <a:xfrm>
            <a:off x="11807402" y="305106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93" name="Google Shape;5793;p171"/>
          <p:cNvSpPr/>
          <p:nvPr/>
        </p:nvSpPr>
        <p:spPr>
          <a:xfrm>
            <a:off x="11807402" y="3533223"/>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794" name="Google Shape;5794;p171"/>
          <p:cNvSpPr/>
          <p:nvPr/>
        </p:nvSpPr>
        <p:spPr>
          <a:xfrm>
            <a:off x="11807402" y="49005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795" name="Google Shape;5795;p171"/>
          <p:cNvSpPr/>
          <p:nvPr/>
        </p:nvSpPr>
        <p:spPr>
          <a:xfrm>
            <a:off x="11807402" y="61595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96" name="Google Shape;5796;p171"/>
          <p:cNvSpPr/>
          <p:nvPr/>
        </p:nvSpPr>
        <p:spPr>
          <a:xfrm>
            <a:off x="11807402" y="43981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797" name="Google Shape;5797;p171"/>
          <p:cNvSpPr txBox="1"/>
          <p:nvPr/>
        </p:nvSpPr>
        <p:spPr>
          <a:xfrm>
            <a:off x="11943450" y="33665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5798" name="Google Shape;5798;p171"/>
          <p:cNvSpPr/>
          <p:nvPr/>
        </p:nvSpPr>
        <p:spPr>
          <a:xfrm>
            <a:off x="11807402" y="338504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799" name="Google Shape;5799;p171"/>
          <p:cNvSpPr/>
          <p:nvPr/>
        </p:nvSpPr>
        <p:spPr>
          <a:xfrm>
            <a:off x="11807402" y="47517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800" name="Google Shape;5800;p171"/>
          <p:cNvSpPr/>
          <p:nvPr/>
        </p:nvSpPr>
        <p:spPr>
          <a:xfrm>
            <a:off x="11807402" y="52576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01" name="Google Shape;5801;p171"/>
          <p:cNvSpPr/>
          <p:nvPr/>
        </p:nvSpPr>
        <p:spPr>
          <a:xfrm>
            <a:off x="11807402" y="60121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02" name="Google Shape;5802;p171"/>
          <p:cNvSpPr/>
          <p:nvPr/>
        </p:nvSpPr>
        <p:spPr>
          <a:xfrm>
            <a:off x="11807402" y="56775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03" name="Google Shape;5803;p171"/>
          <p:cNvSpPr txBox="1"/>
          <p:nvPr/>
        </p:nvSpPr>
        <p:spPr>
          <a:xfrm>
            <a:off x="11943450" y="5386908"/>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5804" name="Google Shape;5804;p171"/>
          <p:cNvSpPr/>
          <p:nvPr/>
        </p:nvSpPr>
        <p:spPr>
          <a:xfrm>
            <a:off x="11805588" y="54055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05" name="Google Shape;5805;p171"/>
          <p:cNvSpPr txBox="1"/>
          <p:nvPr/>
        </p:nvSpPr>
        <p:spPr>
          <a:xfrm>
            <a:off x="933424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06" name="Google Shape;5806;p171"/>
          <p:cNvSpPr txBox="1"/>
          <p:nvPr/>
        </p:nvSpPr>
        <p:spPr>
          <a:xfrm>
            <a:off x="10457798"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07" name="Google Shape;5807;p171"/>
          <p:cNvGrpSpPr/>
          <p:nvPr/>
        </p:nvGrpSpPr>
        <p:grpSpPr>
          <a:xfrm>
            <a:off x="9353860" y="1793656"/>
            <a:ext cx="952566" cy="449700"/>
            <a:chOff x="755108" y="1946374"/>
            <a:chExt cx="1322458" cy="449700"/>
          </a:xfrm>
        </p:grpSpPr>
        <p:sp>
          <p:nvSpPr>
            <p:cNvPr id="5808" name="Google Shape;5808;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809" name="Google Shape;5809;p171"/>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5810" name="Google Shape;5810;p171"/>
          <p:cNvSpPr txBox="1"/>
          <p:nvPr/>
        </p:nvSpPr>
        <p:spPr>
          <a:xfrm>
            <a:off x="11945279"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11" name="Google Shape;5811;p171"/>
          <p:cNvSpPr txBox="1"/>
          <p:nvPr/>
        </p:nvSpPr>
        <p:spPr>
          <a:xfrm>
            <a:off x="10457798"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Scientific Publication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812" name="Google Shape;5812;p171"/>
          <p:cNvGrpSpPr/>
          <p:nvPr/>
        </p:nvGrpSpPr>
        <p:grpSpPr>
          <a:xfrm>
            <a:off x="9353860" y="4763556"/>
            <a:ext cx="952566" cy="449700"/>
            <a:chOff x="755108" y="1946374"/>
            <a:chExt cx="1322458" cy="449700"/>
          </a:xfrm>
        </p:grpSpPr>
        <p:sp>
          <p:nvSpPr>
            <p:cNvPr id="5813" name="Google Shape;5813;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814" name="Google Shape;5814;p171"/>
            <p:cNvSpPr txBox="1"/>
            <p:nvPr/>
          </p:nvSpPr>
          <p:spPr>
            <a:xfrm>
              <a:off x="755108" y="2046571"/>
              <a:ext cx="13224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5815" name="Google Shape;5815;p171"/>
          <p:cNvSpPr txBox="1"/>
          <p:nvPr/>
        </p:nvSpPr>
        <p:spPr>
          <a:xfrm>
            <a:off x="11943450" y="41692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5816" name="Google Shape;5816;p171"/>
          <p:cNvSpPr txBox="1"/>
          <p:nvPr/>
        </p:nvSpPr>
        <p:spPr>
          <a:xfrm>
            <a:off x="11943450" y="40198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5817" name="Google Shape;5817;p171"/>
          <p:cNvSpPr/>
          <p:nvPr/>
        </p:nvSpPr>
        <p:spPr>
          <a:xfrm>
            <a:off x="11807402" y="403846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18" name="Google Shape;5818;p171"/>
          <p:cNvSpPr/>
          <p:nvPr/>
        </p:nvSpPr>
        <p:spPr>
          <a:xfrm>
            <a:off x="11807402" y="418787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19" name="Google Shape;5819;p171"/>
          <p:cNvSpPr txBox="1"/>
          <p:nvPr/>
        </p:nvSpPr>
        <p:spPr>
          <a:xfrm>
            <a:off x="11943450" y="6622310"/>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5820" name="Google Shape;5820;p171"/>
          <p:cNvSpPr txBox="1"/>
          <p:nvPr/>
        </p:nvSpPr>
        <p:spPr>
          <a:xfrm>
            <a:off x="11943450" y="689041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sz="800" i="0" u="none" strike="noStrike" cap="none">
              <a:latin typeface="Salesforce Sans"/>
              <a:ea typeface="Salesforce Sans"/>
              <a:cs typeface="Salesforce Sans"/>
              <a:sym typeface="Salesforce Sans"/>
            </a:endParaRPr>
          </a:p>
        </p:txBody>
      </p:sp>
      <p:sp>
        <p:nvSpPr>
          <p:cNvPr id="5821" name="Google Shape;5821;p171"/>
          <p:cNvSpPr txBox="1"/>
          <p:nvPr/>
        </p:nvSpPr>
        <p:spPr>
          <a:xfrm>
            <a:off x="11943450" y="70398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sz="800" i="0" u="none" strike="noStrike" cap="none">
              <a:latin typeface="Salesforce Sans"/>
              <a:ea typeface="Salesforce Sans"/>
              <a:cs typeface="Salesforce Sans"/>
              <a:sym typeface="Salesforce Sans"/>
            </a:endParaRPr>
          </a:p>
        </p:txBody>
      </p:sp>
      <p:sp>
        <p:nvSpPr>
          <p:cNvPr id="5822" name="Google Shape;5822;p171"/>
          <p:cNvSpPr/>
          <p:nvPr/>
        </p:nvSpPr>
        <p:spPr>
          <a:xfrm>
            <a:off x="11807402" y="70584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23" name="Google Shape;5823;p171"/>
          <p:cNvSpPr/>
          <p:nvPr/>
        </p:nvSpPr>
        <p:spPr>
          <a:xfrm>
            <a:off x="11807402" y="690901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24" name="Google Shape;5824;p171"/>
          <p:cNvSpPr/>
          <p:nvPr/>
        </p:nvSpPr>
        <p:spPr>
          <a:xfrm>
            <a:off x="11807402" y="66409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25" name="Google Shape;5825;p171"/>
          <p:cNvSpPr txBox="1"/>
          <p:nvPr/>
        </p:nvSpPr>
        <p:spPr>
          <a:xfrm>
            <a:off x="11943450" y="7248360"/>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5826" name="Google Shape;5826;p171"/>
          <p:cNvSpPr txBox="1"/>
          <p:nvPr/>
        </p:nvSpPr>
        <p:spPr>
          <a:xfrm>
            <a:off x="11943450" y="751963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sz="800" i="0" u="none" strike="noStrike" cap="none">
              <a:latin typeface="Salesforce Sans"/>
              <a:ea typeface="Salesforce Sans"/>
              <a:cs typeface="Salesforce Sans"/>
              <a:sym typeface="Salesforce Sans"/>
            </a:endParaRPr>
          </a:p>
        </p:txBody>
      </p:sp>
      <p:sp>
        <p:nvSpPr>
          <p:cNvPr id="5827" name="Google Shape;5827;p171"/>
          <p:cNvSpPr txBox="1"/>
          <p:nvPr/>
        </p:nvSpPr>
        <p:spPr>
          <a:xfrm>
            <a:off x="11943450" y="76658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sz="800" i="0" u="none" strike="noStrike" cap="none">
              <a:latin typeface="Salesforce Sans"/>
              <a:ea typeface="Salesforce Sans"/>
              <a:cs typeface="Salesforce Sans"/>
              <a:sym typeface="Salesforce Sans"/>
            </a:endParaRPr>
          </a:p>
        </p:txBody>
      </p:sp>
      <p:sp>
        <p:nvSpPr>
          <p:cNvPr id="5828" name="Google Shape;5828;p171"/>
          <p:cNvSpPr/>
          <p:nvPr/>
        </p:nvSpPr>
        <p:spPr>
          <a:xfrm>
            <a:off x="11807402" y="76844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29" name="Google Shape;5829;p171"/>
          <p:cNvSpPr/>
          <p:nvPr/>
        </p:nvSpPr>
        <p:spPr>
          <a:xfrm>
            <a:off x="11807402" y="753823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30" name="Google Shape;5830;p171"/>
          <p:cNvSpPr/>
          <p:nvPr/>
        </p:nvSpPr>
        <p:spPr>
          <a:xfrm>
            <a:off x="11807402" y="72669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31" name="Google Shape;5831;p171"/>
          <p:cNvSpPr txBox="1"/>
          <p:nvPr/>
        </p:nvSpPr>
        <p:spPr>
          <a:xfrm>
            <a:off x="11943450" y="7813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sz="800" i="0" u="none" strike="noStrike" cap="none">
              <a:latin typeface="Salesforce Sans"/>
              <a:ea typeface="Salesforce Sans"/>
              <a:cs typeface="Salesforce Sans"/>
              <a:sym typeface="Salesforce Sans"/>
            </a:endParaRPr>
          </a:p>
        </p:txBody>
      </p:sp>
      <p:sp>
        <p:nvSpPr>
          <p:cNvPr id="5832" name="Google Shape;5832;p171"/>
          <p:cNvSpPr/>
          <p:nvPr/>
        </p:nvSpPr>
        <p:spPr>
          <a:xfrm>
            <a:off x="11807402" y="78323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33" name="Google Shape;5833;p171"/>
          <p:cNvSpPr txBox="1"/>
          <p:nvPr/>
        </p:nvSpPr>
        <p:spPr>
          <a:xfrm>
            <a:off x="11943450" y="80236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sz="800" i="0" u="none" strike="noStrike" cap="none">
              <a:latin typeface="Salesforce Sans"/>
              <a:ea typeface="Salesforce Sans"/>
              <a:cs typeface="Salesforce Sans"/>
              <a:sym typeface="Salesforce Sans"/>
            </a:endParaRPr>
          </a:p>
        </p:txBody>
      </p:sp>
      <p:sp>
        <p:nvSpPr>
          <p:cNvPr id="5834" name="Google Shape;5834;p171"/>
          <p:cNvSpPr/>
          <p:nvPr/>
        </p:nvSpPr>
        <p:spPr>
          <a:xfrm>
            <a:off x="11807402" y="804227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35" name="Google Shape;5835;p171"/>
          <p:cNvSpPr txBox="1"/>
          <p:nvPr/>
        </p:nvSpPr>
        <p:spPr>
          <a:xfrm>
            <a:off x="11943450" y="81744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sz="800" i="0" u="none" strike="noStrike" cap="none">
              <a:latin typeface="Salesforce Sans"/>
              <a:ea typeface="Salesforce Sans"/>
              <a:cs typeface="Salesforce Sans"/>
              <a:sym typeface="Salesforce Sans"/>
            </a:endParaRPr>
          </a:p>
        </p:txBody>
      </p:sp>
      <p:sp>
        <p:nvSpPr>
          <p:cNvPr id="5836" name="Google Shape;5836;p171"/>
          <p:cNvSpPr/>
          <p:nvPr/>
        </p:nvSpPr>
        <p:spPr>
          <a:xfrm>
            <a:off x="11807402" y="8193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37" name="Google Shape;5837;p171"/>
          <p:cNvSpPr txBox="1"/>
          <p:nvPr/>
        </p:nvSpPr>
        <p:spPr>
          <a:xfrm>
            <a:off x="11943450" y="838558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sz="800" i="0" u="none" strike="noStrike" cap="none">
              <a:latin typeface="Salesforce Sans"/>
              <a:ea typeface="Salesforce Sans"/>
              <a:cs typeface="Salesforce Sans"/>
              <a:sym typeface="Salesforce Sans"/>
            </a:endParaRPr>
          </a:p>
        </p:txBody>
      </p:sp>
      <p:sp>
        <p:nvSpPr>
          <p:cNvPr id="5838" name="Google Shape;5838;p171"/>
          <p:cNvSpPr txBox="1"/>
          <p:nvPr/>
        </p:nvSpPr>
        <p:spPr>
          <a:xfrm>
            <a:off x="11943450" y="85318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sz="800" i="0" u="none" strike="noStrike" cap="none">
              <a:latin typeface="Salesforce Sans"/>
              <a:ea typeface="Salesforce Sans"/>
              <a:cs typeface="Salesforce Sans"/>
              <a:sym typeface="Salesforce Sans"/>
            </a:endParaRPr>
          </a:p>
        </p:txBody>
      </p:sp>
      <p:sp>
        <p:nvSpPr>
          <p:cNvPr id="5839" name="Google Shape;5839;p171"/>
          <p:cNvSpPr/>
          <p:nvPr/>
        </p:nvSpPr>
        <p:spPr>
          <a:xfrm>
            <a:off x="11807402" y="85504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40" name="Google Shape;5840;p171"/>
          <p:cNvSpPr/>
          <p:nvPr/>
        </p:nvSpPr>
        <p:spPr>
          <a:xfrm>
            <a:off x="11807402" y="84041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5841" name="Google Shape;5841;p171"/>
          <p:cNvGrpSpPr/>
          <p:nvPr/>
        </p:nvGrpSpPr>
        <p:grpSpPr>
          <a:xfrm>
            <a:off x="13511249" y="1524000"/>
            <a:ext cx="4643641" cy="7611424"/>
            <a:chOff x="13511249" y="1521600"/>
            <a:chExt cx="4643641" cy="7611424"/>
          </a:xfrm>
        </p:grpSpPr>
        <p:sp>
          <p:nvSpPr>
            <p:cNvPr id="5842" name="Google Shape;5842;p171"/>
            <p:cNvSpPr txBox="1"/>
            <p:nvPr/>
          </p:nvSpPr>
          <p:spPr>
            <a:xfrm>
              <a:off x="15954375" y="8942425"/>
              <a:ext cx="17658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5843" name="Google Shape;5843;p171"/>
            <p:cNvSpPr/>
            <p:nvPr/>
          </p:nvSpPr>
          <p:spPr>
            <a:xfrm>
              <a:off x="15818327" y="89610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44" name="Google Shape;5844;p171"/>
            <p:cNvSpPr/>
            <p:nvPr/>
          </p:nvSpPr>
          <p:spPr>
            <a:xfrm>
              <a:off x="14634810" y="2273975"/>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Attraction </a:t>
              </a:r>
              <a:endParaRPr sz="900" b="1" i="0" u="none" strike="noStrike" cap="none">
                <a:solidFill>
                  <a:srgbClr val="086AFE"/>
                </a:solidFill>
                <a:latin typeface="Salesforce Sans"/>
                <a:ea typeface="Salesforce Sans"/>
                <a:cs typeface="Salesforce Sans"/>
                <a:sym typeface="Salesforce Sans"/>
              </a:endParaRPr>
            </a:p>
          </p:txBody>
        </p:sp>
        <p:sp>
          <p:nvSpPr>
            <p:cNvPr id="5845" name="Google Shape;5845;p171"/>
            <p:cNvSpPr/>
            <p:nvPr/>
          </p:nvSpPr>
          <p:spPr>
            <a:xfrm>
              <a:off x="14634810" y="2923992"/>
              <a:ext cx="10224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Mgmt. &amp; Develop. </a:t>
              </a:r>
              <a:endParaRPr sz="900" b="1" i="0" u="none" strike="noStrike" cap="none">
                <a:solidFill>
                  <a:srgbClr val="086AFE"/>
                </a:solidFill>
                <a:latin typeface="Salesforce Sans"/>
                <a:ea typeface="Salesforce Sans"/>
                <a:cs typeface="Salesforce Sans"/>
                <a:sym typeface="Salesforce Sans"/>
              </a:endParaRPr>
            </a:p>
          </p:txBody>
        </p:sp>
        <p:sp>
          <p:nvSpPr>
            <p:cNvPr id="5846" name="Google Shape;5846;p171"/>
            <p:cNvSpPr/>
            <p:nvPr/>
          </p:nvSpPr>
          <p:spPr>
            <a:xfrm>
              <a:off x="14634810" y="3431510"/>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People Operations </a:t>
              </a:r>
              <a:endParaRPr sz="900" b="1" i="0" u="none" strike="noStrike" cap="none">
                <a:solidFill>
                  <a:srgbClr val="086AFE"/>
                </a:solidFill>
                <a:latin typeface="Salesforce Sans"/>
                <a:ea typeface="Salesforce Sans"/>
                <a:cs typeface="Salesforce Sans"/>
                <a:sym typeface="Salesforce Sans"/>
              </a:endParaRPr>
            </a:p>
          </p:txBody>
        </p:sp>
        <p:sp>
          <p:nvSpPr>
            <p:cNvPr id="5847" name="Google Shape;5847;p171"/>
            <p:cNvSpPr/>
            <p:nvPr/>
          </p:nvSpPr>
          <p:spPr>
            <a:xfrm>
              <a:off x="14634810" y="4597148"/>
              <a:ext cx="9873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Finance Operations </a:t>
              </a:r>
              <a:endParaRPr sz="900" b="1" i="0" u="none" strike="noStrike" cap="none">
                <a:solidFill>
                  <a:srgbClr val="086AFE"/>
                </a:solidFill>
                <a:latin typeface="Salesforce Sans"/>
                <a:ea typeface="Salesforce Sans"/>
                <a:cs typeface="Salesforce Sans"/>
                <a:sym typeface="Salesforce Sans"/>
              </a:endParaRPr>
            </a:p>
          </p:txBody>
        </p:sp>
        <p:sp>
          <p:nvSpPr>
            <p:cNvPr id="5848" name="Google Shape;5848;p171"/>
            <p:cNvSpPr/>
            <p:nvPr/>
          </p:nvSpPr>
          <p:spPr>
            <a:xfrm>
              <a:off x="14634796" y="5615263"/>
              <a:ext cx="10920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Tax and Compl. </a:t>
              </a:r>
              <a:endParaRPr sz="900" b="1" i="0" u="none" strike="noStrike" cap="none">
                <a:solidFill>
                  <a:srgbClr val="086AFE"/>
                </a:solidFill>
                <a:latin typeface="Salesforce Sans"/>
                <a:ea typeface="Salesforce Sans"/>
                <a:cs typeface="Salesforce Sans"/>
                <a:sym typeface="Salesforce Sans"/>
              </a:endParaRPr>
            </a:p>
          </p:txBody>
        </p:sp>
        <p:sp>
          <p:nvSpPr>
            <p:cNvPr id="5849" name="Google Shape;5849;p171"/>
            <p:cNvSpPr/>
            <p:nvPr/>
          </p:nvSpPr>
          <p:spPr>
            <a:xfrm>
              <a:off x="14634797" y="5972725"/>
              <a:ext cx="10749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IT Helpdesk </a:t>
              </a:r>
              <a:endParaRPr sz="900" b="1" i="0" u="none" strike="noStrike" cap="none">
                <a:solidFill>
                  <a:srgbClr val="086AFE"/>
                </a:solidFill>
                <a:latin typeface="Salesforce Sans"/>
                <a:ea typeface="Salesforce Sans"/>
                <a:cs typeface="Salesforce Sans"/>
                <a:sym typeface="Salesforce Sans"/>
              </a:endParaRPr>
            </a:p>
          </p:txBody>
        </p:sp>
        <p:sp>
          <p:nvSpPr>
            <p:cNvPr id="5850" name="Google Shape;5850;p171"/>
            <p:cNvSpPr/>
            <p:nvPr/>
          </p:nvSpPr>
          <p:spPr>
            <a:xfrm>
              <a:off x="14634795" y="7114150"/>
              <a:ext cx="11634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Infra &amp;</a:t>
              </a:r>
              <a:r>
                <a:rPr lang="en" sz="900" b="1">
                  <a:solidFill>
                    <a:srgbClr val="086AFE"/>
                  </a:solidFill>
                  <a:latin typeface="Salesforce Sans"/>
                  <a:ea typeface="Salesforce Sans"/>
                  <a:cs typeface="Salesforce Sans"/>
                  <a:sym typeface="Salesforce Sans"/>
                </a:rPr>
                <a:t> </a:t>
              </a:r>
              <a:r>
                <a:rPr lang="en" sz="900" b="1" i="0" u="none" strike="noStrike" cap="none">
                  <a:solidFill>
                    <a:srgbClr val="086AFE"/>
                  </a:solidFill>
                  <a:latin typeface="Salesforce Sans"/>
                  <a:ea typeface="Salesforce Sans"/>
                  <a:cs typeface="Salesforce Sans"/>
                  <a:sym typeface="Salesforce Sans"/>
                </a:rPr>
                <a:t>Application Mgmt. </a:t>
              </a:r>
              <a:endParaRPr sz="900" b="1" i="0" u="none" strike="noStrike" cap="none">
                <a:solidFill>
                  <a:srgbClr val="086AFE"/>
                </a:solidFill>
                <a:latin typeface="Salesforce Sans"/>
                <a:ea typeface="Salesforce Sans"/>
                <a:cs typeface="Salesforce Sans"/>
                <a:sym typeface="Salesforce Sans"/>
              </a:endParaRPr>
            </a:p>
          </p:txBody>
        </p:sp>
        <p:sp>
          <p:nvSpPr>
            <p:cNvPr id="5851" name="Google Shape;5851;p171"/>
            <p:cNvSpPr/>
            <p:nvPr/>
          </p:nvSpPr>
          <p:spPr>
            <a:xfrm>
              <a:off x="14634810" y="5253844"/>
              <a:ext cx="9873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Treasury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5852" name="Google Shape;5852;p171"/>
            <p:cNvSpPr/>
            <p:nvPr/>
          </p:nvSpPr>
          <p:spPr>
            <a:xfrm>
              <a:off x="14634798" y="8143000"/>
              <a:ext cx="1148400" cy="2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Litigation &amp; </a:t>
              </a:r>
              <a:r>
                <a:rPr lang="en" sz="900" b="1">
                  <a:solidFill>
                    <a:srgbClr val="086AFE"/>
                  </a:solidFill>
                  <a:latin typeface="Salesforce Sans"/>
                  <a:ea typeface="Salesforce Sans"/>
                  <a:cs typeface="Salesforce Sans"/>
                  <a:sym typeface="Salesforce Sans"/>
                </a:rPr>
                <a:t>IP</a:t>
              </a:r>
              <a:r>
                <a:rPr lang="en" sz="900" b="1" i="0" u="none" strike="noStrike" cap="none">
                  <a:solidFill>
                    <a:srgbClr val="086AFE"/>
                  </a:solidFill>
                  <a:latin typeface="Salesforce Sans"/>
                  <a:ea typeface="Salesforce Sans"/>
                  <a:cs typeface="Salesforce Sans"/>
                  <a:sym typeface="Salesforce Sans"/>
                </a:rPr>
                <a:t> Protection</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5853" name="Google Shape;5853;p171"/>
            <p:cNvSpPr/>
            <p:nvPr/>
          </p:nvSpPr>
          <p:spPr>
            <a:xfrm>
              <a:off x="14634810" y="7613234"/>
              <a:ext cx="987300" cy="459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Mgmt. &amp; Board Reporting Generation </a:t>
              </a:r>
              <a:endParaRPr sz="900" b="1" i="0" u="none" strike="noStrike" cap="none">
                <a:solidFill>
                  <a:srgbClr val="086AFE"/>
                </a:solidFill>
                <a:latin typeface="Salesforce Sans"/>
                <a:ea typeface="Salesforce Sans"/>
                <a:cs typeface="Salesforce Sans"/>
                <a:sym typeface="Salesforce Sans"/>
              </a:endParaRPr>
            </a:p>
          </p:txBody>
        </p:sp>
        <p:sp>
          <p:nvSpPr>
            <p:cNvPr id="5854" name="Google Shape;5854;p171"/>
            <p:cNvSpPr/>
            <p:nvPr/>
          </p:nvSpPr>
          <p:spPr>
            <a:xfrm>
              <a:off x="14634810" y="4092746"/>
              <a:ext cx="987300" cy="38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Financial Strategy &amp; Planning</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5855" name="Google Shape;5855;p171"/>
            <p:cNvSpPr/>
            <p:nvPr/>
          </p:nvSpPr>
          <p:spPr>
            <a:xfrm>
              <a:off x="14634810" y="8502725"/>
              <a:ext cx="987300" cy="63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86AFE"/>
                  </a:solidFill>
                  <a:latin typeface="Salesforce Sans"/>
                  <a:ea typeface="Salesforce Sans"/>
                  <a:cs typeface="Salesforce Sans"/>
                  <a:sym typeface="Salesforce Sans"/>
                </a:rPr>
                <a:t>Agentforce Life Sciences Pre-built Patient Services </a:t>
              </a:r>
              <a:endParaRPr sz="900" b="1" i="0" u="none" strike="noStrike" cap="none">
                <a:solidFill>
                  <a:srgbClr val="086AFE"/>
                </a:solidFill>
                <a:latin typeface="Salesforce Sans"/>
                <a:ea typeface="Salesforce Sans"/>
                <a:cs typeface="Salesforce Sans"/>
                <a:sym typeface="Salesforce Sans"/>
              </a:endParaRPr>
            </a:p>
          </p:txBody>
        </p:sp>
        <p:sp>
          <p:nvSpPr>
            <p:cNvPr id="5856" name="Google Shape;5856;p171"/>
            <p:cNvSpPr txBox="1"/>
            <p:nvPr/>
          </p:nvSpPr>
          <p:spPr>
            <a:xfrm>
              <a:off x="1351124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57" name="Google Shape;5857;p171"/>
            <p:cNvSpPr txBox="1"/>
            <p:nvPr/>
          </p:nvSpPr>
          <p:spPr>
            <a:xfrm>
              <a:off x="1463481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58" name="Google Shape;5858;p171"/>
            <p:cNvGrpSpPr/>
            <p:nvPr/>
          </p:nvGrpSpPr>
          <p:grpSpPr>
            <a:xfrm>
              <a:off x="13530860" y="1791256"/>
              <a:ext cx="952566" cy="449700"/>
              <a:chOff x="755108" y="1946374"/>
              <a:chExt cx="1322458" cy="449700"/>
            </a:xfrm>
          </p:grpSpPr>
          <p:sp>
            <p:nvSpPr>
              <p:cNvPr id="5859" name="Google Shape;5859;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860" name="Google Shape;5860;p171"/>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861" name="Google Shape;5861;p171"/>
            <p:cNvSpPr txBox="1"/>
            <p:nvPr/>
          </p:nvSpPr>
          <p:spPr>
            <a:xfrm>
              <a:off x="1595439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62" name="Google Shape;5862;p171"/>
            <p:cNvSpPr txBox="1"/>
            <p:nvPr/>
          </p:nvSpPr>
          <p:spPr>
            <a:xfrm>
              <a:off x="14634810" y="17694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People Strategy &amp; Planning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5863" name="Google Shape;5863;p171"/>
            <p:cNvSpPr txBox="1"/>
            <p:nvPr/>
          </p:nvSpPr>
          <p:spPr>
            <a:xfrm>
              <a:off x="15954375" y="47447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5864" name="Google Shape;5864;p171"/>
            <p:cNvSpPr txBox="1"/>
            <p:nvPr/>
          </p:nvSpPr>
          <p:spPr>
            <a:xfrm>
              <a:off x="15954375" y="459847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5865" name="Google Shape;5865;p171"/>
            <p:cNvSpPr/>
            <p:nvPr/>
          </p:nvSpPr>
          <p:spPr>
            <a:xfrm>
              <a:off x="15818327" y="4617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66" name="Google Shape;5866;p171"/>
            <p:cNvSpPr/>
            <p:nvPr/>
          </p:nvSpPr>
          <p:spPr>
            <a:xfrm>
              <a:off x="15818327" y="4763298"/>
              <a:ext cx="91200" cy="91200"/>
            </a:xfrm>
            <a:prstGeom prst="ellipse">
              <a:avLst/>
            </a:prstGeom>
            <a:solidFill>
              <a:schemeClr val="lt2"/>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67" name="Google Shape;5867;p171"/>
            <p:cNvSpPr txBox="1"/>
            <p:nvPr/>
          </p:nvSpPr>
          <p:spPr>
            <a:xfrm>
              <a:off x="15954375" y="30754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5868" name="Google Shape;5868;p171"/>
            <p:cNvSpPr txBox="1"/>
            <p:nvPr/>
          </p:nvSpPr>
          <p:spPr>
            <a:xfrm>
              <a:off x="15954375" y="32207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869" name="Google Shape;5869;p171"/>
            <p:cNvSpPr txBox="1"/>
            <p:nvPr/>
          </p:nvSpPr>
          <p:spPr>
            <a:xfrm>
              <a:off x="15954375" y="56132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870" name="Google Shape;5870;p171"/>
            <p:cNvSpPr txBox="1"/>
            <p:nvPr/>
          </p:nvSpPr>
          <p:spPr>
            <a:xfrm>
              <a:off x="15954375" y="57607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5871" name="Google Shape;5871;p171"/>
            <p:cNvSpPr/>
            <p:nvPr/>
          </p:nvSpPr>
          <p:spPr>
            <a:xfrm>
              <a:off x="15818327" y="57792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72" name="Google Shape;5872;p171"/>
            <p:cNvSpPr txBox="1"/>
            <p:nvPr/>
          </p:nvSpPr>
          <p:spPr>
            <a:xfrm>
              <a:off x="15954375" y="29257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5873" name="Google Shape;5873;p171"/>
            <p:cNvSpPr/>
            <p:nvPr/>
          </p:nvSpPr>
          <p:spPr>
            <a:xfrm>
              <a:off x="15818327" y="29441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74" name="Google Shape;5874;p171"/>
            <p:cNvSpPr/>
            <p:nvPr/>
          </p:nvSpPr>
          <p:spPr>
            <a:xfrm>
              <a:off x="15818327" y="30940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75" name="Google Shape;5875;p171"/>
            <p:cNvSpPr/>
            <p:nvPr/>
          </p:nvSpPr>
          <p:spPr>
            <a:xfrm>
              <a:off x="15818327" y="32391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76" name="Google Shape;5876;p171"/>
            <p:cNvSpPr/>
            <p:nvPr/>
          </p:nvSpPr>
          <p:spPr>
            <a:xfrm>
              <a:off x="15818327" y="56318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877" name="Google Shape;5877;p171"/>
            <p:cNvSpPr txBox="1"/>
            <p:nvPr/>
          </p:nvSpPr>
          <p:spPr>
            <a:xfrm>
              <a:off x="15954375" y="50418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878" name="Google Shape;5878;p171"/>
            <p:cNvSpPr txBox="1"/>
            <p:nvPr/>
          </p:nvSpPr>
          <p:spPr>
            <a:xfrm>
              <a:off x="15954390" y="4892475"/>
              <a:ext cx="2200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5879" name="Google Shape;5879;p171"/>
            <p:cNvSpPr/>
            <p:nvPr/>
          </p:nvSpPr>
          <p:spPr>
            <a:xfrm>
              <a:off x="15818327" y="4911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80" name="Google Shape;5880;p171"/>
            <p:cNvSpPr/>
            <p:nvPr/>
          </p:nvSpPr>
          <p:spPr>
            <a:xfrm>
              <a:off x="15818327" y="50604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81" name="Google Shape;5881;p171"/>
            <p:cNvSpPr txBox="1"/>
            <p:nvPr/>
          </p:nvSpPr>
          <p:spPr>
            <a:xfrm>
              <a:off x="15954375" y="761482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5882" name="Google Shape;5882;p171"/>
            <p:cNvSpPr txBox="1"/>
            <p:nvPr/>
          </p:nvSpPr>
          <p:spPr>
            <a:xfrm>
              <a:off x="15954375" y="776105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5883" name="Google Shape;5883;p171"/>
            <p:cNvSpPr/>
            <p:nvPr/>
          </p:nvSpPr>
          <p:spPr>
            <a:xfrm>
              <a:off x="15818327" y="77796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84" name="Google Shape;5884;p171"/>
            <p:cNvSpPr/>
            <p:nvPr/>
          </p:nvSpPr>
          <p:spPr>
            <a:xfrm>
              <a:off x="15818327" y="76334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885" name="Google Shape;5885;p171"/>
            <p:cNvSpPr txBox="1"/>
            <p:nvPr/>
          </p:nvSpPr>
          <p:spPr>
            <a:xfrm>
              <a:off x="15954375" y="813982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sz="800" i="0" u="none" strike="noStrike" cap="none">
                <a:latin typeface="Salesforce Sans"/>
                <a:ea typeface="Salesforce Sans"/>
                <a:cs typeface="Salesforce Sans"/>
                <a:sym typeface="Salesforce Sans"/>
              </a:endParaRPr>
            </a:p>
          </p:txBody>
        </p:sp>
        <p:sp>
          <p:nvSpPr>
            <p:cNvPr id="5886" name="Google Shape;5886;p171"/>
            <p:cNvSpPr txBox="1"/>
            <p:nvPr/>
          </p:nvSpPr>
          <p:spPr>
            <a:xfrm>
              <a:off x="15954375" y="828605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sz="800" i="0" u="none" strike="noStrike" cap="none">
                <a:latin typeface="Salesforce Sans"/>
                <a:ea typeface="Salesforce Sans"/>
                <a:cs typeface="Salesforce Sans"/>
                <a:sym typeface="Salesforce Sans"/>
              </a:endParaRPr>
            </a:p>
          </p:txBody>
        </p:sp>
        <p:sp>
          <p:nvSpPr>
            <p:cNvPr id="5887" name="Google Shape;5887;p171"/>
            <p:cNvSpPr/>
            <p:nvPr/>
          </p:nvSpPr>
          <p:spPr>
            <a:xfrm>
              <a:off x="15818327" y="83046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888" name="Google Shape;5888;p171"/>
            <p:cNvSpPr/>
            <p:nvPr/>
          </p:nvSpPr>
          <p:spPr>
            <a:xfrm>
              <a:off x="15818327" y="81584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5889" name="Google Shape;5889;p171"/>
            <p:cNvGrpSpPr/>
            <p:nvPr/>
          </p:nvGrpSpPr>
          <p:grpSpPr>
            <a:xfrm>
              <a:off x="13530860" y="8529418"/>
              <a:ext cx="952566" cy="488922"/>
              <a:chOff x="755108" y="1946374"/>
              <a:chExt cx="1322458" cy="488922"/>
            </a:xfrm>
          </p:grpSpPr>
          <p:sp>
            <p:nvSpPr>
              <p:cNvPr id="5890" name="Google Shape;5890;p171"/>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891" name="Google Shape;5891;p171"/>
              <p:cNvSpPr txBox="1"/>
              <p:nvPr/>
            </p:nvSpPr>
            <p:spPr>
              <a:xfrm>
                <a:off x="755108" y="2061196"/>
                <a:ext cx="1322400" cy="3741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marL="0" marR="0" lvl="0" indent="0" algn="l" rtl="0">
                  <a:lnSpc>
                    <a:spcPct val="90000"/>
                  </a:lnSpc>
                  <a:spcBef>
                    <a:spcPts val="0"/>
                  </a:spcBef>
                  <a:spcAft>
                    <a:spcPts val="0"/>
                  </a:spcAft>
                  <a:buClr>
                    <a:srgbClr val="FFFFFF"/>
                  </a:buClr>
                  <a:buSzPts val="900"/>
                  <a:buFont typeface="Questrial"/>
                  <a:buNone/>
                </a:pPr>
                <a:endParaRPr sz="900">
                  <a:solidFill>
                    <a:srgbClr val="FFFFFF"/>
                  </a:solidFill>
                  <a:latin typeface="Avant Garde Demi SFDC"/>
                  <a:ea typeface="Avant Garde Demi SFDC"/>
                  <a:cs typeface="Avant Garde Demi SFDC"/>
                  <a:sym typeface="Avant Garde Demi SFDC"/>
                </a:endParaRPr>
              </a:p>
            </p:txBody>
          </p:sp>
        </p:grpSp>
        <p:sp>
          <p:nvSpPr>
            <p:cNvPr id="5892" name="Google Shape;5892;p171"/>
            <p:cNvSpPr txBox="1"/>
            <p:nvPr/>
          </p:nvSpPr>
          <p:spPr>
            <a:xfrm>
              <a:off x="15954375" y="8645238"/>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5893" name="Google Shape;5893;p171"/>
            <p:cNvSpPr txBox="1"/>
            <p:nvPr/>
          </p:nvSpPr>
          <p:spPr>
            <a:xfrm>
              <a:off x="15954387" y="8499000"/>
              <a:ext cx="176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5894" name="Google Shape;5894;p171"/>
            <p:cNvSpPr/>
            <p:nvPr/>
          </p:nvSpPr>
          <p:spPr>
            <a:xfrm>
              <a:off x="15818327" y="851760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95" name="Google Shape;5895;p171"/>
            <p:cNvSpPr/>
            <p:nvPr/>
          </p:nvSpPr>
          <p:spPr>
            <a:xfrm>
              <a:off x="15818327" y="866383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96" name="Google Shape;5896;p171"/>
            <p:cNvSpPr txBox="1"/>
            <p:nvPr/>
          </p:nvSpPr>
          <p:spPr>
            <a:xfrm>
              <a:off x="15954375" y="87930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5897" name="Google Shape;5897;p171"/>
            <p:cNvSpPr/>
            <p:nvPr/>
          </p:nvSpPr>
          <p:spPr>
            <a:xfrm>
              <a:off x="15818327" y="881160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898" name="Google Shape;5898;p171"/>
            <p:cNvSpPr txBox="1"/>
            <p:nvPr/>
          </p:nvSpPr>
          <p:spPr>
            <a:xfrm>
              <a:off x="15954388" y="7107500"/>
              <a:ext cx="193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5899" name="Google Shape;5899;p171"/>
            <p:cNvSpPr txBox="1"/>
            <p:nvPr/>
          </p:nvSpPr>
          <p:spPr>
            <a:xfrm>
              <a:off x="15954375" y="7256184"/>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5900" name="Google Shape;5900;p171"/>
            <p:cNvSpPr txBox="1"/>
            <p:nvPr/>
          </p:nvSpPr>
          <p:spPr>
            <a:xfrm>
              <a:off x="15954375" y="74035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5901" name="Google Shape;5901;p171"/>
            <p:cNvSpPr/>
            <p:nvPr/>
          </p:nvSpPr>
          <p:spPr>
            <a:xfrm>
              <a:off x="15818327" y="742218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02" name="Google Shape;5902;p171"/>
            <p:cNvSpPr/>
            <p:nvPr/>
          </p:nvSpPr>
          <p:spPr>
            <a:xfrm>
              <a:off x="15818327" y="727478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03" name="Google Shape;5903;p171"/>
            <p:cNvSpPr/>
            <p:nvPr/>
          </p:nvSpPr>
          <p:spPr>
            <a:xfrm>
              <a:off x="15818327" y="71259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904" name="Google Shape;5904;p171"/>
            <p:cNvSpPr txBox="1"/>
            <p:nvPr/>
          </p:nvSpPr>
          <p:spPr>
            <a:xfrm>
              <a:off x="15954375" y="65986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905" name="Google Shape;5905;p171"/>
            <p:cNvSpPr txBox="1"/>
            <p:nvPr/>
          </p:nvSpPr>
          <p:spPr>
            <a:xfrm>
              <a:off x="15954375" y="67473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5906" name="Google Shape;5906;p171"/>
            <p:cNvSpPr txBox="1"/>
            <p:nvPr/>
          </p:nvSpPr>
          <p:spPr>
            <a:xfrm>
              <a:off x="15954386" y="6894725"/>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5907" name="Google Shape;5907;p171"/>
            <p:cNvSpPr/>
            <p:nvPr/>
          </p:nvSpPr>
          <p:spPr>
            <a:xfrm>
              <a:off x="15818327" y="69133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08" name="Google Shape;5908;p171"/>
            <p:cNvSpPr/>
            <p:nvPr/>
          </p:nvSpPr>
          <p:spPr>
            <a:xfrm>
              <a:off x="15818327" y="67659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09" name="Google Shape;5909;p171"/>
            <p:cNvSpPr/>
            <p:nvPr/>
          </p:nvSpPr>
          <p:spPr>
            <a:xfrm>
              <a:off x="15818327" y="66170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910" name="Google Shape;5910;p171"/>
            <p:cNvSpPr txBox="1"/>
            <p:nvPr/>
          </p:nvSpPr>
          <p:spPr>
            <a:xfrm>
              <a:off x="15954375" y="59723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5911" name="Google Shape;5911;p171"/>
            <p:cNvSpPr txBox="1"/>
            <p:nvPr/>
          </p:nvSpPr>
          <p:spPr>
            <a:xfrm>
              <a:off x="15954375" y="61210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5912" name="Google Shape;5912;p171"/>
            <p:cNvSpPr/>
            <p:nvPr/>
          </p:nvSpPr>
          <p:spPr>
            <a:xfrm>
              <a:off x="15818327" y="61396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13" name="Google Shape;5913;p171"/>
            <p:cNvSpPr/>
            <p:nvPr/>
          </p:nvSpPr>
          <p:spPr>
            <a:xfrm>
              <a:off x="15818327" y="599079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914" name="Google Shape;5914;p171"/>
            <p:cNvSpPr txBox="1"/>
            <p:nvPr/>
          </p:nvSpPr>
          <p:spPr>
            <a:xfrm>
              <a:off x="15954375" y="52525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5915" name="Google Shape;5915;p171"/>
            <p:cNvSpPr txBox="1"/>
            <p:nvPr/>
          </p:nvSpPr>
          <p:spPr>
            <a:xfrm>
              <a:off x="15954375" y="539993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5916" name="Google Shape;5916;p171"/>
            <p:cNvSpPr/>
            <p:nvPr/>
          </p:nvSpPr>
          <p:spPr>
            <a:xfrm>
              <a:off x="15818327" y="54185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17" name="Google Shape;5917;p171"/>
            <p:cNvSpPr/>
            <p:nvPr/>
          </p:nvSpPr>
          <p:spPr>
            <a:xfrm>
              <a:off x="15818327" y="52711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18" name="Google Shape;5918;p171"/>
            <p:cNvSpPr txBox="1"/>
            <p:nvPr/>
          </p:nvSpPr>
          <p:spPr>
            <a:xfrm>
              <a:off x="15954386" y="4088650"/>
              <a:ext cx="1626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5919" name="Google Shape;5919;p171"/>
            <p:cNvSpPr txBox="1"/>
            <p:nvPr/>
          </p:nvSpPr>
          <p:spPr>
            <a:xfrm>
              <a:off x="15954384" y="4237325"/>
              <a:ext cx="206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5920" name="Google Shape;5920;p171"/>
            <p:cNvSpPr txBox="1"/>
            <p:nvPr/>
          </p:nvSpPr>
          <p:spPr>
            <a:xfrm>
              <a:off x="15954388" y="4384725"/>
              <a:ext cx="1902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5921" name="Google Shape;5921;p171"/>
            <p:cNvSpPr/>
            <p:nvPr/>
          </p:nvSpPr>
          <p:spPr>
            <a:xfrm>
              <a:off x="15818327" y="44033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22" name="Google Shape;5922;p171"/>
            <p:cNvSpPr/>
            <p:nvPr/>
          </p:nvSpPr>
          <p:spPr>
            <a:xfrm>
              <a:off x="15818327" y="42559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23" name="Google Shape;5923;p171"/>
            <p:cNvSpPr/>
            <p:nvPr/>
          </p:nvSpPr>
          <p:spPr>
            <a:xfrm>
              <a:off x="15818327" y="41070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924" name="Google Shape;5924;p171"/>
            <p:cNvSpPr txBox="1"/>
            <p:nvPr/>
          </p:nvSpPr>
          <p:spPr>
            <a:xfrm>
              <a:off x="15954375" y="35790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5925" name="Google Shape;5925;p171"/>
            <p:cNvSpPr txBox="1"/>
            <p:nvPr/>
          </p:nvSpPr>
          <p:spPr>
            <a:xfrm>
              <a:off x="15954385" y="3432775"/>
              <a:ext cx="1864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5926" name="Google Shape;5926;p171"/>
            <p:cNvSpPr/>
            <p:nvPr/>
          </p:nvSpPr>
          <p:spPr>
            <a:xfrm>
              <a:off x="15818327" y="34513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27" name="Google Shape;5927;p171"/>
            <p:cNvSpPr/>
            <p:nvPr/>
          </p:nvSpPr>
          <p:spPr>
            <a:xfrm>
              <a:off x="15818327" y="35975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28" name="Google Shape;5928;p171"/>
            <p:cNvSpPr txBox="1"/>
            <p:nvPr/>
          </p:nvSpPr>
          <p:spPr>
            <a:xfrm>
              <a:off x="15954375" y="387617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5929" name="Google Shape;5929;p171"/>
            <p:cNvSpPr txBox="1"/>
            <p:nvPr/>
          </p:nvSpPr>
          <p:spPr>
            <a:xfrm>
              <a:off x="15954375" y="372677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5930" name="Google Shape;5930;p171"/>
            <p:cNvSpPr/>
            <p:nvPr/>
          </p:nvSpPr>
          <p:spPr>
            <a:xfrm>
              <a:off x="15818327" y="37453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31" name="Google Shape;5931;p171"/>
            <p:cNvSpPr/>
            <p:nvPr/>
          </p:nvSpPr>
          <p:spPr>
            <a:xfrm>
              <a:off x="15818327" y="38947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32" name="Google Shape;5932;p171"/>
            <p:cNvSpPr txBox="1"/>
            <p:nvPr/>
          </p:nvSpPr>
          <p:spPr>
            <a:xfrm>
              <a:off x="15954375" y="241842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5933" name="Google Shape;5933;p171"/>
            <p:cNvSpPr txBox="1"/>
            <p:nvPr/>
          </p:nvSpPr>
          <p:spPr>
            <a:xfrm>
              <a:off x="15954386" y="2272200"/>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5934" name="Google Shape;5934;p171"/>
            <p:cNvSpPr/>
            <p:nvPr/>
          </p:nvSpPr>
          <p:spPr>
            <a:xfrm>
              <a:off x="15818327" y="229079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35" name="Google Shape;5935;p171"/>
            <p:cNvSpPr/>
            <p:nvPr/>
          </p:nvSpPr>
          <p:spPr>
            <a:xfrm>
              <a:off x="15818327" y="24370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36" name="Google Shape;5936;p171"/>
            <p:cNvSpPr txBox="1"/>
            <p:nvPr/>
          </p:nvSpPr>
          <p:spPr>
            <a:xfrm>
              <a:off x="15954375" y="271560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5937" name="Google Shape;5937;p171"/>
            <p:cNvSpPr txBox="1"/>
            <p:nvPr/>
          </p:nvSpPr>
          <p:spPr>
            <a:xfrm>
              <a:off x="15954375" y="25661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5938" name="Google Shape;5938;p171"/>
            <p:cNvSpPr/>
            <p:nvPr/>
          </p:nvSpPr>
          <p:spPr>
            <a:xfrm>
              <a:off x="15818327" y="258479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39" name="Google Shape;5939;p171"/>
            <p:cNvSpPr/>
            <p:nvPr/>
          </p:nvSpPr>
          <p:spPr>
            <a:xfrm>
              <a:off x="15818327" y="27341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40" name="Google Shape;5940;p171"/>
            <p:cNvSpPr txBox="1"/>
            <p:nvPr/>
          </p:nvSpPr>
          <p:spPr>
            <a:xfrm>
              <a:off x="15954386" y="1764625"/>
              <a:ext cx="164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5941" name="Google Shape;5941;p171"/>
            <p:cNvSpPr txBox="1"/>
            <p:nvPr/>
          </p:nvSpPr>
          <p:spPr>
            <a:xfrm>
              <a:off x="15954375" y="19133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5942" name="Google Shape;5942;p171"/>
            <p:cNvSpPr txBox="1"/>
            <p:nvPr/>
          </p:nvSpPr>
          <p:spPr>
            <a:xfrm>
              <a:off x="15954386" y="2060725"/>
              <a:ext cx="1677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5943" name="Google Shape;5943;p171"/>
            <p:cNvSpPr/>
            <p:nvPr/>
          </p:nvSpPr>
          <p:spPr>
            <a:xfrm>
              <a:off x="15818327" y="20793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latin typeface="Salesforce Sans"/>
                <a:ea typeface="Salesforce Sans"/>
                <a:cs typeface="Salesforce Sans"/>
                <a:sym typeface="Salesforce Sans"/>
              </a:endParaRPr>
            </a:p>
          </p:txBody>
        </p:sp>
        <p:sp>
          <p:nvSpPr>
            <p:cNvPr id="5944" name="Google Shape;5944;p171"/>
            <p:cNvSpPr/>
            <p:nvPr/>
          </p:nvSpPr>
          <p:spPr>
            <a:xfrm>
              <a:off x="15818327" y="193190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5945" name="Google Shape;5945;p171"/>
            <p:cNvSpPr/>
            <p:nvPr/>
          </p:nvSpPr>
          <p:spPr>
            <a:xfrm>
              <a:off x="15818327" y="178308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chemeClr val="accent2"/>
                </a:solidFill>
                <a:highlight>
                  <a:srgbClr val="022AC0"/>
                </a:highlight>
                <a:latin typeface="Salesforce Sans"/>
                <a:ea typeface="Salesforce Sans"/>
                <a:cs typeface="Salesforce Sans"/>
                <a:sym typeface="Salesforce Sans"/>
              </a:endParaRPr>
            </a:p>
          </p:txBody>
        </p:sp>
        <p:sp>
          <p:nvSpPr>
            <p:cNvPr id="5946" name="Google Shape;5946;p171"/>
            <p:cNvSpPr/>
            <p:nvPr/>
          </p:nvSpPr>
          <p:spPr>
            <a:xfrm>
              <a:off x="14634810" y="6601334"/>
              <a:ext cx="987300" cy="12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i="0" u="none" strike="noStrike" cap="none">
                  <a:solidFill>
                    <a:srgbClr val="086AFE"/>
                  </a:solidFill>
                  <a:latin typeface="Salesforce Sans"/>
                  <a:ea typeface="Salesforce Sans"/>
                  <a:cs typeface="Salesforce Sans"/>
                  <a:sym typeface="Salesforce Sans"/>
                </a:rPr>
                <a:t>Cyber </a:t>
              </a:r>
              <a:endParaRPr sz="900" b="1" i="0" u="none" strike="noStrike" cap="non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matchingName="Industry_MedTech">
  <p:cSld name="TITLE_AND_BODY_5_1_1_1_1_1">
    <p:spTree>
      <p:nvGrpSpPr>
        <p:cNvPr id="1" name="Shape 5947"/>
        <p:cNvGrpSpPr/>
        <p:nvPr/>
      </p:nvGrpSpPr>
      <p:grpSpPr>
        <a:xfrm>
          <a:off x="0" y="0"/>
          <a:ext cx="0" cy="0"/>
          <a:chOff x="0" y="0"/>
          <a:chExt cx="0" cy="0"/>
        </a:xfrm>
      </p:grpSpPr>
      <p:sp>
        <p:nvSpPr>
          <p:cNvPr id="5948" name="Google Shape;5948;p172"/>
          <p:cNvSpPr txBox="1"/>
          <p:nvPr/>
        </p:nvSpPr>
        <p:spPr>
          <a:xfrm>
            <a:off x="676603" y="381000"/>
            <a:ext cx="16573500" cy="6651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5949" name="Google Shape;5949;p172"/>
          <p:cNvGrpSpPr/>
          <p:nvPr/>
        </p:nvGrpSpPr>
        <p:grpSpPr>
          <a:xfrm>
            <a:off x="6307400" y="1143000"/>
            <a:ext cx="6313200" cy="307800"/>
            <a:chOff x="22663550" y="1349273"/>
            <a:chExt cx="6313200" cy="307800"/>
          </a:xfrm>
        </p:grpSpPr>
        <p:grpSp>
          <p:nvGrpSpPr>
            <p:cNvPr id="5950" name="Google Shape;5950;p172"/>
            <p:cNvGrpSpPr/>
            <p:nvPr/>
          </p:nvGrpSpPr>
          <p:grpSpPr>
            <a:xfrm>
              <a:off x="22663550" y="1349273"/>
              <a:ext cx="6313200" cy="307800"/>
              <a:chOff x="11238000" y="958400"/>
              <a:chExt cx="6313200" cy="307800"/>
            </a:xfrm>
          </p:grpSpPr>
          <p:sp>
            <p:nvSpPr>
              <p:cNvPr id="5951" name="Google Shape;5951;p172"/>
              <p:cNvSpPr/>
              <p:nvPr/>
            </p:nvSpPr>
            <p:spPr>
              <a:xfrm>
                <a:off x="11238000" y="9599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5952" name="Google Shape;5952;p172"/>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953" name="Google Shape;5953;p172"/>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54" name="Google Shape;5954;p172"/>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955" name="Google Shape;5955;p172"/>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5956" name="Google Shape;5956;p172"/>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957" name="Google Shape;5957;p172"/>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958" name="Google Shape;5958;p172"/>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959" name="Google Shape;5959;p172"/>
            <p:cNvSpPr txBox="1"/>
            <p:nvPr/>
          </p:nvSpPr>
          <p:spPr>
            <a:xfrm>
              <a:off x="282324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5960" name="Google Shape;5960;p172"/>
          <p:cNvGrpSpPr/>
          <p:nvPr/>
        </p:nvGrpSpPr>
        <p:grpSpPr>
          <a:xfrm>
            <a:off x="1735561" y="1752600"/>
            <a:ext cx="5042870" cy="7465163"/>
            <a:chOff x="468329" y="1524000"/>
            <a:chExt cx="5042870" cy="7465163"/>
          </a:xfrm>
        </p:grpSpPr>
        <p:sp>
          <p:nvSpPr>
            <p:cNvPr id="5961" name="Google Shape;5961;p172"/>
            <p:cNvSpPr txBox="1"/>
            <p:nvPr/>
          </p:nvSpPr>
          <p:spPr>
            <a:xfrm>
              <a:off x="3016756" y="3342375"/>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5962" name="Google Shape;5962;p172"/>
            <p:cNvSpPr/>
            <p:nvPr/>
          </p:nvSpPr>
          <p:spPr>
            <a:xfrm>
              <a:off x="1668090" y="2459079"/>
              <a:ext cx="8970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Sales</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5963" name="Google Shape;5963;p172"/>
            <p:cNvSpPr/>
            <p:nvPr/>
          </p:nvSpPr>
          <p:spPr>
            <a:xfrm>
              <a:off x="1668090" y="3563049"/>
              <a:ext cx="8226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Sales Training </a:t>
              </a:r>
              <a:endParaRPr sz="945" b="1">
                <a:solidFill>
                  <a:srgbClr val="066AFE"/>
                </a:solidFill>
                <a:latin typeface="Salesforce Sans"/>
                <a:ea typeface="Salesforce Sans"/>
                <a:cs typeface="Salesforce Sans"/>
                <a:sym typeface="Salesforce Sans"/>
              </a:endParaRPr>
            </a:p>
          </p:txBody>
        </p:sp>
        <p:sp>
          <p:nvSpPr>
            <p:cNvPr id="5964" name="Google Shape;5964;p172"/>
            <p:cNvSpPr/>
            <p:nvPr/>
          </p:nvSpPr>
          <p:spPr>
            <a:xfrm>
              <a:off x="1668090" y="5113187"/>
              <a:ext cx="1121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Clinical Specialists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5965" name="Google Shape;5965;p172"/>
            <p:cNvSpPr/>
            <p:nvPr/>
          </p:nvSpPr>
          <p:spPr>
            <a:xfrm>
              <a:off x="1668090" y="6217643"/>
              <a:ext cx="986100" cy="2292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Medical Affairs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5966" name="Google Shape;5966;p172"/>
            <p:cNvSpPr/>
            <p:nvPr/>
          </p:nvSpPr>
          <p:spPr>
            <a:xfrm>
              <a:off x="1668090" y="7346461"/>
              <a:ext cx="1074900" cy="344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45" b="1">
                  <a:solidFill>
                    <a:srgbClr val="066AFE"/>
                  </a:solidFill>
                  <a:latin typeface="Salesforce Sans"/>
                  <a:ea typeface="Salesforce Sans"/>
                  <a:cs typeface="Salesforce Sans"/>
                  <a:sym typeface="Salesforce Sans"/>
                </a:rPr>
                <a:t>MedTech Field Inventory </a:t>
              </a:r>
              <a:endParaRPr sz="945"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609"/>
                <a:buFont typeface="Arial"/>
                <a:buNone/>
              </a:pPr>
              <a:endParaRPr sz="945" b="1">
                <a:solidFill>
                  <a:srgbClr val="066AFE"/>
                </a:solidFill>
                <a:latin typeface="Salesforce Sans"/>
                <a:ea typeface="Salesforce Sans"/>
                <a:cs typeface="Salesforce Sans"/>
                <a:sym typeface="Salesforce Sans"/>
              </a:endParaRPr>
            </a:p>
          </p:txBody>
        </p:sp>
        <p:sp>
          <p:nvSpPr>
            <p:cNvPr id="5967" name="Google Shape;5967;p172"/>
            <p:cNvSpPr txBox="1"/>
            <p:nvPr/>
          </p:nvSpPr>
          <p:spPr>
            <a:xfrm>
              <a:off x="3010101" y="24665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sz="800" i="0" u="none" strike="noStrike" cap="none">
                <a:latin typeface="Salesforce Sans"/>
                <a:ea typeface="Salesforce Sans"/>
                <a:cs typeface="Salesforce Sans"/>
                <a:sym typeface="Salesforce Sans"/>
              </a:endParaRPr>
            </a:p>
          </p:txBody>
        </p:sp>
        <p:sp>
          <p:nvSpPr>
            <p:cNvPr id="5968" name="Google Shape;5968;p172"/>
            <p:cNvSpPr txBox="1"/>
            <p:nvPr/>
          </p:nvSpPr>
          <p:spPr>
            <a:xfrm>
              <a:off x="3010101" y="261518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sz="800" i="0" u="none" strike="noStrike" cap="none">
                <a:latin typeface="Salesforce Sans"/>
                <a:ea typeface="Salesforce Sans"/>
                <a:cs typeface="Salesforce Sans"/>
                <a:sym typeface="Salesforce Sans"/>
              </a:endParaRPr>
            </a:p>
          </p:txBody>
        </p:sp>
        <p:sp>
          <p:nvSpPr>
            <p:cNvPr id="5969" name="Google Shape;5969;p172"/>
            <p:cNvSpPr txBox="1"/>
            <p:nvPr/>
          </p:nvSpPr>
          <p:spPr>
            <a:xfrm>
              <a:off x="3010101" y="276379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sz="800" i="0" u="none" strike="noStrike" cap="none">
                <a:latin typeface="Salesforce Sans"/>
                <a:ea typeface="Salesforce Sans"/>
                <a:cs typeface="Salesforce Sans"/>
                <a:sym typeface="Salesforce Sans"/>
              </a:endParaRPr>
            </a:p>
          </p:txBody>
        </p:sp>
        <p:sp>
          <p:nvSpPr>
            <p:cNvPr id="5970" name="Google Shape;5970;p172"/>
            <p:cNvSpPr txBox="1"/>
            <p:nvPr/>
          </p:nvSpPr>
          <p:spPr>
            <a:xfrm>
              <a:off x="3010101" y="291500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sz="800" i="0" u="none" strike="noStrike" cap="none">
                <a:latin typeface="Salesforce Sans"/>
                <a:ea typeface="Salesforce Sans"/>
                <a:cs typeface="Salesforce Sans"/>
                <a:sym typeface="Salesforce Sans"/>
              </a:endParaRPr>
            </a:p>
          </p:txBody>
        </p:sp>
        <p:sp>
          <p:nvSpPr>
            <p:cNvPr id="5971" name="Google Shape;5971;p172"/>
            <p:cNvSpPr txBox="1"/>
            <p:nvPr/>
          </p:nvSpPr>
          <p:spPr>
            <a:xfrm>
              <a:off x="3010099" y="305480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sz="800" i="0" u="none" strike="noStrike" cap="none">
                <a:latin typeface="Salesforce Sans"/>
                <a:ea typeface="Salesforce Sans"/>
                <a:cs typeface="Salesforce Sans"/>
                <a:sym typeface="Salesforce Sans"/>
              </a:endParaRPr>
            </a:p>
          </p:txBody>
        </p:sp>
        <p:sp>
          <p:nvSpPr>
            <p:cNvPr id="5972" name="Google Shape;5972;p172"/>
            <p:cNvSpPr txBox="1"/>
            <p:nvPr/>
          </p:nvSpPr>
          <p:spPr>
            <a:xfrm>
              <a:off x="301010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5973" name="Google Shape;5973;p172"/>
            <p:cNvSpPr/>
            <p:nvPr/>
          </p:nvSpPr>
          <p:spPr>
            <a:xfrm>
              <a:off x="2874053" y="178683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74" name="Google Shape;5974;p172"/>
            <p:cNvSpPr txBox="1"/>
            <p:nvPr/>
          </p:nvSpPr>
          <p:spPr>
            <a:xfrm>
              <a:off x="3010100" y="1923400"/>
              <a:ext cx="2388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5975" name="Google Shape;5975;p172"/>
            <p:cNvSpPr/>
            <p:nvPr/>
          </p:nvSpPr>
          <p:spPr>
            <a:xfrm>
              <a:off x="2874053" y="19418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976" name="Google Shape;5976;p172"/>
            <p:cNvSpPr txBox="1"/>
            <p:nvPr/>
          </p:nvSpPr>
          <p:spPr>
            <a:xfrm>
              <a:off x="301010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5977" name="Google Shape;5977;p172"/>
            <p:cNvSpPr/>
            <p:nvPr/>
          </p:nvSpPr>
          <p:spPr>
            <a:xfrm>
              <a:off x="2874053" y="209685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78" name="Google Shape;5978;p172"/>
            <p:cNvSpPr txBox="1"/>
            <p:nvPr/>
          </p:nvSpPr>
          <p:spPr>
            <a:xfrm>
              <a:off x="301010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5979" name="Google Shape;5979;p172"/>
            <p:cNvSpPr/>
            <p:nvPr/>
          </p:nvSpPr>
          <p:spPr>
            <a:xfrm>
              <a:off x="2874053" y="2257639"/>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80" name="Google Shape;5980;p172"/>
            <p:cNvSpPr/>
            <p:nvPr/>
          </p:nvSpPr>
          <p:spPr>
            <a:xfrm>
              <a:off x="2874053" y="263378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81" name="Google Shape;5981;p172"/>
            <p:cNvSpPr/>
            <p:nvPr/>
          </p:nvSpPr>
          <p:spPr>
            <a:xfrm>
              <a:off x="2874053" y="278239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5982" name="Google Shape;5982;p172"/>
            <p:cNvSpPr/>
            <p:nvPr/>
          </p:nvSpPr>
          <p:spPr>
            <a:xfrm>
              <a:off x="2874053" y="293360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83" name="Google Shape;5983;p172"/>
            <p:cNvSpPr/>
            <p:nvPr/>
          </p:nvSpPr>
          <p:spPr>
            <a:xfrm>
              <a:off x="2874053" y="3073392"/>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84" name="Google Shape;5984;p172"/>
            <p:cNvSpPr/>
            <p:nvPr/>
          </p:nvSpPr>
          <p:spPr>
            <a:xfrm>
              <a:off x="2874053" y="24851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5985" name="Google Shape;5985;p172"/>
            <p:cNvSpPr txBox="1"/>
            <p:nvPr/>
          </p:nvSpPr>
          <p:spPr>
            <a:xfrm>
              <a:off x="46832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986" name="Google Shape;5986;p172"/>
            <p:cNvSpPr txBox="1"/>
            <p:nvPr/>
          </p:nvSpPr>
          <p:spPr>
            <a:xfrm>
              <a:off x="1668097"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987" name="Google Shape;5987;p172"/>
            <p:cNvGrpSpPr/>
            <p:nvPr/>
          </p:nvGrpSpPr>
          <p:grpSpPr>
            <a:xfrm>
              <a:off x="487940" y="1793656"/>
              <a:ext cx="952566" cy="449700"/>
              <a:chOff x="755108" y="1946374"/>
              <a:chExt cx="1322458" cy="449700"/>
            </a:xfrm>
          </p:grpSpPr>
          <p:sp>
            <p:nvSpPr>
              <p:cNvPr id="5988" name="Google Shape;5988;p172"/>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989" name="Google Shape;5989;p172"/>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5990" name="Google Shape;5990;p172"/>
            <p:cNvSpPr txBox="1"/>
            <p:nvPr/>
          </p:nvSpPr>
          <p:spPr>
            <a:xfrm>
              <a:off x="301193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991" name="Google Shape;5991;p172"/>
            <p:cNvSpPr txBox="1"/>
            <p:nvPr/>
          </p:nvSpPr>
          <p:spPr>
            <a:xfrm>
              <a:off x="1668090"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R&amp;D + Product Lifecycle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5992" name="Google Shape;5992;p172"/>
            <p:cNvGrpSpPr/>
            <p:nvPr/>
          </p:nvGrpSpPr>
          <p:grpSpPr>
            <a:xfrm>
              <a:off x="487981" y="3594708"/>
              <a:ext cx="952525" cy="449700"/>
              <a:chOff x="755165" y="1951713"/>
              <a:chExt cx="1322400" cy="449700"/>
            </a:xfrm>
          </p:grpSpPr>
          <p:sp>
            <p:nvSpPr>
              <p:cNvPr id="5993" name="Google Shape;5993;p172"/>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994" name="Google Shape;5994;p172"/>
              <p:cNvSpPr txBox="1"/>
              <p:nvPr/>
            </p:nvSpPr>
            <p:spPr>
              <a:xfrm>
                <a:off x="755177" y="2042366"/>
                <a:ext cx="13101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5995" name="Google Shape;5995;p172"/>
            <p:cNvGrpSpPr/>
            <p:nvPr/>
          </p:nvGrpSpPr>
          <p:grpSpPr>
            <a:xfrm>
              <a:off x="487981" y="2487900"/>
              <a:ext cx="952525" cy="449700"/>
              <a:chOff x="755165" y="1951713"/>
              <a:chExt cx="1322400" cy="449700"/>
            </a:xfrm>
          </p:grpSpPr>
          <p:sp>
            <p:nvSpPr>
              <p:cNvPr id="5996" name="Google Shape;5996;p172"/>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5997" name="Google Shape;5997;p172"/>
              <p:cNvSpPr txBox="1"/>
              <p:nvPr/>
            </p:nvSpPr>
            <p:spPr>
              <a:xfrm>
                <a:off x="761315" y="2114163"/>
                <a:ext cx="1310100" cy="124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998" name="Google Shape;5998;p172"/>
            <p:cNvSpPr txBox="1"/>
            <p:nvPr/>
          </p:nvSpPr>
          <p:spPr>
            <a:xfrm>
              <a:off x="3010101" y="32053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5999" name="Google Shape;5999;p172"/>
            <p:cNvSpPr/>
            <p:nvPr/>
          </p:nvSpPr>
          <p:spPr>
            <a:xfrm>
              <a:off x="2874053" y="322393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6000" name="Google Shape;6000;p172"/>
            <p:cNvGrpSpPr/>
            <p:nvPr/>
          </p:nvGrpSpPr>
          <p:grpSpPr>
            <a:xfrm>
              <a:off x="487981" y="5143496"/>
              <a:ext cx="952525" cy="449700"/>
              <a:chOff x="755165" y="1951713"/>
              <a:chExt cx="1322400" cy="449700"/>
            </a:xfrm>
          </p:grpSpPr>
          <p:sp>
            <p:nvSpPr>
              <p:cNvPr id="6001" name="Google Shape;6001;p172"/>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002" name="Google Shape;6002;p172"/>
              <p:cNvSpPr txBox="1"/>
              <p:nvPr/>
            </p:nvSpPr>
            <p:spPr>
              <a:xfrm>
                <a:off x="761315" y="2114163"/>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6003" name="Google Shape;6003;p172"/>
            <p:cNvGrpSpPr/>
            <p:nvPr/>
          </p:nvGrpSpPr>
          <p:grpSpPr>
            <a:xfrm>
              <a:off x="487981" y="7376208"/>
              <a:ext cx="952525" cy="449700"/>
              <a:chOff x="755165" y="1951713"/>
              <a:chExt cx="1322400" cy="449700"/>
            </a:xfrm>
          </p:grpSpPr>
          <p:sp>
            <p:nvSpPr>
              <p:cNvPr id="6004" name="Google Shape;6004;p172"/>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005" name="Google Shape;6005;p172"/>
              <p:cNvSpPr txBox="1"/>
              <p:nvPr/>
            </p:nvSpPr>
            <p:spPr>
              <a:xfrm>
                <a:off x="761315" y="2114163"/>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6006" name="Google Shape;6006;p172"/>
            <p:cNvSpPr txBox="1"/>
            <p:nvPr/>
          </p:nvSpPr>
          <p:spPr>
            <a:xfrm>
              <a:off x="3010101" y="357261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sz="800" i="0" u="none" strike="noStrike" cap="none">
                <a:latin typeface="Salesforce Sans"/>
                <a:ea typeface="Salesforce Sans"/>
                <a:cs typeface="Salesforce Sans"/>
                <a:sym typeface="Salesforce Sans"/>
              </a:endParaRPr>
            </a:p>
          </p:txBody>
        </p:sp>
        <p:sp>
          <p:nvSpPr>
            <p:cNvPr id="6007" name="Google Shape;6007;p172"/>
            <p:cNvSpPr txBox="1"/>
            <p:nvPr/>
          </p:nvSpPr>
          <p:spPr>
            <a:xfrm>
              <a:off x="3010101" y="372122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i="0" u="none" strike="noStrike" cap="none">
                <a:latin typeface="Salesforce Sans"/>
                <a:ea typeface="Salesforce Sans"/>
                <a:cs typeface="Salesforce Sans"/>
                <a:sym typeface="Salesforce Sans"/>
              </a:endParaRPr>
            </a:p>
          </p:txBody>
        </p:sp>
        <p:sp>
          <p:nvSpPr>
            <p:cNvPr id="6008" name="Google Shape;6008;p172"/>
            <p:cNvSpPr txBox="1"/>
            <p:nvPr/>
          </p:nvSpPr>
          <p:spPr>
            <a:xfrm>
              <a:off x="3010101" y="386983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sz="800" i="0" u="none" strike="noStrike" cap="none">
                <a:latin typeface="Salesforce Sans"/>
                <a:ea typeface="Salesforce Sans"/>
                <a:cs typeface="Salesforce Sans"/>
                <a:sym typeface="Salesforce Sans"/>
              </a:endParaRPr>
            </a:p>
          </p:txBody>
        </p:sp>
        <p:sp>
          <p:nvSpPr>
            <p:cNvPr id="6009" name="Google Shape;6009;p172"/>
            <p:cNvSpPr txBox="1"/>
            <p:nvPr/>
          </p:nvSpPr>
          <p:spPr>
            <a:xfrm>
              <a:off x="3010101" y="402103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sz="800" i="0" u="none" strike="noStrike" cap="none">
                <a:latin typeface="Salesforce Sans"/>
                <a:ea typeface="Salesforce Sans"/>
                <a:cs typeface="Salesforce Sans"/>
                <a:sym typeface="Salesforce Sans"/>
              </a:endParaRPr>
            </a:p>
          </p:txBody>
        </p:sp>
        <p:sp>
          <p:nvSpPr>
            <p:cNvPr id="6010" name="Google Shape;6010;p172"/>
            <p:cNvSpPr txBox="1"/>
            <p:nvPr/>
          </p:nvSpPr>
          <p:spPr>
            <a:xfrm>
              <a:off x="3010101" y="41608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sz="800" i="0" u="none" strike="noStrike" cap="none">
                <a:latin typeface="Salesforce Sans"/>
                <a:ea typeface="Salesforce Sans"/>
                <a:cs typeface="Salesforce Sans"/>
                <a:sym typeface="Salesforce Sans"/>
              </a:endParaRPr>
            </a:p>
          </p:txBody>
        </p:sp>
        <p:sp>
          <p:nvSpPr>
            <p:cNvPr id="6011" name="Google Shape;6011;p172"/>
            <p:cNvSpPr/>
            <p:nvPr/>
          </p:nvSpPr>
          <p:spPr>
            <a:xfrm>
              <a:off x="2874053" y="37398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12" name="Google Shape;6012;p172"/>
            <p:cNvSpPr/>
            <p:nvPr/>
          </p:nvSpPr>
          <p:spPr>
            <a:xfrm>
              <a:off x="2874053" y="388843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13" name="Google Shape;6013;p172"/>
            <p:cNvSpPr/>
            <p:nvPr/>
          </p:nvSpPr>
          <p:spPr>
            <a:xfrm>
              <a:off x="2874053" y="403963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14" name="Google Shape;6014;p172"/>
            <p:cNvSpPr/>
            <p:nvPr/>
          </p:nvSpPr>
          <p:spPr>
            <a:xfrm>
              <a:off x="2874053" y="417942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15" name="Google Shape;6015;p172"/>
            <p:cNvSpPr/>
            <p:nvPr/>
          </p:nvSpPr>
          <p:spPr>
            <a:xfrm>
              <a:off x="2874053" y="35912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16" name="Google Shape;6016;p172"/>
            <p:cNvSpPr txBox="1"/>
            <p:nvPr/>
          </p:nvSpPr>
          <p:spPr>
            <a:xfrm>
              <a:off x="3010101" y="43113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6017" name="Google Shape;6017;p172"/>
            <p:cNvSpPr txBox="1"/>
            <p:nvPr/>
          </p:nvSpPr>
          <p:spPr>
            <a:xfrm>
              <a:off x="3010099" y="4462588"/>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sz="800" i="0" u="none" strike="noStrike" cap="none">
                <a:latin typeface="Salesforce Sans"/>
                <a:ea typeface="Salesforce Sans"/>
                <a:cs typeface="Salesforce Sans"/>
                <a:sym typeface="Salesforce Sans"/>
              </a:endParaRPr>
            </a:p>
          </p:txBody>
        </p:sp>
        <p:sp>
          <p:nvSpPr>
            <p:cNvPr id="6018" name="Google Shape;6018;p172"/>
            <p:cNvSpPr txBox="1"/>
            <p:nvPr/>
          </p:nvSpPr>
          <p:spPr>
            <a:xfrm>
              <a:off x="3010099" y="4602363"/>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sz="800" i="0" u="none" strike="noStrike" cap="none">
                <a:latin typeface="Salesforce Sans"/>
                <a:ea typeface="Salesforce Sans"/>
                <a:cs typeface="Salesforce Sans"/>
                <a:sym typeface="Salesforce Sans"/>
              </a:endParaRPr>
            </a:p>
          </p:txBody>
        </p:sp>
        <p:sp>
          <p:nvSpPr>
            <p:cNvPr id="6019" name="Google Shape;6019;p172"/>
            <p:cNvSpPr/>
            <p:nvPr/>
          </p:nvSpPr>
          <p:spPr>
            <a:xfrm>
              <a:off x="2874053" y="432997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20" name="Google Shape;6020;p172"/>
            <p:cNvSpPr/>
            <p:nvPr/>
          </p:nvSpPr>
          <p:spPr>
            <a:xfrm>
              <a:off x="2874053" y="448118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21" name="Google Shape;6021;p172"/>
            <p:cNvSpPr/>
            <p:nvPr/>
          </p:nvSpPr>
          <p:spPr>
            <a:xfrm>
              <a:off x="2874053" y="462097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22" name="Google Shape;6022;p172"/>
            <p:cNvSpPr txBox="1"/>
            <p:nvPr/>
          </p:nvSpPr>
          <p:spPr>
            <a:xfrm>
              <a:off x="3010101" y="47390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sz="800" i="0" u="none" strike="noStrike" cap="none">
                <a:latin typeface="Salesforce Sans"/>
                <a:ea typeface="Salesforce Sans"/>
                <a:cs typeface="Salesforce Sans"/>
                <a:sym typeface="Salesforce Sans"/>
              </a:endParaRPr>
            </a:p>
          </p:txBody>
        </p:sp>
        <p:sp>
          <p:nvSpPr>
            <p:cNvPr id="6023" name="Google Shape;6023;p172"/>
            <p:cNvSpPr/>
            <p:nvPr/>
          </p:nvSpPr>
          <p:spPr>
            <a:xfrm>
              <a:off x="2874053" y="47576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24" name="Google Shape;6024;p172"/>
            <p:cNvSpPr txBox="1"/>
            <p:nvPr/>
          </p:nvSpPr>
          <p:spPr>
            <a:xfrm>
              <a:off x="3016756" y="4885338"/>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025" name="Google Shape;6025;p172"/>
            <p:cNvSpPr txBox="1"/>
            <p:nvPr/>
          </p:nvSpPr>
          <p:spPr>
            <a:xfrm>
              <a:off x="3010101" y="51090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sz="800" i="0" u="none" strike="noStrike" cap="none">
                <a:latin typeface="Salesforce Sans"/>
                <a:ea typeface="Salesforce Sans"/>
                <a:cs typeface="Salesforce Sans"/>
                <a:sym typeface="Salesforce Sans"/>
              </a:endParaRPr>
            </a:p>
          </p:txBody>
        </p:sp>
        <p:sp>
          <p:nvSpPr>
            <p:cNvPr id="6026" name="Google Shape;6026;p172"/>
            <p:cNvSpPr txBox="1"/>
            <p:nvPr/>
          </p:nvSpPr>
          <p:spPr>
            <a:xfrm>
              <a:off x="3010100" y="5257700"/>
              <a:ext cx="1785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sz="800" i="0" u="none" strike="noStrike" cap="none">
                <a:latin typeface="Salesforce Sans"/>
                <a:ea typeface="Salesforce Sans"/>
                <a:cs typeface="Salesforce Sans"/>
                <a:sym typeface="Salesforce Sans"/>
              </a:endParaRPr>
            </a:p>
          </p:txBody>
        </p:sp>
        <p:sp>
          <p:nvSpPr>
            <p:cNvPr id="6027" name="Google Shape;6027;p172"/>
            <p:cNvSpPr txBox="1"/>
            <p:nvPr/>
          </p:nvSpPr>
          <p:spPr>
            <a:xfrm>
              <a:off x="3010100" y="5406325"/>
              <a:ext cx="1958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sz="800" i="0" u="none" strike="noStrike" cap="none">
                <a:latin typeface="Salesforce Sans"/>
                <a:ea typeface="Salesforce Sans"/>
                <a:cs typeface="Salesforce Sans"/>
                <a:sym typeface="Salesforce Sans"/>
              </a:endParaRPr>
            </a:p>
          </p:txBody>
        </p:sp>
        <p:sp>
          <p:nvSpPr>
            <p:cNvPr id="6028" name="Google Shape;6028;p172"/>
            <p:cNvSpPr txBox="1"/>
            <p:nvPr/>
          </p:nvSpPr>
          <p:spPr>
            <a:xfrm>
              <a:off x="3010100" y="5557525"/>
              <a:ext cx="1935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sz="800" i="0" u="none" strike="noStrike" cap="none">
                <a:latin typeface="Salesforce Sans"/>
                <a:ea typeface="Salesforce Sans"/>
                <a:cs typeface="Salesforce Sans"/>
                <a:sym typeface="Salesforce Sans"/>
              </a:endParaRPr>
            </a:p>
          </p:txBody>
        </p:sp>
        <p:sp>
          <p:nvSpPr>
            <p:cNvPr id="6029" name="Google Shape;6029;p172"/>
            <p:cNvSpPr txBox="1"/>
            <p:nvPr/>
          </p:nvSpPr>
          <p:spPr>
            <a:xfrm>
              <a:off x="3010101" y="569731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sz="800" i="0" u="none" strike="noStrike" cap="none">
                <a:latin typeface="Salesforce Sans"/>
                <a:ea typeface="Salesforce Sans"/>
                <a:cs typeface="Salesforce Sans"/>
                <a:sym typeface="Salesforce Sans"/>
              </a:endParaRPr>
            </a:p>
          </p:txBody>
        </p:sp>
        <p:sp>
          <p:nvSpPr>
            <p:cNvPr id="6030" name="Google Shape;6030;p172"/>
            <p:cNvSpPr/>
            <p:nvPr/>
          </p:nvSpPr>
          <p:spPr>
            <a:xfrm>
              <a:off x="2874053" y="52763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31" name="Google Shape;6031;p172"/>
            <p:cNvSpPr/>
            <p:nvPr/>
          </p:nvSpPr>
          <p:spPr>
            <a:xfrm>
              <a:off x="2874053" y="54249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32" name="Google Shape;6032;p172"/>
            <p:cNvSpPr/>
            <p:nvPr/>
          </p:nvSpPr>
          <p:spPr>
            <a:xfrm>
              <a:off x="2874053" y="55761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33" name="Google Shape;6033;p172"/>
            <p:cNvSpPr/>
            <p:nvPr/>
          </p:nvSpPr>
          <p:spPr>
            <a:xfrm>
              <a:off x="2874053" y="57159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34" name="Google Shape;6034;p172"/>
            <p:cNvSpPr/>
            <p:nvPr/>
          </p:nvSpPr>
          <p:spPr>
            <a:xfrm>
              <a:off x="2874053" y="51276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35" name="Google Shape;6035;p172"/>
            <p:cNvSpPr txBox="1"/>
            <p:nvPr/>
          </p:nvSpPr>
          <p:spPr>
            <a:xfrm>
              <a:off x="3010101" y="58478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6036" name="Google Shape;6036;p172"/>
            <p:cNvSpPr/>
            <p:nvPr/>
          </p:nvSpPr>
          <p:spPr>
            <a:xfrm>
              <a:off x="2874053" y="58664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37" name="Google Shape;6037;p172"/>
            <p:cNvSpPr txBox="1"/>
            <p:nvPr/>
          </p:nvSpPr>
          <p:spPr>
            <a:xfrm>
              <a:off x="3010099" y="622162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sz="800" i="0" u="none" strike="noStrike" cap="none">
                <a:latin typeface="Salesforce Sans"/>
                <a:ea typeface="Salesforce Sans"/>
                <a:cs typeface="Salesforce Sans"/>
                <a:sym typeface="Salesforce Sans"/>
              </a:endParaRPr>
            </a:p>
          </p:txBody>
        </p:sp>
        <p:sp>
          <p:nvSpPr>
            <p:cNvPr id="6038" name="Google Shape;6038;p172"/>
            <p:cNvSpPr txBox="1"/>
            <p:nvPr/>
          </p:nvSpPr>
          <p:spPr>
            <a:xfrm>
              <a:off x="3010099" y="637023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sz="800" i="0" u="none" strike="noStrike" cap="none">
                <a:latin typeface="Salesforce Sans"/>
                <a:ea typeface="Salesforce Sans"/>
                <a:cs typeface="Salesforce Sans"/>
                <a:sym typeface="Salesforce Sans"/>
              </a:endParaRPr>
            </a:p>
          </p:txBody>
        </p:sp>
        <p:sp>
          <p:nvSpPr>
            <p:cNvPr id="6039" name="Google Shape;6039;p172"/>
            <p:cNvSpPr txBox="1"/>
            <p:nvPr/>
          </p:nvSpPr>
          <p:spPr>
            <a:xfrm>
              <a:off x="3010099" y="651884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sz="800" i="0" u="none" strike="noStrike" cap="none">
                <a:latin typeface="Salesforce Sans"/>
                <a:ea typeface="Salesforce Sans"/>
                <a:cs typeface="Salesforce Sans"/>
                <a:sym typeface="Salesforce Sans"/>
              </a:endParaRPr>
            </a:p>
          </p:txBody>
        </p:sp>
        <p:sp>
          <p:nvSpPr>
            <p:cNvPr id="6040" name="Google Shape;6040;p172"/>
            <p:cNvSpPr txBox="1"/>
            <p:nvPr/>
          </p:nvSpPr>
          <p:spPr>
            <a:xfrm>
              <a:off x="3010099" y="667004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sz="800" i="0" u="none" strike="noStrike" cap="none">
                <a:latin typeface="Salesforce Sans"/>
                <a:ea typeface="Salesforce Sans"/>
                <a:cs typeface="Salesforce Sans"/>
                <a:sym typeface="Salesforce Sans"/>
              </a:endParaRPr>
            </a:p>
          </p:txBody>
        </p:sp>
        <p:sp>
          <p:nvSpPr>
            <p:cNvPr id="6041" name="Google Shape;6041;p172"/>
            <p:cNvSpPr txBox="1"/>
            <p:nvPr/>
          </p:nvSpPr>
          <p:spPr>
            <a:xfrm>
              <a:off x="3010099" y="6809833"/>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sz="800" i="0" u="none" strike="noStrike" cap="none">
                <a:latin typeface="Salesforce Sans"/>
                <a:ea typeface="Salesforce Sans"/>
                <a:cs typeface="Salesforce Sans"/>
                <a:sym typeface="Salesforce Sans"/>
              </a:endParaRPr>
            </a:p>
          </p:txBody>
        </p:sp>
        <p:sp>
          <p:nvSpPr>
            <p:cNvPr id="6042" name="Google Shape;6042;p172"/>
            <p:cNvSpPr/>
            <p:nvPr/>
          </p:nvSpPr>
          <p:spPr>
            <a:xfrm>
              <a:off x="2874053" y="63888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43" name="Google Shape;6043;p172"/>
            <p:cNvSpPr/>
            <p:nvPr/>
          </p:nvSpPr>
          <p:spPr>
            <a:xfrm>
              <a:off x="2874053" y="65374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44" name="Google Shape;6044;p172"/>
            <p:cNvSpPr/>
            <p:nvPr/>
          </p:nvSpPr>
          <p:spPr>
            <a:xfrm>
              <a:off x="2874053" y="66886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45" name="Google Shape;6045;p172"/>
            <p:cNvSpPr/>
            <p:nvPr/>
          </p:nvSpPr>
          <p:spPr>
            <a:xfrm>
              <a:off x="2874053" y="68284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46" name="Google Shape;6046;p172"/>
            <p:cNvSpPr/>
            <p:nvPr/>
          </p:nvSpPr>
          <p:spPr>
            <a:xfrm>
              <a:off x="2874053" y="62402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47" name="Google Shape;6047;p172"/>
            <p:cNvSpPr txBox="1"/>
            <p:nvPr/>
          </p:nvSpPr>
          <p:spPr>
            <a:xfrm>
              <a:off x="3010099" y="696037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6048" name="Google Shape;6048;p172"/>
            <p:cNvSpPr/>
            <p:nvPr/>
          </p:nvSpPr>
          <p:spPr>
            <a:xfrm>
              <a:off x="2874053" y="69789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49" name="Google Shape;6049;p172"/>
            <p:cNvSpPr txBox="1"/>
            <p:nvPr/>
          </p:nvSpPr>
          <p:spPr>
            <a:xfrm>
              <a:off x="3016756" y="5994125"/>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050" name="Google Shape;6050;p172"/>
            <p:cNvSpPr txBox="1"/>
            <p:nvPr/>
          </p:nvSpPr>
          <p:spPr>
            <a:xfrm>
              <a:off x="3016756" y="7129550"/>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051" name="Google Shape;6051;p172"/>
            <p:cNvSpPr txBox="1"/>
            <p:nvPr/>
          </p:nvSpPr>
          <p:spPr>
            <a:xfrm>
              <a:off x="3010099" y="795313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sz="800" i="0" u="none" strike="noStrike" cap="none">
                <a:latin typeface="Salesforce Sans"/>
                <a:ea typeface="Salesforce Sans"/>
                <a:cs typeface="Salesforce Sans"/>
                <a:sym typeface="Salesforce Sans"/>
              </a:endParaRPr>
            </a:p>
          </p:txBody>
        </p:sp>
        <p:sp>
          <p:nvSpPr>
            <p:cNvPr id="6052" name="Google Shape;6052;p172"/>
            <p:cNvSpPr txBox="1"/>
            <p:nvPr/>
          </p:nvSpPr>
          <p:spPr>
            <a:xfrm>
              <a:off x="3010099" y="810174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sz="800" i="0" u="none" strike="noStrike" cap="none">
                <a:latin typeface="Salesforce Sans"/>
                <a:ea typeface="Salesforce Sans"/>
                <a:cs typeface="Salesforce Sans"/>
                <a:sym typeface="Salesforce Sans"/>
              </a:endParaRPr>
            </a:p>
          </p:txBody>
        </p:sp>
        <p:sp>
          <p:nvSpPr>
            <p:cNvPr id="6053" name="Google Shape;6053;p172"/>
            <p:cNvSpPr txBox="1"/>
            <p:nvPr/>
          </p:nvSpPr>
          <p:spPr>
            <a:xfrm>
              <a:off x="3010099" y="825035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sz="800" i="0" u="none" strike="noStrike" cap="none">
                <a:latin typeface="Salesforce Sans"/>
                <a:ea typeface="Salesforce Sans"/>
                <a:cs typeface="Salesforce Sans"/>
                <a:sym typeface="Salesforce Sans"/>
              </a:endParaRPr>
            </a:p>
          </p:txBody>
        </p:sp>
        <p:sp>
          <p:nvSpPr>
            <p:cNvPr id="6054" name="Google Shape;6054;p172"/>
            <p:cNvSpPr txBox="1"/>
            <p:nvPr/>
          </p:nvSpPr>
          <p:spPr>
            <a:xfrm>
              <a:off x="3010099" y="84015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sz="800" i="0" u="none" strike="noStrike" cap="none">
                <a:latin typeface="Salesforce Sans"/>
                <a:ea typeface="Salesforce Sans"/>
                <a:cs typeface="Salesforce Sans"/>
                <a:sym typeface="Salesforce Sans"/>
              </a:endParaRPr>
            </a:p>
          </p:txBody>
        </p:sp>
        <p:sp>
          <p:nvSpPr>
            <p:cNvPr id="6055" name="Google Shape;6055;p172"/>
            <p:cNvSpPr txBox="1"/>
            <p:nvPr/>
          </p:nvSpPr>
          <p:spPr>
            <a:xfrm>
              <a:off x="3010099" y="8541346"/>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sz="800" i="0" u="none" strike="noStrike" cap="none">
                <a:latin typeface="Salesforce Sans"/>
                <a:ea typeface="Salesforce Sans"/>
                <a:cs typeface="Salesforce Sans"/>
                <a:sym typeface="Salesforce Sans"/>
              </a:endParaRPr>
            </a:p>
          </p:txBody>
        </p:sp>
        <p:sp>
          <p:nvSpPr>
            <p:cNvPr id="6056" name="Google Shape;6056;p172"/>
            <p:cNvSpPr/>
            <p:nvPr/>
          </p:nvSpPr>
          <p:spPr>
            <a:xfrm>
              <a:off x="2874053" y="8120345"/>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57" name="Google Shape;6057;p172"/>
            <p:cNvSpPr/>
            <p:nvPr/>
          </p:nvSpPr>
          <p:spPr>
            <a:xfrm>
              <a:off x="2874053" y="82689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58" name="Google Shape;6058;p172"/>
            <p:cNvSpPr/>
            <p:nvPr/>
          </p:nvSpPr>
          <p:spPr>
            <a:xfrm>
              <a:off x="2874053" y="84201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59" name="Google Shape;6059;p172"/>
            <p:cNvSpPr/>
            <p:nvPr/>
          </p:nvSpPr>
          <p:spPr>
            <a:xfrm>
              <a:off x="2874053" y="85599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60" name="Google Shape;6060;p172"/>
            <p:cNvSpPr/>
            <p:nvPr/>
          </p:nvSpPr>
          <p:spPr>
            <a:xfrm>
              <a:off x="2874053" y="797173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61" name="Google Shape;6061;p172"/>
            <p:cNvSpPr txBox="1"/>
            <p:nvPr/>
          </p:nvSpPr>
          <p:spPr>
            <a:xfrm>
              <a:off x="3010099" y="869189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6062" name="Google Shape;6062;p172"/>
            <p:cNvSpPr/>
            <p:nvPr/>
          </p:nvSpPr>
          <p:spPr>
            <a:xfrm>
              <a:off x="2874053" y="87105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63" name="Google Shape;6063;p172"/>
            <p:cNvSpPr txBox="1"/>
            <p:nvPr/>
          </p:nvSpPr>
          <p:spPr>
            <a:xfrm>
              <a:off x="3016756" y="8861063"/>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064" name="Google Shape;6064;p172"/>
            <p:cNvSpPr txBox="1"/>
            <p:nvPr/>
          </p:nvSpPr>
          <p:spPr>
            <a:xfrm>
              <a:off x="3010099" y="735285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6065" name="Google Shape;6065;p172"/>
            <p:cNvSpPr txBox="1"/>
            <p:nvPr/>
          </p:nvSpPr>
          <p:spPr>
            <a:xfrm>
              <a:off x="3010099" y="750145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sz="800" i="0" u="none" strike="noStrike" cap="none">
                <a:latin typeface="Salesforce Sans"/>
                <a:ea typeface="Salesforce Sans"/>
                <a:cs typeface="Salesforce Sans"/>
                <a:sym typeface="Salesforce Sans"/>
              </a:endParaRPr>
            </a:p>
          </p:txBody>
        </p:sp>
        <p:sp>
          <p:nvSpPr>
            <p:cNvPr id="6066" name="Google Shape;6066;p172"/>
            <p:cNvSpPr txBox="1"/>
            <p:nvPr/>
          </p:nvSpPr>
          <p:spPr>
            <a:xfrm>
              <a:off x="3010099" y="765006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i="0" u="none" strike="noStrike" cap="none">
                <a:latin typeface="Salesforce Sans"/>
                <a:ea typeface="Salesforce Sans"/>
                <a:cs typeface="Salesforce Sans"/>
                <a:sym typeface="Salesforce Sans"/>
              </a:endParaRPr>
            </a:p>
          </p:txBody>
        </p:sp>
        <p:sp>
          <p:nvSpPr>
            <p:cNvPr id="6067" name="Google Shape;6067;p172"/>
            <p:cNvSpPr txBox="1"/>
            <p:nvPr/>
          </p:nvSpPr>
          <p:spPr>
            <a:xfrm>
              <a:off x="3010099" y="780127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i="0" u="none" strike="noStrike" cap="none">
                <a:latin typeface="Salesforce Sans"/>
                <a:ea typeface="Salesforce Sans"/>
                <a:cs typeface="Salesforce Sans"/>
                <a:sym typeface="Salesforce Sans"/>
              </a:endParaRPr>
            </a:p>
          </p:txBody>
        </p:sp>
        <p:sp>
          <p:nvSpPr>
            <p:cNvPr id="6068" name="Google Shape;6068;p172"/>
            <p:cNvSpPr/>
            <p:nvPr/>
          </p:nvSpPr>
          <p:spPr>
            <a:xfrm>
              <a:off x="2874053" y="75200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69" name="Google Shape;6069;p172"/>
            <p:cNvSpPr/>
            <p:nvPr/>
          </p:nvSpPr>
          <p:spPr>
            <a:xfrm>
              <a:off x="2874053" y="766866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70" name="Google Shape;6070;p172"/>
            <p:cNvSpPr/>
            <p:nvPr/>
          </p:nvSpPr>
          <p:spPr>
            <a:xfrm>
              <a:off x="2874053" y="781987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71" name="Google Shape;6071;p172"/>
            <p:cNvSpPr/>
            <p:nvPr/>
          </p:nvSpPr>
          <p:spPr>
            <a:xfrm>
              <a:off x="2874053" y="73714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grpSp>
        <p:nvGrpSpPr>
          <p:cNvPr id="6072" name="Google Shape;6072;p172"/>
          <p:cNvGrpSpPr/>
          <p:nvPr/>
        </p:nvGrpSpPr>
        <p:grpSpPr>
          <a:xfrm>
            <a:off x="7088611" y="1752600"/>
            <a:ext cx="5094171" cy="6865800"/>
            <a:chOff x="5821379" y="1524000"/>
            <a:chExt cx="5094171" cy="6865800"/>
          </a:xfrm>
        </p:grpSpPr>
        <p:sp>
          <p:nvSpPr>
            <p:cNvPr id="6073" name="Google Shape;6073;p172"/>
            <p:cNvSpPr txBox="1"/>
            <p:nvPr/>
          </p:nvSpPr>
          <p:spPr>
            <a:xfrm>
              <a:off x="8363151" y="2399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6074" name="Google Shape;6074;p172"/>
            <p:cNvSpPr txBox="1"/>
            <p:nvPr/>
          </p:nvSpPr>
          <p:spPr>
            <a:xfrm>
              <a:off x="8363151" y="25485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6075" name="Google Shape;6075;p172"/>
            <p:cNvSpPr txBox="1"/>
            <p:nvPr/>
          </p:nvSpPr>
          <p:spPr>
            <a:xfrm>
              <a:off x="8363151" y="26971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sz="800" i="0" u="none" strike="noStrike" cap="none">
                <a:latin typeface="Salesforce Sans"/>
                <a:ea typeface="Salesforce Sans"/>
                <a:cs typeface="Salesforce Sans"/>
                <a:sym typeface="Salesforce Sans"/>
              </a:endParaRPr>
            </a:p>
          </p:txBody>
        </p:sp>
        <p:sp>
          <p:nvSpPr>
            <p:cNvPr id="6076" name="Google Shape;6076;p172"/>
            <p:cNvSpPr txBox="1"/>
            <p:nvPr/>
          </p:nvSpPr>
          <p:spPr>
            <a:xfrm>
              <a:off x="8363151" y="28483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sz="800" i="0" u="none" strike="noStrike" cap="none">
                <a:latin typeface="Salesforce Sans"/>
                <a:ea typeface="Salesforce Sans"/>
                <a:cs typeface="Salesforce Sans"/>
                <a:sym typeface="Salesforce Sans"/>
              </a:endParaRPr>
            </a:p>
          </p:txBody>
        </p:sp>
        <p:sp>
          <p:nvSpPr>
            <p:cNvPr id="6077" name="Google Shape;6077;p172"/>
            <p:cNvSpPr txBox="1"/>
            <p:nvPr/>
          </p:nvSpPr>
          <p:spPr>
            <a:xfrm>
              <a:off x="8363149" y="298812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sz="800" i="0" u="none" strike="noStrike" cap="none">
                <a:latin typeface="Salesforce Sans"/>
                <a:ea typeface="Salesforce Sans"/>
                <a:cs typeface="Salesforce Sans"/>
                <a:sym typeface="Salesforce Sans"/>
              </a:endParaRPr>
            </a:p>
          </p:txBody>
        </p:sp>
        <p:sp>
          <p:nvSpPr>
            <p:cNvPr id="6078" name="Google Shape;6078;p172"/>
            <p:cNvSpPr txBox="1"/>
            <p:nvPr/>
          </p:nvSpPr>
          <p:spPr>
            <a:xfrm>
              <a:off x="836315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6079" name="Google Shape;6079;p172"/>
            <p:cNvSpPr/>
            <p:nvPr/>
          </p:nvSpPr>
          <p:spPr>
            <a:xfrm>
              <a:off x="8227103" y="17868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80" name="Google Shape;6080;p172"/>
            <p:cNvSpPr txBox="1"/>
            <p:nvPr/>
          </p:nvSpPr>
          <p:spPr>
            <a:xfrm>
              <a:off x="8363150" y="1923400"/>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6081" name="Google Shape;6081;p172"/>
            <p:cNvSpPr/>
            <p:nvPr/>
          </p:nvSpPr>
          <p:spPr>
            <a:xfrm>
              <a:off x="8227103" y="19418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82" name="Google Shape;6082;p172"/>
            <p:cNvSpPr txBox="1"/>
            <p:nvPr/>
          </p:nvSpPr>
          <p:spPr>
            <a:xfrm>
              <a:off x="836315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6083" name="Google Shape;6083;p172"/>
            <p:cNvSpPr/>
            <p:nvPr/>
          </p:nvSpPr>
          <p:spPr>
            <a:xfrm>
              <a:off x="8227103" y="209685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84" name="Google Shape;6084;p172"/>
            <p:cNvSpPr txBox="1"/>
            <p:nvPr/>
          </p:nvSpPr>
          <p:spPr>
            <a:xfrm>
              <a:off x="836315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6085" name="Google Shape;6085;p172"/>
            <p:cNvSpPr/>
            <p:nvPr/>
          </p:nvSpPr>
          <p:spPr>
            <a:xfrm>
              <a:off x="8227103" y="22576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86" name="Google Shape;6086;p172"/>
            <p:cNvSpPr/>
            <p:nvPr/>
          </p:nvSpPr>
          <p:spPr>
            <a:xfrm>
              <a:off x="8227103" y="2567108"/>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87" name="Google Shape;6087;p172"/>
            <p:cNvSpPr/>
            <p:nvPr/>
          </p:nvSpPr>
          <p:spPr>
            <a:xfrm>
              <a:off x="8227103" y="271571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088" name="Google Shape;6088;p172"/>
            <p:cNvSpPr/>
            <p:nvPr/>
          </p:nvSpPr>
          <p:spPr>
            <a:xfrm>
              <a:off x="8227103" y="286692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89" name="Google Shape;6089;p172"/>
            <p:cNvSpPr/>
            <p:nvPr/>
          </p:nvSpPr>
          <p:spPr>
            <a:xfrm>
              <a:off x="8227103" y="300671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90" name="Google Shape;6090;p172"/>
            <p:cNvSpPr/>
            <p:nvPr/>
          </p:nvSpPr>
          <p:spPr>
            <a:xfrm>
              <a:off x="8227103" y="241849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091" name="Google Shape;6091;p172"/>
            <p:cNvSpPr txBox="1"/>
            <p:nvPr/>
          </p:nvSpPr>
          <p:spPr>
            <a:xfrm>
              <a:off x="5821379"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092" name="Google Shape;6092;p172"/>
            <p:cNvSpPr txBox="1"/>
            <p:nvPr/>
          </p:nvSpPr>
          <p:spPr>
            <a:xfrm>
              <a:off x="7021147"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093" name="Google Shape;6093;p172"/>
            <p:cNvGrpSpPr/>
            <p:nvPr/>
          </p:nvGrpSpPr>
          <p:grpSpPr>
            <a:xfrm>
              <a:off x="5840990" y="1793656"/>
              <a:ext cx="952541" cy="449700"/>
              <a:chOff x="5812280" y="1793656"/>
              <a:chExt cx="952541" cy="449700"/>
            </a:xfrm>
          </p:grpSpPr>
          <p:sp>
            <p:nvSpPr>
              <p:cNvPr id="6094" name="Google Shape;6094;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095" name="Google Shape;6095;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6096" name="Google Shape;6096;p172"/>
            <p:cNvSpPr txBox="1"/>
            <p:nvPr/>
          </p:nvSpPr>
          <p:spPr>
            <a:xfrm>
              <a:off x="836498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097" name="Google Shape;6097;p172"/>
            <p:cNvSpPr txBox="1"/>
            <p:nvPr/>
          </p:nvSpPr>
          <p:spPr>
            <a:xfrm>
              <a:off x="7021140" y="1771825"/>
              <a:ext cx="1022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Sales &amp; Marketing </a:t>
              </a:r>
              <a:endParaRPr sz="900" b="1">
                <a:solidFill>
                  <a:srgbClr val="066AFE"/>
                </a:solidFill>
                <a:latin typeface="Salesforce Sans"/>
                <a:ea typeface="Salesforce Sans"/>
                <a:cs typeface="Salesforce Sans"/>
                <a:sym typeface="Salesforce Sans"/>
              </a:endParaRPr>
            </a:p>
          </p:txBody>
        </p:sp>
        <p:sp>
          <p:nvSpPr>
            <p:cNvPr id="6098" name="Google Shape;6098;p172"/>
            <p:cNvSpPr txBox="1"/>
            <p:nvPr/>
          </p:nvSpPr>
          <p:spPr>
            <a:xfrm>
              <a:off x="8363151" y="31386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sz="800" i="0" u="none" strike="noStrike" cap="none">
                <a:latin typeface="Salesforce Sans"/>
                <a:ea typeface="Salesforce Sans"/>
                <a:cs typeface="Salesforce Sans"/>
                <a:sym typeface="Salesforce Sans"/>
              </a:endParaRPr>
            </a:p>
          </p:txBody>
        </p:sp>
        <p:sp>
          <p:nvSpPr>
            <p:cNvPr id="6099" name="Google Shape;6099;p172"/>
            <p:cNvSpPr/>
            <p:nvPr/>
          </p:nvSpPr>
          <p:spPr>
            <a:xfrm>
              <a:off x="8227103" y="315726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00" name="Google Shape;6100;p172"/>
            <p:cNvSpPr txBox="1"/>
            <p:nvPr/>
          </p:nvSpPr>
          <p:spPr>
            <a:xfrm>
              <a:off x="8363151" y="328686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sz="800" i="0" u="none" strike="noStrike" cap="none">
                <a:latin typeface="Salesforce Sans"/>
                <a:ea typeface="Salesforce Sans"/>
                <a:cs typeface="Salesforce Sans"/>
                <a:sym typeface="Salesforce Sans"/>
              </a:endParaRPr>
            </a:p>
          </p:txBody>
        </p:sp>
        <p:sp>
          <p:nvSpPr>
            <p:cNvPr id="6101" name="Google Shape;6101;p172"/>
            <p:cNvSpPr txBox="1"/>
            <p:nvPr/>
          </p:nvSpPr>
          <p:spPr>
            <a:xfrm>
              <a:off x="8363151" y="343547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sz="800" i="0" u="none" strike="noStrike" cap="none">
                <a:latin typeface="Salesforce Sans"/>
                <a:ea typeface="Salesforce Sans"/>
                <a:cs typeface="Salesforce Sans"/>
                <a:sym typeface="Salesforce Sans"/>
              </a:endParaRPr>
            </a:p>
          </p:txBody>
        </p:sp>
        <p:sp>
          <p:nvSpPr>
            <p:cNvPr id="6102" name="Google Shape;6102;p172"/>
            <p:cNvSpPr txBox="1"/>
            <p:nvPr/>
          </p:nvSpPr>
          <p:spPr>
            <a:xfrm>
              <a:off x="8363151" y="35840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sz="800" i="0" u="none" strike="noStrike" cap="none">
                <a:latin typeface="Salesforce Sans"/>
                <a:ea typeface="Salesforce Sans"/>
                <a:cs typeface="Salesforce Sans"/>
                <a:sym typeface="Salesforce Sans"/>
              </a:endParaRPr>
            </a:p>
          </p:txBody>
        </p:sp>
        <p:sp>
          <p:nvSpPr>
            <p:cNvPr id="6103" name="Google Shape;6103;p172"/>
            <p:cNvSpPr txBox="1"/>
            <p:nvPr/>
          </p:nvSpPr>
          <p:spPr>
            <a:xfrm>
              <a:off x="8363151" y="37352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sz="800" i="0" u="none" strike="noStrike" cap="none">
                <a:latin typeface="Salesforce Sans"/>
                <a:ea typeface="Salesforce Sans"/>
                <a:cs typeface="Salesforce Sans"/>
                <a:sym typeface="Salesforce Sans"/>
              </a:endParaRPr>
            </a:p>
          </p:txBody>
        </p:sp>
        <p:sp>
          <p:nvSpPr>
            <p:cNvPr id="6104" name="Google Shape;6104;p172"/>
            <p:cNvSpPr txBox="1"/>
            <p:nvPr/>
          </p:nvSpPr>
          <p:spPr>
            <a:xfrm>
              <a:off x="8363149" y="38750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sz="800" i="0" u="none" strike="noStrike" cap="none">
                <a:latin typeface="Salesforce Sans"/>
                <a:ea typeface="Salesforce Sans"/>
                <a:cs typeface="Salesforce Sans"/>
                <a:sym typeface="Salesforce Sans"/>
              </a:endParaRPr>
            </a:p>
          </p:txBody>
        </p:sp>
        <p:sp>
          <p:nvSpPr>
            <p:cNvPr id="6105" name="Google Shape;6105;p172"/>
            <p:cNvSpPr/>
            <p:nvPr/>
          </p:nvSpPr>
          <p:spPr>
            <a:xfrm>
              <a:off x="8227103" y="34540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06" name="Google Shape;6106;p172"/>
            <p:cNvSpPr/>
            <p:nvPr/>
          </p:nvSpPr>
          <p:spPr>
            <a:xfrm>
              <a:off x="8227103" y="36026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07" name="Google Shape;6107;p172"/>
            <p:cNvSpPr/>
            <p:nvPr/>
          </p:nvSpPr>
          <p:spPr>
            <a:xfrm>
              <a:off x="8227103" y="37538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08" name="Google Shape;6108;p172"/>
            <p:cNvSpPr/>
            <p:nvPr/>
          </p:nvSpPr>
          <p:spPr>
            <a:xfrm>
              <a:off x="8227103" y="38936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09" name="Google Shape;6109;p172"/>
            <p:cNvSpPr/>
            <p:nvPr/>
          </p:nvSpPr>
          <p:spPr>
            <a:xfrm>
              <a:off x="8227103" y="33054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10" name="Google Shape;6110;p172"/>
            <p:cNvSpPr txBox="1"/>
            <p:nvPr/>
          </p:nvSpPr>
          <p:spPr>
            <a:xfrm>
              <a:off x="8363151" y="40256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sz="800" i="0" u="none" strike="noStrike" cap="none">
                <a:latin typeface="Salesforce Sans"/>
                <a:ea typeface="Salesforce Sans"/>
                <a:cs typeface="Salesforce Sans"/>
                <a:sym typeface="Salesforce Sans"/>
              </a:endParaRPr>
            </a:p>
          </p:txBody>
        </p:sp>
        <p:sp>
          <p:nvSpPr>
            <p:cNvPr id="6111" name="Google Shape;6111;p172"/>
            <p:cNvSpPr txBox="1"/>
            <p:nvPr/>
          </p:nvSpPr>
          <p:spPr>
            <a:xfrm>
              <a:off x="8363149" y="4176838"/>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6112" name="Google Shape;6112;p172"/>
            <p:cNvSpPr txBox="1"/>
            <p:nvPr/>
          </p:nvSpPr>
          <p:spPr>
            <a:xfrm>
              <a:off x="8363149" y="4316613"/>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sz="800" i="0" u="none" strike="noStrike" cap="none">
                <a:latin typeface="Salesforce Sans"/>
                <a:ea typeface="Salesforce Sans"/>
                <a:cs typeface="Salesforce Sans"/>
                <a:sym typeface="Salesforce Sans"/>
              </a:endParaRPr>
            </a:p>
          </p:txBody>
        </p:sp>
        <p:sp>
          <p:nvSpPr>
            <p:cNvPr id="6113" name="Google Shape;6113;p172"/>
            <p:cNvSpPr/>
            <p:nvPr/>
          </p:nvSpPr>
          <p:spPr>
            <a:xfrm>
              <a:off x="8227103" y="404422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14" name="Google Shape;6114;p172"/>
            <p:cNvSpPr/>
            <p:nvPr/>
          </p:nvSpPr>
          <p:spPr>
            <a:xfrm>
              <a:off x="8227103" y="419543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15" name="Google Shape;6115;p172"/>
            <p:cNvSpPr/>
            <p:nvPr/>
          </p:nvSpPr>
          <p:spPr>
            <a:xfrm>
              <a:off x="8227103" y="433522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16" name="Google Shape;6116;p172"/>
            <p:cNvSpPr txBox="1"/>
            <p:nvPr/>
          </p:nvSpPr>
          <p:spPr>
            <a:xfrm>
              <a:off x="8363152" y="4542363"/>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sz="800" i="0" u="none" strike="noStrike" cap="none">
                <a:latin typeface="Salesforce Sans"/>
                <a:ea typeface="Salesforce Sans"/>
                <a:cs typeface="Salesforce Sans"/>
                <a:sym typeface="Salesforce Sans"/>
              </a:endParaRPr>
            </a:p>
          </p:txBody>
        </p:sp>
        <p:sp>
          <p:nvSpPr>
            <p:cNvPr id="6117" name="Google Shape;6117;p172"/>
            <p:cNvSpPr txBox="1"/>
            <p:nvPr/>
          </p:nvSpPr>
          <p:spPr>
            <a:xfrm>
              <a:off x="8363150" y="4690962"/>
              <a:ext cx="2326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6118" name="Google Shape;6118;p172"/>
            <p:cNvSpPr txBox="1"/>
            <p:nvPr/>
          </p:nvSpPr>
          <p:spPr>
            <a:xfrm>
              <a:off x="8363150" y="4839585"/>
              <a:ext cx="2552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sz="800" i="0" u="none" strike="noStrike" cap="none">
                <a:latin typeface="Salesforce Sans"/>
                <a:ea typeface="Salesforce Sans"/>
                <a:cs typeface="Salesforce Sans"/>
                <a:sym typeface="Salesforce Sans"/>
              </a:endParaRPr>
            </a:p>
          </p:txBody>
        </p:sp>
        <p:sp>
          <p:nvSpPr>
            <p:cNvPr id="6119" name="Google Shape;6119;p172"/>
            <p:cNvSpPr txBox="1"/>
            <p:nvPr/>
          </p:nvSpPr>
          <p:spPr>
            <a:xfrm>
              <a:off x="8363150" y="4990782"/>
              <a:ext cx="2521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sz="800" i="0" u="none" strike="noStrike" cap="none">
                <a:latin typeface="Salesforce Sans"/>
                <a:ea typeface="Salesforce Sans"/>
                <a:cs typeface="Salesforce Sans"/>
                <a:sym typeface="Salesforce Sans"/>
              </a:endParaRPr>
            </a:p>
          </p:txBody>
        </p:sp>
        <p:sp>
          <p:nvSpPr>
            <p:cNvPr id="6120" name="Google Shape;6120;p172"/>
            <p:cNvSpPr txBox="1"/>
            <p:nvPr/>
          </p:nvSpPr>
          <p:spPr>
            <a:xfrm>
              <a:off x="8363152" y="5130571"/>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sz="800" i="0" u="none" strike="noStrike" cap="none">
                <a:latin typeface="Salesforce Sans"/>
                <a:ea typeface="Salesforce Sans"/>
                <a:cs typeface="Salesforce Sans"/>
                <a:sym typeface="Salesforce Sans"/>
              </a:endParaRPr>
            </a:p>
          </p:txBody>
        </p:sp>
        <p:sp>
          <p:nvSpPr>
            <p:cNvPr id="6121" name="Google Shape;6121;p172"/>
            <p:cNvSpPr/>
            <p:nvPr/>
          </p:nvSpPr>
          <p:spPr>
            <a:xfrm>
              <a:off x="8227103" y="47095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22" name="Google Shape;6122;p172"/>
            <p:cNvSpPr/>
            <p:nvPr/>
          </p:nvSpPr>
          <p:spPr>
            <a:xfrm>
              <a:off x="8227103" y="48581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23" name="Google Shape;6123;p172"/>
            <p:cNvSpPr/>
            <p:nvPr/>
          </p:nvSpPr>
          <p:spPr>
            <a:xfrm>
              <a:off x="8227103" y="500938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24" name="Google Shape;6124;p172"/>
            <p:cNvSpPr/>
            <p:nvPr/>
          </p:nvSpPr>
          <p:spPr>
            <a:xfrm>
              <a:off x="8227103" y="514917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25" name="Google Shape;6125;p172"/>
            <p:cNvSpPr/>
            <p:nvPr/>
          </p:nvSpPr>
          <p:spPr>
            <a:xfrm>
              <a:off x="8227103" y="45609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26" name="Google Shape;6126;p172"/>
            <p:cNvSpPr txBox="1"/>
            <p:nvPr/>
          </p:nvSpPr>
          <p:spPr>
            <a:xfrm>
              <a:off x="8363152" y="5281115"/>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sz="800" i="0" u="none" strike="noStrike" cap="none">
                <a:latin typeface="Salesforce Sans"/>
                <a:ea typeface="Salesforce Sans"/>
                <a:cs typeface="Salesforce Sans"/>
                <a:sym typeface="Salesforce Sans"/>
              </a:endParaRPr>
            </a:p>
          </p:txBody>
        </p:sp>
        <p:sp>
          <p:nvSpPr>
            <p:cNvPr id="6127" name="Google Shape;6127;p172"/>
            <p:cNvSpPr/>
            <p:nvPr/>
          </p:nvSpPr>
          <p:spPr>
            <a:xfrm>
              <a:off x="8227103" y="529972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28" name="Google Shape;6128;p172"/>
            <p:cNvSpPr txBox="1"/>
            <p:nvPr/>
          </p:nvSpPr>
          <p:spPr>
            <a:xfrm>
              <a:off x="8363149" y="550725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sz="800" i="0" u="none" strike="noStrike" cap="none">
                <a:latin typeface="Salesforce Sans"/>
                <a:ea typeface="Salesforce Sans"/>
                <a:cs typeface="Salesforce Sans"/>
                <a:sym typeface="Salesforce Sans"/>
              </a:endParaRPr>
            </a:p>
          </p:txBody>
        </p:sp>
        <p:sp>
          <p:nvSpPr>
            <p:cNvPr id="6129" name="Google Shape;6129;p172"/>
            <p:cNvSpPr txBox="1"/>
            <p:nvPr/>
          </p:nvSpPr>
          <p:spPr>
            <a:xfrm>
              <a:off x="8363149" y="5655857"/>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i="0" u="none" strike="noStrike" cap="none">
                <a:latin typeface="Salesforce Sans"/>
                <a:ea typeface="Salesforce Sans"/>
                <a:cs typeface="Salesforce Sans"/>
                <a:sym typeface="Salesforce Sans"/>
              </a:endParaRPr>
            </a:p>
          </p:txBody>
        </p:sp>
        <p:sp>
          <p:nvSpPr>
            <p:cNvPr id="6130" name="Google Shape;6130;p172"/>
            <p:cNvSpPr txBox="1"/>
            <p:nvPr/>
          </p:nvSpPr>
          <p:spPr>
            <a:xfrm>
              <a:off x="8363149" y="5804465"/>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sz="800" i="0" u="none" strike="noStrike" cap="none">
                <a:latin typeface="Salesforce Sans"/>
                <a:ea typeface="Salesforce Sans"/>
                <a:cs typeface="Salesforce Sans"/>
                <a:sym typeface="Salesforce Sans"/>
              </a:endParaRPr>
            </a:p>
          </p:txBody>
        </p:sp>
        <p:sp>
          <p:nvSpPr>
            <p:cNvPr id="6131" name="Google Shape;6131;p172"/>
            <p:cNvSpPr txBox="1"/>
            <p:nvPr/>
          </p:nvSpPr>
          <p:spPr>
            <a:xfrm>
              <a:off x="8363149" y="5955670"/>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sz="800" i="0" u="none" strike="noStrike" cap="none">
                <a:latin typeface="Salesforce Sans"/>
                <a:ea typeface="Salesforce Sans"/>
                <a:cs typeface="Salesforce Sans"/>
                <a:sym typeface="Salesforce Sans"/>
              </a:endParaRPr>
            </a:p>
          </p:txBody>
        </p:sp>
        <p:sp>
          <p:nvSpPr>
            <p:cNvPr id="6132" name="Google Shape;6132;p172"/>
            <p:cNvSpPr txBox="1"/>
            <p:nvPr/>
          </p:nvSpPr>
          <p:spPr>
            <a:xfrm>
              <a:off x="8363149" y="60954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sz="800" i="0" u="none" strike="noStrike" cap="none">
                <a:latin typeface="Salesforce Sans"/>
                <a:ea typeface="Salesforce Sans"/>
                <a:cs typeface="Salesforce Sans"/>
                <a:sym typeface="Salesforce Sans"/>
              </a:endParaRPr>
            </a:p>
          </p:txBody>
        </p:sp>
        <p:sp>
          <p:nvSpPr>
            <p:cNvPr id="6133" name="Google Shape;6133;p172"/>
            <p:cNvSpPr/>
            <p:nvPr/>
          </p:nvSpPr>
          <p:spPr>
            <a:xfrm>
              <a:off x="8227103" y="567445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34" name="Google Shape;6134;p172"/>
            <p:cNvSpPr/>
            <p:nvPr/>
          </p:nvSpPr>
          <p:spPr>
            <a:xfrm>
              <a:off x="8227103" y="5823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35" name="Google Shape;6135;p172"/>
            <p:cNvSpPr/>
            <p:nvPr/>
          </p:nvSpPr>
          <p:spPr>
            <a:xfrm>
              <a:off x="8227103" y="597427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36" name="Google Shape;6136;p172"/>
            <p:cNvSpPr/>
            <p:nvPr/>
          </p:nvSpPr>
          <p:spPr>
            <a:xfrm>
              <a:off x="8227103" y="61140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37" name="Google Shape;6137;p172"/>
            <p:cNvSpPr/>
            <p:nvPr/>
          </p:nvSpPr>
          <p:spPr>
            <a:xfrm>
              <a:off x="8227103" y="552584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38" name="Google Shape;6138;p172"/>
            <p:cNvSpPr txBox="1"/>
            <p:nvPr/>
          </p:nvSpPr>
          <p:spPr>
            <a:xfrm>
              <a:off x="8363149" y="624600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6139" name="Google Shape;6139;p172"/>
            <p:cNvSpPr/>
            <p:nvPr/>
          </p:nvSpPr>
          <p:spPr>
            <a:xfrm>
              <a:off x="8227103" y="626461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40" name="Google Shape;6140;p172"/>
            <p:cNvSpPr txBox="1"/>
            <p:nvPr/>
          </p:nvSpPr>
          <p:spPr>
            <a:xfrm>
              <a:off x="8363150" y="767349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sz="800" i="0" u="none" strike="noStrike" cap="none">
                <a:latin typeface="Salesforce Sans"/>
                <a:ea typeface="Salesforce Sans"/>
                <a:cs typeface="Salesforce Sans"/>
                <a:sym typeface="Salesforce Sans"/>
              </a:endParaRPr>
            </a:p>
          </p:txBody>
        </p:sp>
        <p:sp>
          <p:nvSpPr>
            <p:cNvPr id="6141" name="Google Shape;6141;p172"/>
            <p:cNvSpPr txBox="1"/>
            <p:nvPr/>
          </p:nvSpPr>
          <p:spPr>
            <a:xfrm>
              <a:off x="8363150" y="7822104"/>
              <a:ext cx="1644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sz="800" i="0" u="none" strike="noStrike" cap="none">
                <a:latin typeface="Salesforce Sans"/>
                <a:ea typeface="Salesforce Sans"/>
                <a:cs typeface="Salesforce Sans"/>
                <a:sym typeface="Salesforce Sans"/>
              </a:endParaRPr>
            </a:p>
          </p:txBody>
        </p:sp>
        <p:sp>
          <p:nvSpPr>
            <p:cNvPr id="6142" name="Google Shape;6142;p172"/>
            <p:cNvSpPr txBox="1"/>
            <p:nvPr/>
          </p:nvSpPr>
          <p:spPr>
            <a:xfrm>
              <a:off x="8363150" y="7970706"/>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sz="800" i="0" u="none" strike="noStrike" cap="none">
                <a:latin typeface="Salesforce Sans"/>
                <a:ea typeface="Salesforce Sans"/>
                <a:cs typeface="Salesforce Sans"/>
                <a:sym typeface="Salesforce Sans"/>
              </a:endParaRPr>
            </a:p>
          </p:txBody>
        </p:sp>
        <p:sp>
          <p:nvSpPr>
            <p:cNvPr id="6143" name="Google Shape;6143;p172"/>
            <p:cNvSpPr txBox="1"/>
            <p:nvPr/>
          </p:nvSpPr>
          <p:spPr>
            <a:xfrm>
              <a:off x="8363150" y="812191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sz="800" i="0" u="none" strike="noStrike" cap="none">
                <a:latin typeface="Salesforce Sans"/>
                <a:ea typeface="Salesforce Sans"/>
                <a:cs typeface="Salesforce Sans"/>
                <a:sym typeface="Salesforce Sans"/>
              </a:endParaRPr>
            </a:p>
          </p:txBody>
        </p:sp>
        <p:sp>
          <p:nvSpPr>
            <p:cNvPr id="6144" name="Google Shape;6144;p172"/>
            <p:cNvSpPr txBox="1"/>
            <p:nvPr/>
          </p:nvSpPr>
          <p:spPr>
            <a:xfrm>
              <a:off x="8363150" y="82617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sz="800" i="0" u="none" strike="noStrike" cap="none">
                <a:latin typeface="Salesforce Sans"/>
                <a:ea typeface="Salesforce Sans"/>
                <a:cs typeface="Salesforce Sans"/>
                <a:sym typeface="Salesforce Sans"/>
              </a:endParaRPr>
            </a:p>
          </p:txBody>
        </p:sp>
        <p:sp>
          <p:nvSpPr>
            <p:cNvPr id="6145" name="Google Shape;6145;p172"/>
            <p:cNvSpPr/>
            <p:nvPr/>
          </p:nvSpPr>
          <p:spPr>
            <a:xfrm>
              <a:off x="8227103" y="78406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46" name="Google Shape;6146;p172"/>
            <p:cNvSpPr/>
            <p:nvPr/>
          </p:nvSpPr>
          <p:spPr>
            <a:xfrm>
              <a:off x="8227103" y="79893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47" name="Google Shape;6147;p172"/>
            <p:cNvSpPr/>
            <p:nvPr/>
          </p:nvSpPr>
          <p:spPr>
            <a:xfrm>
              <a:off x="8227103" y="814051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48" name="Google Shape;6148;p172"/>
            <p:cNvSpPr/>
            <p:nvPr/>
          </p:nvSpPr>
          <p:spPr>
            <a:xfrm>
              <a:off x="8227103" y="828030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49" name="Google Shape;6149;p172"/>
            <p:cNvSpPr/>
            <p:nvPr/>
          </p:nvSpPr>
          <p:spPr>
            <a:xfrm>
              <a:off x="8227103" y="769208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50" name="Google Shape;6150;p172"/>
            <p:cNvSpPr txBox="1"/>
            <p:nvPr/>
          </p:nvSpPr>
          <p:spPr>
            <a:xfrm>
              <a:off x="8363150" y="707320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151" name="Google Shape;6151;p172"/>
            <p:cNvSpPr txBox="1"/>
            <p:nvPr/>
          </p:nvSpPr>
          <p:spPr>
            <a:xfrm>
              <a:off x="8363150" y="7221812"/>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sz="800" i="0" u="none" strike="noStrike" cap="none">
                <a:latin typeface="Salesforce Sans"/>
                <a:ea typeface="Salesforce Sans"/>
                <a:cs typeface="Salesforce Sans"/>
                <a:sym typeface="Salesforce Sans"/>
              </a:endParaRPr>
            </a:p>
          </p:txBody>
        </p:sp>
        <p:sp>
          <p:nvSpPr>
            <p:cNvPr id="6152" name="Google Shape;6152;p172"/>
            <p:cNvSpPr txBox="1"/>
            <p:nvPr/>
          </p:nvSpPr>
          <p:spPr>
            <a:xfrm>
              <a:off x="8363150" y="7370419"/>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sz="800" i="0" u="none" strike="noStrike" cap="none">
                <a:latin typeface="Salesforce Sans"/>
                <a:ea typeface="Salesforce Sans"/>
                <a:cs typeface="Salesforce Sans"/>
                <a:sym typeface="Salesforce Sans"/>
              </a:endParaRPr>
            </a:p>
          </p:txBody>
        </p:sp>
        <p:sp>
          <p:nvSpPr>
            <p:cNvPr id="6153" name="Google Shape;6153;p172"/>
            <p:cNvSpPr txBox="1"/>
            <p:nvPr/>
          </p:nvSpPr>
          <p:spPr>
            <a:xfrm>
              <a:off x="8363150" y="752162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sz="800" i="0" u="none" strike="noStrike" cap="none">
                <a:latin typeface="Salesforce Sans"/>
                <a:ea typeface="Salesforce Sans"/>
                <a:cs typeface="Salesforce Sans"/>
                <a:sym typeface="Salesforce Sans"/>
              </a:endParaRPr>
            </a:p>
          </p:txBody>
        </p:sp>
        <p:sp>
          <p:nvSpPr>
            <p:cNvPr id="6154" name="Google Shape;6154;p172"/>
            <p:cNvSpPr/>
            <p:nvPr/>
          </p:nvSpPr>
          <p:spPr>
            <a:xfrm>
              <a:off x="8227103" y="72404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55" name="Google Shape;6155;p172"/>
            <p:cNvSpPr/>
            <p:nvPr/>
          </p:nvSpPr>
          <p:spPr>
            <a:xfrm>
              <a:off x="8227103" y="73890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56" name="Google Shape;6156;p172"/>
            <p:cNvSpPr/>
            <p:nvPr/>
          </p:nvSpPr>
          <p:spPr>
            <a:xfrm>
              <a:off x="8227103" y="754022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57" name="Google Shape;6157;p172"/>
            <p:cNvSpPr/>
            <p:nvPr/>
          </p:nvSpPr>
          <p:spPr>
            <a:xfrm>
              <a:off x="8227103" y="7091798"/>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6158" name="Google Shape;6158;p172"/>
            <p:cNvGrpSpPr/>
            <p:nvPr/>
          </p:nvGrpSpPr>
          <p:grpSpPr>
            <a:xfrm>
              <a:off x="5840990" y="4576768"/>
              <a:ext cx="952541" cy="449700"/>
              <a:chOff x="5812280" y="1793656"/>
              <a:chExt cx="952541" cy="449700"/>
            </a:xfrm>
          </p:grpSpPr>
          <p:sp>
            <p:nvSpPr>
              <p:cNvPr id="6159" name="Google Shape;6159;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160" name="Google Shape;6160;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6161" name="Google Shape;6161;p172"/>
            <p:cNvGrpSpPr/>
            <p:nvPr/>
          </p:nvGrpSpPr>
          <p:grpSpPr>
            <a:xfrm>
              <a:off x="5840990" y="7099131"/>
              <a:ext cx="952541" cy="449700"/>
              <a:chOff x="5812280" y="1793656"/>
              <a:chExt cx="952541" cy="449700"/>
            </a:xfrm>
          </p:grpSpPr>
          <p:sp>
            <p:nvSpPr>
              <p:cNvPr id="6162" name="Google Shape;6162;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163" name="Google Shape;6163;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164" name="Google Shape;6164;p172"/>
            <p:cNvSpPr txBox="1"/>
            <p:nvPr/>
          </p:nvSpPr>
          <p:spPr>
            <a:xfrm>
              <a:off x="7021140" y="4547262"/>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Post Sales &amp; Service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6165" name="Google Shape;6165;p172"/>
            <p:cNvSpPr txBox="1"/>
            <p:nvPr/>
          </p:nvSpPr>
          <p:spPr>
            <a:xfrm>
              <a:off x="7021140" y="551477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Technical Service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6166" name="Google Shape;6166;p172"/>
            <p:cNvSpPr txBox="1"/>
            <p:nvPr/>
          </p:nvSpPr>
          <p:spPr>
            <a:xfrm>
              <a:off x="7021140" y="7071050"/>
              <a:ext cx="10224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Manufacturing, Supply Chain &amp; Logistics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6167" name="Google Shape;6167;p172"/>
            <p:cNvSpPr txBox="1"/>
            <p:nvPr/>
          </p:nvSpPr>
          <p:spPr>
            <a:xfrm>
              <a:off x="8363149" y="6405852"/>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sz="800" i="0" u="none" strike="noStrike" cap="none">
                <a:latin typeface="Salesforce Sans"/>
                <a:ea typeface="Salesforce Sans"/>
                <a:cs typeface="Salesforce Sans"/>
                <a:sym typeface="Salesforce Sans"/>
              </a:endParaRPr>
            </a:p>
          </p:txBody>
        </p:sp>
        <p:sp>
          <p:nvSpPr>
            <p:cNvPr id="6168" name="Google Shape;6168;p172"/>
            <p:cNvSpPr txBox="1"/>
            <p:nvPr/>
          </p:nvSpPr>
          <p:spPr>
            <a:xfrm>
              <a:off x="8363149" y="6557058"/>
              <a:ext cx="2501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sz="800" i="0" u="none" strike="noStrike" cap="none">
                <a:latin typeface="Salesforce Sans"/>
                <a:ea typeface="Salesforce Sans"/>
                <a:cs typeface="Salesforce Sans"/>
                <a:sym typeface="Salesforce Sans"/>
              </a:endParaRPr>
            </a:p>
          </p:txBody>
        </p:sp>
        <p:sp>
          <p:nvSpPr>
            <p:cNvPr id="6169" name="Google Shape;6169;p172"/>
            <p:cNvSpPr txBox="1"/>
            <p:nvPr/>
          </p:nvSpPr>
          <p:spPr>
            <a:xfrm>
              <a:off x="8363150" y="669685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sz="800" i="0" u="none" strike="noStrike" cap="none">
                <a:latin typeface="Salesforce Sans"/>
                <a:ea typeface="Salesforce Sans"/>
                <a:cs typeface="Salesforce Sans"/>
                <a:sym typeface="Salesforce Sans"/>
              </a:endParaRPr>
            </a:p>
          </p:txBody>
        </p:sp>
        <p:sp>
          <p:nvSpPr>
            <p:cNvPr id="6170" name="Google Shape;6170;p172"/>
            <p:cNvSpPr/>
            <p:nvPr/>
          </p:nvSpPr>
          <p:spPr>
            <a:xfrm>
              <a:off x="8227103" y="642445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71" name="Google Shape;6171;p172"/>
            <p:cNvSpPr/>
            <p:nvPr/>
          </p:nvSpPr>
          <p:spPr>
            <a:xfrm>
              <a:off x="8227103" y="657566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72" name="Google Shape;6172;p172"/>
            <p:cNvSpPr/>
            <p:nvPr/>
          </p:nvSpPr>
          <p:spPr>
            <a:xfrm>
              <a:off x="8227103" y="671545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73" name="Google Shape;6173;p172"/>
            <p:cNvSpPr txBox="1"/>
            <p:nvPr/>
          </p:nvSpPr>
          <p:spPr>
            <a:xfrm>
              <a:off x="8363150" y="684739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6174" name="Google Shape;6174;p172"/>
            <p:cNvSpPr/>
            <p:nvPr/>
          </p:nvSpPr>
          <p:spPr>
            <a:xfrm>
              <a:off x="8227103" y="68660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sp>
        <p:nvSpPr>
          <p:cNvPr id="6175" name="Google Shape;6175;p172"/>
          <p:cNvSpPr txBox="1"/>
          <p:nvPr/>
        </p:nvSpPr>
        <p:spPr>
          <a:xfrm>
            <a:off x="12116850" y="9144000"/>
            <a:ext cx="5313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r" rtl="0">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marL="0" lvl="0" indent="0" algn="r" rtl="0">
              <a:spcBef>
                <a:spcPts val="0"/>
              </a:spcBef>
              <a:spcAft>
                <a:spcPts val="0"/>
              </a:spcAft>
              <a:buNone/>
            </a:pPr>
            <a:endParaRPr sz="800">
              <a:latin typeface="Salesforce Sans"/>
              <a:ea typeface="Salesforce Sans"/>
              <a:cs typeface="Salesforce Sans"/>
              <a:sym typeface="Salesforce Sans"/>
            </a:endParaRPr>
          </a:p>
        </p:txBody>
      </p:sp>
      <p:grpSp>
        <p:nvGrpSpPr>
          <p:cNvPr id="6176" name="Google Shape;6176;p172"/>
          <p:cNvGrpSpPr/>
          <p:nvPr/>
        </p:nvGrpSpPr>
        <p:grpSpPr>
          <a:xfrm>
            <a:off x="12373539" y="1752600"/>
            <a:ext cx="4906068" cy="6868238"/>
            <a:chOff x="11106306" y="1524000"/>
            <a:chExt cx="4906068" cy="6868238"/>
          </a:xfrm>
        </p:grpSpPr>
        <p:sp>
          <p:nvSpPr>
            <p:cNvPr id="6177" name="Google Shape;6177;p172"/>
            <p:cNvSpPr/>
            <p:nvPr/>
          </p:nvSpPr>
          <p:spPr>
            <a:xfrm>
              <a:off x="12306062" y="3358775"/>
              <a:ext cx="1164000" cy="6870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Revenue Protection &amp; Reimbursement Enablement </a:t>
              </a:r>
              <a:endParaRPr sz="900" b="1" i="0" u="none" strike="noStrike" cap="none">
                <a:solidFill>
                  <a:srgbClr val="086AFE"/>
                </a:solidFill>
                <a:latin typeface="Salesforce Sans"/>
                <a:ea typeface="Salesforce Sans"/>
                <a:cs typeface="Salesforce Sans"/>
                <a:sym typeface="Salesforce Sans"/>
              </a:endParaRPr>
            </a:p>
          </p:txBody>
        </p:sp>
        <p:sp>
          <p:nvSpPr>
            <p:cNvPr id="6178" name="Google Shape;6178;p172"/>
            <p:cNvSpPr/>
            <p:nvPr/>
          </p:nvSpPr>
          <p:spPr>
            <a:xfrm>
              <a:off x="12306067" y="5048665"/>
              <a:ext cx="1281000" cy="3582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People Operations </a:t>
              </a:r>
              <a:endParaRPr sz="900" b="1">
                <a:solidFill>
                  <a:srgbClr val="08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900" b="1">
                <a:solidFill>
                  <a:srgbClr val="086AFE"/>
                </a:solidFill>
                <a:latin typeface="Salesforce Sans"/>
                <a:ea typeface="Salesforce Sans"/>
                <a:cs typeface="Salesforce Sans"/>
                <a:sym typeface="Salesforce Sans"/>
              </a:endParaRPr>
            </a:p>
          </p:txBody>
        </p:sp>
        <p:sp>
          <p:nvSpPr>
            <p:cNvPr id="6179" name="Google Shape;6179;p172"/>
            <p:cNvSpPr/>
            <p:nvPr/>
          </p:nvSpPr>
          <p:spPr>
            <a:xfrm>
              <a:off x="12306067" y="6955912"/>
              <a:ext cx="1281000" cy="358200"/>
            </a:xfrm>
            <a:prstGeom prst="roundRect">
              <a:avLst>
                <a:gd name="adj" fmla="val 0"/>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a:solidFill>
                    <a:srgbClr val="086AFE"/>
                  </a:solidFill>
                  <a:latin typeface="Salesforce Sans"/>
                  <a:ea typeface="Salesforce Sans"/>
                  <a:cs typeface="Salesforce Sans"/>
                  <a:sym typeface="Salesforce Sans"/>
                </a:rPr>
                <a:t>Agentforce Life Sciences Pre-built Clinical </a:t>
              </a:r>
              <a:endParaRPr sz="900" b="1">
                <a:solidFill>
                  <a:srgbClr val="086AFE"/>
                </a:solidFill>
                <a:latin typeface="Salesforce Sans"/>
                <a:ea typeface="Salesforce Sans"/>
                <a:cs typeface="Salesforce Sans"/>
                <a:sym typeface="Salesforce Sans"/>
              </a:endParaRPr>
            </a:p>
          </p:txBody>
        </p:sp>
        <p:sp>
          <p:nvSpPr>
            <p:cNvPr id="6180" name="Google Shape;6180;p172"/>
            <p:cNvSpPr/>
            <p:nvPr/>
          </p:nvSpPr>
          <p:spPr>
            <a:xfrm>
              <a:off x="12306067" y="7629938"/>
              <a:ext cx="1164000" cy="76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609"/>
                <a:buFont typeface="Arial"/>
                <a:buNone/>
              </a:pPr>
              <a:r>
                <a:rPr lang="en" sz="900" b="1">
                  <a:solidFill>
                    <a:srgbClr val="086AFE"/>
                  </a:solidFill>
                  <a:latin typeface="Salesforce Sans"/>
                  <a:ea typeface="Salesforce Sans"/>
                  <a:cs typeface="Salesforce Sans"/>
                  <a:sym typeface="Salesforce Sans"/>
                </a:rPr>
                <a:t>Agentforce Life Sciences Pre-built Patient Services </a:t>
              </a:r>
              <a:endParaRPr sz="900" b="1" i="0" u="none" strike="noStrike" cap="none">
                <a:solidFill>
                  <a:srgbClr val="086AFE"/>
                </a:solidFill>
                <a:latin typeface="Salesforce Sans"/>
                <a:ea typeface="Salesforce Sans"/>
                <a:cs typeface="Salesforce Sans"/>
                <a:sym typeface="Salesforce Sans"/>
              </a:endParaRPr>
            </a:p>
          </p:txBody>
        </p:sp>
        <p:sp>
          <p:nvSpPr>
            <p:cNvPr id="6181" name="Google Shape;6181;p172"/>
            <p:cNvSpPr txBox="1"/>
            <p:nvPr/>
          </p:nvSpPr>
          <p:spPr>
            <a:xfrm>
              <a:off x="13663151" y="239989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sz="800" i="0" u="none" strike="noStrike" cap="none">
                <a:latin typeface="Salesforce Sans"/>
                <a:ea typeface="Salesforce Sans"/>
                <a:cs typeface="Salesforce Sans"/>
                <a:sym typeface="Salesforce Sans"/>
              </a:endParaRPr>
            </a:p>
          </p:txBody>
        </p:sp>
        <p:sp>
          <p:nvSpPr>
            <p:cNvPr id="6182" name="Google Shape;6182;p172"/>
            <p:cNvSpPr txBox="1"/>
            <p:nvPr/>
          </p:nvSpPr>
          <p:spPr>
            <a:xfrm>
              <a:off x="13663151" y="25485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sz="800" i="0" u="none" strike="noStrike" cap="none">
                <a:latin typeface="Salesforce Sans"/>
                <a:ea typeface="Salesforce Sans"/>
                <a:cs typeface="Salesforce Sans"/>
                <a:sym typeface="Salesforce Sans"/>
              </a:endParaRPr>
            </a:p>
          </p:txBody>
        </p:sp>
        <p:sp>
          <p:nvSpPr>
            <p:cNvPr id="6183" name="Google Shape;6183;p172"/>
            <p:cNvSpPr txBox="1"/>
            <p:nvPr/>
          </p:nvSpPr>
          <p:spPr>
            <a:xfrm>
              <a:off x="13663151" y="269711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sz="800" i="0" u="none" strike="noStrike" cap="none">
                <a:latin typeface="Salesforce Sans"/>
                <a:ea typeface="Salesforce Sans"/>
                <a:cs typeface="Salesforce Sans"/>
                <a:sym typeface="Salesforce Sans"/>
              </a:endParaRPr>
            </a:p>
          </p:txBody>
        </p:sp>
        <p:sp>
          <p:nvSpPr>
            <p:cNvPr id="6184" name="Google Shape;6184;p172"/>
            <p:cNvSpPr txBox="1"/>
            <p:nvPr/>
          </p:nvSpPr>
          <p:spPr>
            <a:xfrm>
              <a:off x="13663151" y="28483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sz="800" i="0" u="none" strike="noStrike" cap="none">
                <a:latin typeface="Salesforce Sans"/>
                <a:ea typeface="Salesforce Sans"/>
                <a:cs typeface="Salesforce Sans"/>
                <a:sym typeface="Salesforce Sans"/>
              </a:endParaRPr>
            </a:p>
          </p:txBody>
        </p:sp>
        <p:sp>
          <p:nvSpPr>
            <p:cNvPr id="6185" name="Google Shape;6185;p172"/>
            <p:cNvSpPr txBox="1"/>
            <p:nvPr/>
          </p:nvSpPr>
          <p:spPr>
            <a:xfrm>
              <a:off x="13663149" y="298812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sz="800" i="0" u="none" strike="noStrike" cap="none">
                <a:latin typeface="Salesforce Sans"/>
                <a:ea typeface="Salesforce Sans"/>
                <a:cs typeface="Salesforce Sans"/>
                <a:sym typeface="Salesforce Sans"/>
              </a:endParaRPr>
            </a:p>
          </p:txBody>
        </p:sp>
        <p:sp>
          <p:nvSpPr>
            <p:cNvPr id="6186" name="Google Shape;6186;p172"/>
            <p:cNvSpPr txBox="1"/>
            <p:nvPr/>
          </p:nvSpPr>
          <p:spPr>
            <a:xfrm>
              <a:off x="13663151" y="1768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6187" name="Google Shape;6187;p172"/>
            <p:cNvSpPr/>
            <p:nvPr/>
          </p:nvSpPr>
          <p:spPr>
            <a:xfrm>
              <a:off x="13527103" y="178683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88" name="Google Shape;6188;p172"/>
            <p:cNvSpPr txBox="1"/>
            <p:nvPr/>
          </p:nvSpPr>
          <p:spPr>
            <a:xfrm>
              <a:off x="13663150" y="1923400"/>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6189" name="Google Shape;6189;p172"/>
            <p:cNvSpPr/>
            <p:nvPr/>
          </p:nvSpPr>
          <p:spPr>
            <a:xfrm>
              <a:off x="13527103" y="1941847"/>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90" name="Google Shape;6190;p172"/>
            <p:cNvSpPr txBox="1"/>
            <p:nvPr/>
          </p:nvSpPr>
          <p:spPr>
            <a:xfrm>
              <a:off x="13663151" y="2078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6191" name="Google Shape;6191;p172"/>
            <p:cNvSpPr/>
            <p:nvPr/>
          </p:nvSpPr>
          <p:spPr>
            <a:xfrm>
              <a:off x="13527103" y="209685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2" name="Google Shape;6192;p172"/>
            <p:cNvSpPr txBox="1"/>
            <p:nvPr/>
          </p:nvSpPr>
          <p:spPr>
            <a:xfrm>
              <a:off x="13663150" y="2239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6193" name="Google Shape;6193;p172"/>
            <p:cNvSpPr/>
            <p:nvPr/>
          </p:nvSpPr>
          <p:spPr>
            <a:xfrm>
              <a:off x="13527103" y="225763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4" name="Google Shape;6194;p172"/>
            <p:cNvSpPr/>
            <p:nvPr/>
          </p:nvSpPr>
          <p:spPr>
            <a:xfrm>
              <a:off x="13527103" y="25671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5" name="Google Shape;6195;p172"/>
            <p:cNvSpPr/>
            <p:nvPr/>
          </p:nvSpPr>
          <p:spPr>
            <a:xfrm>
              <a:off x="13527103" y="27157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196" name="Google Shape;6196;p172"/>
            <p:cNvSpPr/>
            <p:nvPr/>
          </p:nvSpPr>
          <p:spPr>
            <a:xfrm>
              <a:off x="13527103" y="2866926"/>
              <a:ext cx="91200" cy="91200"/>
            </a:xfrm>
            <a:prstGeom prst="ellipse">
              <a:avLst/>
            </a:prstGeom>
            <a:solidFill>
              <a:srgbClr val="DD7A01"/>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7" name="Google Shape;6197;p172"/>
            <p:cNvSpPr/>
            <p:nvPr/>
          </p:nvSpPr>
          <p:spPr>
            <a:xfrm>
              <a:off x="13527103" y="300671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8" name="Google Shape;6198;p172"/>
            <p:cNvSpPr/>
            <p:nvPr/>
          </p:nvSpPr>
          <p:spPr>
            <a:xfrm>
              <a:off x="13527103" y="24184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199" name="Google Shape;6199;p172"/>
            <p:cNvSpPr txBox="1"/>
            <p:nvPr/>
          </p:nvSpPr>
          <p:spPr>
            <a:xfrm>
              <a:off x="11106306" y="15240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200" name="Google Shape;6200;p172"/>
            <p:cNvSpPr txBox="1"/>
            <p:nvPr/>
          </p:nvSpPr>
          <p:spPr>
            <a:xfrm>
              <a:off x="12306075" y="15240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201" name="Google Shape;6201;p172"/>
            <p:cNvGrpSpPr/>
            <p:nvPr/>
          </p:nvGrpSpPr>
          <p:grpSpPr>
            <a:xfrm>
              <a:off x="11125917" y="1793656"/>
              <a:ext cx="952541" cy="449700"/>
              <a:chOff x="5812280" y="1793656"/>
              <a:chExt cx="952541" cy="449700"/>
            </a:xfrm>
          </p:grpSpPr>
          <p:sp>
            <p:nvSpPr>
              <p:cNvPr id="6202" name="Google Shape;6202;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203" name="Google Shape;6203;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6204" name="Google Shape;6204;p172"/>
            <p:cNvSpPr txBox="1"/>
            <p:nvPr/>
          </p:nvSpPr>
          <p:spPr>
            <a:xfrm>
              <a:off x="13664980" y="15240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205" name="Google Shape;6205;p172"/>
            <p:cNvSpPr txBox="1"/>
            <p:nvPr/>
          </p:nvSpPr>
          <p:spPr>
            <a:xfrm>
              <a:off x="12306067" y="1771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86AFE"/>
                  </a:solidFill>
                  <a:latin typeface="Salesforce Sans"/>
                  <a:ea typeface="Salesforce Sans"/>
                  <a:cs typeface="Salesforce Sans"/>
                  <a:sym typeface="Salesforce Sans"/>
                </a:rPr>
                <a:t>Quality &amp; Regulatory  </a:t>
              </a:r>
              <a:endParaRPr sz="900" b="1">
                <a:solidFill>
                  <a:srgbClr val="08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86AFE"/>
                </a:solidFill>
                <a:latin typeface="Salesforce Sans"/>
                <a:ea typeface="Salesforce Sans"/>
                <a:cs typeface="Salesforce Sans"/>
                <a:sym typeface="Salesforce Sans"/>
              </a:endParaRPr>
            </a:p>
          </p:txBody>
        </p:sp>
        <p:sp>
          <p:nvSpPr>
            <p:cNvPr id="6206" name="Google Shape;6206;p172"/>
            <p:cNvSpPr txBox="1"/>
            <p:nvPr/>
          </p:nvSpPr>
          <p:spPr>
            <a:xfrm>
              <a:off x="13663151" y="31386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sz="800" i="0" u="none" strike="noStrike" cap="none">
                <a:latin typeface="Salesforce Sans"/>
                <a:ea typeface="Salesforce Sans"/>
                <a:cs typeface="Salesforce Sans"/>
                <a:sym typeface="Salesforce Sans"/>
              </a:endParaRPr>
            </a:p>
          </p:txBody>
        </p:sp>
        <p:sp>
          <p:nvSpPr>
            <p:cNvPr id="6207" name="Google Shape;6207;p172"/>
            <p:cNvSpPr/>
            <p:nvPr/>
          </p:nvSpPr>
          <p:spPr>
            <a:xfrm>
              <a:off x="13527103" y="31572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08" name="Google Shape;6208;p172"/>
            <p:cNvSpPr txBox="1"/>
            <p:nvPr/>
          </p:nvSpPr>
          <p:spPr>
            <a:xfrm>
              <a:off x="13672676" y="683530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sz="800" i="0" u="none" strike="noStrike" cap="none">
                <a:latin typeface="Salesforce Sans"/>
                <a:ea typeface="Salesforce Sans"/>
                <a:cs typeface="Salesforce Sans"/>
                <a:sym typeface="Salesforce Sans"/>
              </a:endParaRPr>
            </a:p>
          </p:txBody>
        </p:sp>
        <p:sp>
          <p:nvSpPr>
            <p:cNvPr id="6209" name="Google Shape;6209;p172"/>
            <p:cNvSpPr txBox="1"/>
            <p:nvPr/>
          </p:nvSpPr>
          <p:spPr>
            <a:xfrm>
              <a:off x="13672674" y="6975088"/>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sz="800" i="0" u="none" strike="noStrike" cap="none">
                <a:latin typeface="Salesforce Sans"/>
                <a:ea typeface="Salesforce Sans"/>
                <a:cs typeface="Salesforce Sans"/>
                <a:sym typeface="Salesforce Sans"/>
              </a:endParaRPr>
            </a:p>
          </p:txBody>
        </p:sp>
        <p:sp>
          <p:nvSpPr>
            <p:cNvPr id="6210" name="Google Shape;6210;p172"/>
            <p:cNvSpPr/>
            <p:nvPr/>
          </p:nvSpPr>
          <p:spPr>
            <a:xfrm>
              <a:off x="13536628" y="685390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11" name="Google Shape;6211;p172"/>
            <p:cNvSpPr/>
            <p:nvPr/>
          </p:nvSpPr>
          <p:spPr>
            <a:xfrm>
              <a:off x="13536628" y="69936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12" name="Google Shape;6212;p172"/>
            <p:cNvSpPr txBox="1"/>
            <p:nvPr/>
          </p:nvSpPr>
          <p:spPr>
            <a:xfrm>
              <a:off x="13672676" y="712563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sz="800" i="0" u="none" strike="noStrike" cap="none">
                <a:latin typeface="Salesforce Sans"/>
                <a:ea typeface="Salesforce Sans"/>
                <a:cs typeface="Salesforce Sans"/>
                <a:sym typeface="Salesforce Sans"/>
              </a:endParaRPr>
            </a:p>
          </p:txBody>
        </p:sp>
        <p:sp>
          <p:nvSpPr>
            <p:cNvPr id="6213" name="Google Shape;6213;p172"/>
            <p:cNvSpPr txBox="1"/>
            <p:nvPr/>
          </p:nvSpPr>
          <p:spPr>
            <a:xfrm>
              <a:off x="13672674" y="7276850"/>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i="0" u="none" strike="noStrike" cap="none">
                <a:latin typeface="Salesforce Sans"/>
                <a:ea typeface="Salesforce Sans"/>
                <a:cs typeface="Salesforce Sans"/>
                <a:sym typeface="Salesforce Sans"/>
              </a:endParaRPr>
            </a:p>
          </p:txBody>
        </p:sp>
        <p:sp>
          <p:nvSpPr>
            <p:cNvPr id="6214" name="Google Shape;6214;p172"/>
            <p:cNvSpPr txBox="1"/>
            <p:nvPr/>
          </p:nvSpPr>
          <p:spPr>
            <a:xfrm>
              <a:off x="13672674" y="7416625"/>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i="0" u="none" strike="noStrike" cap="none">
                <a:latin typeface="Salesforce Sans"/>
                <a:ea typeface="Salesforce Sans"/>
                <a:cs typeface="Salesforce Sans"/>
                <a:sym typeface="Salesforce Sans"/>
              </a:endParaRPr>
            </a:p>
          </p:txBody>
        </p:sp>
        <p:sp>
          <p:nvSpPr>
            <p:cNvPr id="6215" name="Google Shape;6215;p172"/>
            <p:cNvSpPr/>
            <p:nvPr/>
          </p:nvSpPr>
          <p:spPr>
            <a:xfrm>
              <a:off x="13536628" y="714423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16" name="Google Shape;6216;p172"/>
            <p:cNvSpPr/>
            <p:nvPr/>
          </p:nvSpPr>
          <p:spPr>
            <a:xfrm>
              <a:off x="13536628" y="729544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17" name="Google Shape;6217;p172"/>
            <p:cNvSpPr/>
            <p:nvPr/>
          </p:nvSpPr>
          <p:spPr>
            <a:xfrm>
              <a:off x="13536628" y="74352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6218" name="Google Shape;6218;p172"/>
            <p:cNvGrpSpPr/>
            <p:nvPr/>
          </p:nvGrpSpPr>
          <p:grpSpPr>
            <a:xfrm>
              <a:off x="11135442" y="3521656"/>
              <a:ext cx="952541" cy="449700"/>
              <a:chOff x="5812280" y="1793656"/>
              <a:chExt cx="952541" cy="449700"/>
            </a:xfrm>
          </p:grpSpPr>
          <p:sp>
            <p:nvSpPr>
              <p:cNvPr id="6219" name="Google Shape;6219;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220" name="Google Shape;6220;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6221" name="Google Shape;6221;p172"/>
            <p:cNvGrpSpPr/>
            <p:nvPr/>
          </p:nvGrpSpPr>
          <p:grpSpPr>
            <a:xfrm>
              <a:off x="11135442" y="5120481"/>
              <a:ext cx="952541" cy="449700"/>
              <a:chOff x="5812280" y="1793656"/>
              <a:chExt cx="952541" cy="449700"/>
            </a:xfrm>
          </p:grpSpPr>
          <p:sp>
            <p:nvSpPr>
              <p:cNvPr id="6222" name="Google Shape;6222;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223" name="Google Shape;6223;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6224" name="Google Shape;6224;p172"/>
            <p:cNvGrpSpPr/>
            <p:nvPr/>
          </p:nvGrpSpPr>
          <p:grpSpPr>
            <a:xfrm>
              <a:off x="11135442" y="6869256"/>
              <a:ext cx="952541" cy="449700"/>
              <a:chOff x="5812280" y="1793656"/>
              <a:chExt cx="952541" cy="449700"/>
            </a:xfrm>
          </p:grpSpPr>
          <p:sp>
            <p:nvSpPr>
              <p:cNvPr id="6225" name="Google Shape;6225;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226" name="Google Shape;6226;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6227" name="Google Shape;6227;p172"/>
            <p:cNvGrpSpPr/>
            <p:nvPr/>
          </p:nvGrpSpPr>
          <p:grpSpPr>
            <a:xfrm>
              <a:off x="11135442" y="7661443"/>
              <a:ext cx="952541" cy="449700"/>
              <a:chOff x="5812280" y="1793656"/>
              <a:chExt cx="952541" cy="449700"/>
            </a:xfrm>
          </p:grpSpPr>
          <p:sp>
            <p:nvSpPr>
              <p:cNvPr id="6228" name="Google Shape;6228;p172"/>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229" name="Google Shape;6229;p172"/>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6230" name="Google Shape;6230;p172"/>
            <p:cNvSpPr txBox="1"/>
            <p:nvPr/>
          </p:nvSpPr>
          <p:spPr>
            <a:xfrm>
              <a:off x="13664981" y="3282438"/>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231" name="Google Shape;6231;p172"/>
            <p:cNvSpPr txBox="1"/>
            <p:nvPr/>
          </p:nvSpPr>
          <p:spPr>
            <a:xfrm>
              <a:off x="13672674" y="7639163"/>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i="0" u="none" strike="noStrike" cap="none">
                <a:latin typeface="Salesforce Sans"/>
                <a:ea typeface="Salesforce Sans"/>
                <a:cs typeface="Salesforce Sans"/>
                <a:sym typeface="Salesforce Sans"/>
              </a:endParaRPr>
            </a:p>
          </p:txBody>
        </p:sp>
        <p:sp>
          <p:nvSpPr>
            <p:cNvPr id="6232" name="Google Shape;6232;p172"/>
            <p:cNvSpPr/>
            <p:nvPr/>
          </p:nvSpPr>
          <p:spPr>
            <a:xfrm>
              <a:off x="13536628" y="76577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33" name="Google Shape;6233;p172"/>
            <p:cNvSpPr txBox="1"/>
            <p:nvPr/>
          </p:nvSpPr>
          <p:spPr>
            <a:xfrm>
              <a:off x="13672676" y="77897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sz="800" i="0" u="none" strike="noStrike" cap="none">
                <a:latin typeface="Salesforce Sans"/>
                <a:ea typeface="Salesforce Sans"/>
                <a:cs typeface="Salesforce Sans"/>
                <a:sym typeface="Salesforce Sans"/>
              </a:endParaRPr>
            </a:p>
          </p:txBody>
        </p:sp>
        <p:sp>
          <p:nvSpPr>
            <p:cNvPr id="6234" name="Google Shape;6234;p172"/>
            <p:cNvSpPr txBox="1"/>
            <p:nvPr/>
          </p:nvSpPr>
          <p:spPr>
            <a:xfrm>
              <a:off x="13672674" y="7940925"/>
              <a:ext cx="2339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i="0" u="none" strike="noStrike" cap="none">
                <a:latin typeface="Salesforce Sans"/>
                <a:ea typeface="Salesforce Sans"/>
                <a:cs typeface="Salesforce Sans"/>
                <a:sym typeface="Salesforce Sans"/>
              </a:endParaRPr>
            </a:p>
          </p:txBody>
        </p:sp>
        <p:sp>
          <p:nvSpPr>
            <p:cNvPr id="6235" name="Google Shape;6235;p172"/>
            <p:cNvSpPr txBox="1"/>
            <p:nvPr/>
          </p:nvSpPr>
          <p:spPr>
            <a:xfrm>
              <a:off x="13672674" y="8080700"/>
              <a:ext cx="2201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sz="800" i="0" u="none" strike="noStrike" cap="none">
                <a:latin typeface="Salesforce Sans"/>
                <a:ea typeface="Salesforce Sans"/>
                <a:cs typeface="Salesforce Sans"/>
                <a:sym typeface="Salesforce Sans"/>
              </a:endParaRPr>
            </a:p>
          </p:txBody>
        </p:sp>
        <p:sp>
          <p:nvSpPr>
            <p:cNvPr id="6236" name="Google Shape;6236;p172"/>
            <p:cNvSpPr/>
            <p:nvPr/>
          </p:nvSpPr>
          <p:spPr>
            <a:xfrm>
              <a:off x="13536628" y="780831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37" name="Google Shape;6237;p172"/>
            <p:cNvSpPr/>
            <p:nvPr/>
          </p:nvSpPr>
          <p:spPr>
            <a:xfrm>
              <a:off x="13536628" y="795952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38" name="Google Shape;6238;p172"/>
            <p:cNvSpPr/>
            <p:nvPr/>
          </p:nvSpPr>
          <p:spPr>
            <a:xfrm>
              <a:off x="13536628" y="809931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39" name="Google Shape;6239;p172"/>
            <p:cNvSpPr txBox="1"/>
            <p:nvPr/>
          </p:nvSpPr>
          <p:spPr>
            <a:xfrm>
              <a:off x="13672676" y="57286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sz="800" i="0" u="none" strike="noStrike" cap="none">
                <a:latin typeface="Salesforce Sans"/>
                <a:ea typeface="Salesforce Sans"/>
                <a:cs typeface="Salesforce Sans"/>
                <a:sym typeface="Salesforce Sans"/>
              </a:endParaRPr>
            </a:p>
          </p:txBody>
        </p:sp>
        <p:sp>
          <p:nvSpPr>
            <p:cNvPr id="6240" name="Google Shape;6240;p172"/>
            <p:cNvSpPr txBox="1"/>
            <p:nvPr/>
          </p:nvSpPr>
          <p:spPr>
            <a:xfrm>
              <a:off x="13672676" y="58772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sz="800" i="0" u="none" strike="noStrike" cap="none">
                <a:latin typeface="Salesforce Sans"/>
                <a:ea typeface="Salesforce Sans"/>
                <a:cs typeface="Salesforce Sans"/>
                <a:sym typeface="Salesforce Sans"/>
              </a:endParaRPr>
            </a:p>
          </p:txBody>
        </p:sp>
        <p:sp>
          <p:nvSpPr>
            <p:cNvPr id="6241" name="Google Shape;6241;p172"/>
            <p:cNvSpPr txBox="1"/>
            <p:nvPr/>
          </p:nvSpPr>
          <p:spPr>
            <a:xfrm>
              <a:off x="13672676" y="60258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sz="800" i="0" u="none" strike="noStrike" cap="none">
                <a:latin typeface="Salesforce Sans"/>
                <a:ea typeface="Salesforce Sans"/>
                <a:cs typeface="Salesforce Sans"/>
                <a:sym typeface="Salesforce Sans"/>
              </a:endParaRPr>
            </a:p>
          </p:txBody>
        </p:sp>
        <p:sp>
          <p:nvSpPr>
            <p:cNvPr id="6242" name="Google Shape;6242;p172"/>
            <p:cNvSpPr txBox="1"/>
            <p:nvPr/>
          </p:nvSpPr>
          <p:spPr>
            <a:xfrm>
              <a:off x="13672676" y="617705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sz="800" i="0" u="none" strike="noStrike" cap="none">
                <a:latin typeface="Salesforce Sans"/>
                <a:ea typeface="Salesforce Sans"/>
                <a:cs typeface="Salesforce Sans"/>
                <a:sym typeface="Salesforce Sans"/>
              </a:endParaRPr>
            </a:p>
          </p:txBody>
        </p:sp>
        <p:sp>
          <p:nvSpPr>
            <p:cNvPr id="6243" name="Google Shape;6243;p172"/>
            <p:cNvSpPr txBox="1"/>
            <p:nvPr/>
          </p:nvSpPr>
          <p:spPr>
            <a:xfrm>
              <a:off x="13672674" y="631685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sz="800" i="0" u="none" strike="noStrike" cap="none">
                <a:latin typeface="Salesforce Sans"/>
                <a:ea typeface="Salesforce Sans"/>
                <a:cs typeface="Salesforce Sans"/>
                <a:sym typeface="Salesforce Sans"/>
              </a:endParaRPr>
            </a:p>
          </p:txBody>
        </p:sp>
        <p:sp>
          <p:nvSpPr>
            <p:cNvPr id="6244" name="Google Shape;6244;p172"/>
            <p:cNvSpPr txBox="1"/>
            <p:nvPr/>
          </p:nvSpPr>
          <p:spPr>
            <a:xfrm>
              <a:off x="13672676" y="5097112"/>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6245" name="Google Shape;6245;p172"/>
            <p:cNvSpPr/>
            <p:nvPr/>
          </p:nvSpPr>
          <p:spPr>
            <a:xfrm>
              <a:off x="13536628" y="51155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46" name="Google Shape;6246;p172"/>
            <p:cNvSpPr txBox="1"/>
            <p:nvPr/>
          </p:nvSpPr>
          <p:spPr>
            <a:xfrm>
              <a:off x="13672675" y="5252125"/>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6247" name="Google Shape;6247;p172"/>
            <p:cNvSpPr/>
            <p:nvPr/>
          </p:nvSpPr>
          <p:spPr>
            <a:xfrm>
              <a:off x="13536628" y="527057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48" name="Google Shape;6248;p172"/>
            <p:cNvSpPr txBox="1"/>
            <p:nvPr/>
          </p:nvSpPr>
          <p:spPr>
            <a:xfrm>
              <a:off x="13672676" y="540713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6249" name="Google Shape;6249;p172"/>
            <p:cNvSpPr/>
            <p:nvPr/>
          </p:nvSpPr>
          <p:spPr>
            <a:xfrm>
              <a:off x="13536628" y="542558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0" name="Google Shape;6250;p172"/>
            <p:cNvSpPr txBox="1"/>
            <p:nvPr/>
          </p:nvSpPr>
          <p:spPr>
            <a:xfrm>
              <a:off x="13672675" y="5567925"/>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6251" name="Google Shape;6251;p172"/>
            <p:cNvSpPr/>
            <p:nvPr/>
          </p:nvSpPr>
          <p:spPr>
            <a:xfrm>
              <a:off x="13536628" y="55863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2" name="Google Shape;6252;p172"/>
            <p:cNvSpPr/>
            <p:nvPr/>
          </p:nvSpPr>
          <p:spPr>
            <a:xfrm>
              <a:off x="13536628" y="589583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3" name="Google Shape;6253;p172"/>
            <p:cNvSpPr/>
            <p:nvPr/>
          </p:nvSpPr>
          <p:spPr>
            <a:xfrm>
              <a:off x="13536628" y="604444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54" name="Google Shape;6254;p172"/>
            <p:cNvSpPr/>
            <p:nvPr/>
          </p:nvSpPr>
          <p:spPr>
            <a:xfrm>
              <a:off x="13536628" y="619565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5" name="Google Shape;6255;p172"/>
            <p:cNvSpPr/>
            <p:nvPr/>
          </p:nvSpPr>
          <p:spPr>
            <a:xfrm>
              <a:off x="13536628" y="63354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6" name="Google Shape;6256;p172"/>
            <p:cNvSpPr/>
            <p:nvPr/>
          </p:nvSpPr>
          <p:spPr>
            <a:xfrm>
              <a:off x="13536628" y="57472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57" name="Google Shape;6257;p172"/>
            <p:cNvSpPr txBox="1"/>
            <p:nvPr/>
          </p:nvSpPr>
          <p:spPr>
            <a:xfrm>
              <a:off x="13672676" y="64673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sz="800" i="0" u="none" strike="noStrike" cap="none">
                <a:latin typeface="Salesforce Sans"/>
                <a:ea typeface="Salesforce Sans"/>
                <a:cs typeface="Salesforce Sans"/>
                <a:sym typeface="Salesforce Sans"/>
              </a:endParaRPr>
            </a:p>
          </p:txBody>
        </p:sp>
        <p:sp>
          <p:nvSpPr>
            <p:cNvPr id="6258" name="Google Shape;6258;p172"/>
            <p:cNvSpPr/>
            <p:nvPr/>
          </p:nvSpPr>
          <p:spPr>
            <a:xfrm>
              <a:off x="13536628" y="648598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59" name="Google Shape;6259;p172"/>
            <p:cNvSpPr txBox="1"/>
            <p:nvPr/>
          </p:nvSpPr>
          <p:spPr>
            <a:xfrm>
              <a:off x="13674506" y="6611163"/>
              <a:ext cx="829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sz="800" i="0" u="none" strike="noStrike" cap="none">
                <a:latin typeface="Salesforce Sans"/>
                <a:ea typeface="Salesforce Sans"/>
                <a:cs typeface="Salesforce Sans"/>
                <a:sym typeface="Salesforce Sans"/>
              </a:endParaRPr>
            </a:p>
          </p:txBody>
        </p:sp>
        <p:sp>
          <p:nvSpPr>
            <p:cNvPr id="6260" name="Google Shape;6260;p172"/>
            <p:cNvSpPr txBox="1"/>
            <p:nvPr/>
          </p:nvSpPr>
          <p:spPr>
            <a:xfrm>
              <a:off x="13672676" y="41284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sz="800" i="0" u="none" strike="noStrike" cap="none">
                <a:latin typeface="Salesforce Sans"/>
                <a:ea typeface="Salesforce Sans"/>
                <a:cs typeface="Salesforce Sans"/>
                <a:sym typeface="Salesforce Sans"/>
              </a:endParaRPr>
            </a:p>
          </p:txBody>
        </p:sp>
        <p:sp>
          <p:nvSpPr>
            <p:cNvPr id="6261" name="Google Shape;6261;p172"/>
            <p:cNvSpPr txBox="1"/>
            <p:nvPr/>
          </p:nvSpPr>
          <p:spPr>
            <a:xfrm>
              <a:off x="13672676" y="42770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sz="800" i="0" u="none" strike="noStrike" cap="none">
                <a:latin typeface="Salesforce Sans"/>
                <a:ea typeface="Salesforce Sans"/>
                <a:cs typeface="Salesforce Sans"/>
                <a:sym typeface="Salesforce Sans"/>
              </a:endParaRPr>
            </a:p>
          </p:txBody>
        </p:sp>
        <p:sp>
          <p:nvSpPr>
            <p:cNvPr id="6262" name="Google Shape;6262;p172"/>
            <p:cNvSpPr txBox="1"/>
            <p:nvPr/>
          </p:nvSpPr>
          <p:spPr>
            <a:xfrm>
              <a:off x="13672676" y="44256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sz="800" i="0" u="none" strike="noStrike" cap="none">
                <a:latin typeface="Salesforce Sans"/>
                <a:ea typeface="Salesforce Sans"/>
                <a:cs typeface="Salesforce Sans"/>
                <a:sym typeface="Salesforce Sans"/>
              </a:endParaRPr>
            </a:p>
          </p:txBody>
        </p:sp>
        <p:sp>
          <p:nvSpPr>
            <p:cNvPr id="6263" name="Google Shape;6263;p172"/>
            <p:cNvSpPr txBox="1"/>
            <p:nvPr/>
          </p:nvSpPr>
          <p:spPr>
            <a:xfrm>
              <a:off x="13672676" y="457685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sz="800" i="0" u="none" strike="noStrike" cap="none">
                <a:latin typeface="Salesforce Sans"/>
                <a:ea typeface="Salesforce Sans"/>
                <a:cs typeface="Salesforce Sans"/>
                <a:sym typeface="Salesforce Sans"/>
              </a:endParaRPr>
            </a:p>
          </p:txBody>
        </p:sp>
        <p:sp>
          <p:nvSpPr>
            <p:cNvPr id="6264" name="Google Shape;6264;p172"/>
            <p:cNvSpPr txBox="1"/>
            <p:nvPr/>
          </p:nvSpPr>
          <p:spPr>
            <a:xfrm>
              <a:off x="13672674" y="4716650"/>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sz="800" i="0" u="none" strike="noStrike" cap="none">
                <a:latin typeface="Salesforce Sans"/>
                <a:ea typeface="Salesforce Sans"/>
                <a:cs typeface="Salesforce Sans"/>
                <a:sym typeface="Salesforce Sans"/>
              </a:endParaRPr>
            </a:p>
          </p:txBody>
        </p:sp>
        <p:sp>
          <p:nvSpPr>
            <p:cNvPr id="6265" name="Google Shape;6265;p172"/>
            <p:cNvSpPr txBox="1"/>
            <p:nvPr/>
          </p:nvSpPr>
          <p:spPr>
            <a:xfrm>
              <a:off x="13672676" y="3496912"/>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6266" name="Google Shape;6266;p172"/>
            <p:cNvSpPr/>
            <p:nvPr/>
          </p:nvSpPr>
          <p:spPr>
            <a:xfrm>
              <a:off x="13536628" y="35153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67" name="Google Shape;6267;p172"/>
            <p:cNvSpPr txBox="1"/>
            <p:nvPr/>
          </p:nvSpPr>
          <p:spPr>
            <a:xfrm>
              <a:off x="13672675" y="3651925"/>
              <a:ext cx="1984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6268" name="Google Shape;6268;p172"/>
            <p:cNvSpPr/>
            <p:nvPr/>
          </p:nvSpPr>
          <p:spPr>
            <a:xfrm>
              <a:off x="13536628" y="367037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69" name="Google Shape;6269;p172"/>
            <p:cNvSpPr txBox="1"/>
            <p:nvPr/>
          </p:nvSpPr>
          <p:spPr>
            <a:xfrm>
              <a:off x="13672676" y="3806931"/>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6270" name="Google Shape;6270;p172"/>
            <p:cNvSpPr/>
            <p:nvPr/>
          </p:nvSpPr>
          <p:spPr>
            <a:xfrm>
              <a:off x="13536628" y="382538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1" name="Google Shape;6271;p172"/>
            <p:cNvSpPr txBox="1"/>
            <p:nvPr/>
          </p:nvSpPr>
          <p:spPr>
            <a:xfrm>
              <a:off x="13672675" y="3967725"/>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6272" name="Google Shape;6272;p172"/>
            <p:cNvSpPr/>
            <p:nvPr/>
          </p:nvSpPr>
          <p:spPr>
            <a:xfrm>
              <a:off x="13536628" y="39861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3" name="Google Shape;6273;p172"/>
            <p:cNvSpPr/>
            <p:nvPr/>
          </p:nvSpPr>
          <p:spPr>
            <a:xfrm>
              <a:off x="13536628" y="42956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4" name="Google Shape;6274;p172"/>
            <p:cNvSpPr/>
            <p:nvPr/>
          </p:nvSpPr>
          <p:spPr>
            <a:xfrm>
              <a:off x="13536628" y="44442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275" name="Google Shape;6275;p172"/>
            <p:cNvSpPr/>
            <p:nvPr/>
          </p:nvSpPr>
          <p:spPr>
            <a:xfrm>
              <a:off x="13536628" y="459545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6" name="Google Shape;6276;p172"/>
            <p:cNvSpPr/>
            <p:nvPr/>
          </p:nvSpPr>
          <p:spPr>
            <a:xfrm>
              <a:off x="13536628" y="473524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7" name="Google Shape;6277;p172"/>
            <p:cNvSpPr/>
            <p:nvPr/>
          </p:nvSpPr>
          <p:spPr>
            <a:xfrm>
              <a:off x="13536628" y="41470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78" name="Google Shape;6278;p172"/>
            <p:cNvSpPr txBox="1"/>
            <p:nvPr/>
          </p:nvSpPr>
          <p:spPr>
            <a:xfrm>
              <a:off x="13672676" y="48671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sz="800" i="0" u="none" strike="noStrike" cap="none">
                <a:latin typeface="Salesforce Sans"/>
                <a:ea typeface="Salesforce Sans"/>
                <a:cs typeface="Salesforce Sans"/>
                <a:sym typeface="Salesforce Sans"/>
              </a:endParaRPr>
            </a:p>
          </p:txBody>
        </p:sp>
        <p:sp>
          <p:nvSpPr>
            <p:cNvPr id="6279" name="Google Shape;6279;p172"/>
            <p:cNvSpPr/>
            <p:nvPr/>
          </p:nvSpPr>
          <p:spPr>
            <a:xfrm>
              <a:off x="13536628" y="488578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matchingName="Industry_Communications">
  <p:cSld name="TITLE_AND_BODY_5_1_1_1_1_1_1">
    <p:spTree>
      <p:nvGrpSpPr>
        <p:cNvPr id="1" name="Shape 6280"/>
        <p:cNvGrpSpPr/>
        <p:nvPr/>
      </p:nvGrpSpPr>
      <p:grpSpPr>
        <a:xfrm>
          <a:off x="0" y="0"/>
          <a:ext cx="0" cy="0"/>
          <a:chOff x="0" y="0"/>
          <a:chExt cx="0" cy="0"/>
        </a:xfrm>
      </p:grpSpPr>
      <p:sp>
        <p:nvSpPr>
          <p:cNvPr id="6281" name="Google Shape;6281;p173"/>
          <p:cNvSpPr txBox="1"/>
          <p:nvPr/>
        </p:nvSpPr>
        <p:spPr>
          <a:xfrm>
            <a:off x="571500" y="190500"/>
            <a:ext cx="17191200" cy="12468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6282" name="Google Shape;6282;p173"/>
          <p:cNvGrpSpPr/>
          <p:nvPr/>
        </p:nvGrpSpPr>
        <p:grpSpPr>
          <a:xfrm>
            <a:off x="11416650" y="987281"/>
            <a:ext cx="6313200" cy="308305"/>
            <a:chOff x="11238000" y="957895"/>
            <a:chExt cx="6313200" cy="308305"/>
          </a:xfrm>
        </p:grpSpPr>
        <p:sp>
          <p:nvSpPr>
            <p:cNvPr id="6283" name="Google Shape;6283;p173"/>
            <p:cNvSpPr/>
            <p:nvPr/>
          </p:nvSpPr>
          <p:spPr>
            <a:xfrm>
              <a:off x="11238000" y="957895"/>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6284" name="Google Shape;6284;p173"/>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285" name="Google Shape;6285;p173"/>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286" name="Google Shape;6286;p173"/>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287" name="Google Shape;6287;p173"/>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288" name="Google Shape;6288;p173"/>
            <p:cNvSpPr txBox="1"/>
            <p:nvPr/>
          </p:nvSpPr>
          <p:spPr>
            <a:xfrm>
              <a:off x="16806898" y="1012344"/>
              <a:ext cx="521400" cy="1869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sp>
          <p:nvSpPr>
            <p:cNvPr id="6289" name="Google Shape;6289;p173"/>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290" name="Google Shape;6290;p173"/>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291" name="Google Shape;6291;p173"/>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292" name="Google Shape;6292;p173"/>
          <p:cNvSpPr/>
          <p:nvPr/>
        </p:nvSpPr>
        <p:spPr>
          <a:xfrm>
            <a:off x="13069425" y="9848851"/>
            <a:ext cx="5009100" cy="18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b="1">
              <a:latin typeface="Salesforce Sans"/>
              <a:ea typeface="Salesforce Sans"/>
              <a:cs typeface="Salesforce Sans"/>
              <a:sym typeface="Salesforce Sans"/>
            </a:endParaRPr>
          </a:p>
        </p:txBody>
      </p:sp>
      <p:sp>
        <p:nvSpPr>
          <p:cNvPr id="6293" name="Google Shape;6293;p173"/>
          <p:cNvSpPr/>
          <p:nvPr/>
        </p:nvSpPr>
        <p:spPr>
          <a:xfrm>
            <a:off x="1678107" y="8675043"/>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Customer Service </a:t>
            </a:r>
            <a:endParaRPr sz="900" b="1" i="0" u="none" strike="noStrike" cap="none">
              <a:solidFill>
                <a:srgbClr val="066AFE"/>
              </a:solidFill>
              <a:latin typeface="Salesforce Sans"/>
              <a:ea typeface="Salesforce Sans"/>
              <a:cs typeface="Salesforce Sans"/>
              <a:sym typeface="Salesforce Sans"/>
            </a:endParaRPr>
          </a:p>
        </p:txBody>
      </p:sp>
      <p:sp>
        <p:nvSpPr>
          <p:cNvPr id="6294" name="Google Shape;6294;p173"/>
          <p:cNvSpPr/>
          <p:nvPr/>
        </p:nvSpPr>
        <p:spPr>
          <a:xfrm>
            <a:off x="1678107" y="7641756"/>
            <a:ext cx="815400" cy="282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Field Service </a:t>
            </a:r>
            <a:endParaRPr sz="900" b="1" i="0" u="none" strike="noStrike" cap="none">
              <a:solidFill>
                <a:srgbClr val="066AFE"/>
              </a:solidFill>
              <a:latin typeface="Salesforce Sans"/>
              <a:ea typeface="Salesforce Sans"/>
              <a:cs typeface="Salesforce Sans"/>
              <a:sym typeface="Salesforce Sans"/>
            </a:endParaRPr>
          </a:p>
        </p:txBody>
      </p:sp>
      <p:sp>
        <p:nvSpPr>
          <p:cNvPr id="6295" name="Google Shape;6295;p173"/>
          <p:cNvSpPr/>
          <p:nvPr/>
        </p:nvSpPr>
        <p:spPr>
          <a:xfrm>
            <a:off x="1678107" y="3441300"/>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In-person Retail Sales</a:t>
            </a:r>
            <a:endParaRPr sz="900" b="1" i="0" u="none" strike="noStrike" cap="none">
              <a:solidFill>
                <a:srgbClr val="066AFE"/>
              </a:solidFill>
              <a:latin typeface="Salesforce Sans"/>
              <a:ea typeface="Salesforce Sans"/>
              <a:cs typeface="Salesforce Sans"/>
              <a:sym typeface="Salesforce Sans"/>
            </a:endParaRPr>
          </a:p>
        </p:txBody>
      </p:sp>
      <p:sp>
        <p:nvSpPr>
          <p:cNvPr id="6296" name="Google Shape;6296;p173"/>
          <p:cNvSpPr/>
          <p:nvPr/>
        </p:nvSpPr>
        <p:spPr>
          <a:xfrm>
            <a:off x="1678102" y="2958581"/>
            <a:ext cx="1022400" cy="423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Retail Opening and Strategy </a:t>
            </a:r>
            <a:endParaRPr sz="900" b="1" i="0" u="none" strike="noStrike" cap="none">
              <a:solidFill>
                <a:srgbClr val="066AFE"/>
              </a:solidFill>
              <a:latin typeface="Salesforce Sans"/>
              <a:ea typeface="Salesforce Sans"/>
              <a:cs typeface="Salesforce Sans"/>
              <a:sym typeface="Salesforce Sans"/>
            </a:endParaRPr>
          </a:p>
        </p:txBody>
      </p:sp>
      <p:sp>
        <p:nvSpPr>
          <p:cNvPr id="6297" name="Google Shape;6297;p173"/>
          <p:cNvSpPr/>
          <p:nvPr/>
        </p:nvSpPr>
        <p:spPr>
          <a:xfrm>
            <a:off x="1678107" y="2322500"/>
            <a:ext cx="9525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Forecasting and Analytics </a:t>
            </a:r>
            <a:endParaRPr sz="900" b="1" i="0" u="none" strike="noStrike" cap="none">
              <a:solidFill>
                <a:srgbClr val="066AFE"/>
              </a:solidFill>
              <a:latin typeface="Salesforce Sans"/>
              <a:ea typeface="Salesforce Sans"/>
              <a:cs typeface="Salesforce Sans"/>
              <a:sym typeface="Salesforce Sans"/>
            </a:endParaRPr>
          </a:p>
        </p:txBody>
      </p:sp>
      <p:sp>
        <p:nvSpPr>
          <p:cNvPr id="6298" name="Google Shape;6298;p173"/>
          <p:cNvSpPr/>
          <p:nvPr/>
        </p:nvSpPr>
        <p:spPr>
          <a:xfrm>
            <a:off x="1678107" y="6597350"/>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Wholesaler Management </a:t>
            </a:r>
            <a:endParaRPr sz="900" b="1" i="0" u="none" strike="noStrike" cap="none">
              <a:solidFill>
                <a:srgbClr val="066AFE"/>
              </a:solidFill>
              <a:latin typeface="Salesforce Sans"/>
              <a:ea typeface="Salesforce Sans"/>
              <a:cs typeface="Salesforce Sans"/>
              <a:sym typeface="Salesforce Sans"/>
            </a:endParaRPr>
          </a:p>
        </p:txBody>
      </p:sp>
      <p:sp>
        <p:nvSpPr>
          <p:cNvPr id="6299" name="Google Shape;6299;p173"/>
          <p:cNvSpPr/>
          <p:nvPr/>
        </p:nvSpPr>
        <p:spPr>
          <a:xfrm>
            <a:off x="1678107" y="7022837"/>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Onboarding and Activation </a:t>
            </a:r>
            <a:endParaRPr sz="900" b="1" i="0" u="none" strike="noStrike" cap="none">
              <a:solidFill>
                <a:srgbClr val="066AFE"/>
              </a:solidFill>
              <a:latin typeface="Salesforce Sans"/>
              <a:ea typeface="Salesforce Sans"/>
              <a:cs typeface="Salesforce Sans"/>
              <a:sym typeface="Salesforce Sans"/>
            </a:endParaRPr>
          </a:p>
        </p:txBody>
      </p:sp>
      <p:sp>
        <p:nvSpPr>
          <p:cNvPr id="6300" name="Google Shape;6300;p173"/>
          <p:cNvSpPr/>
          <p:nvPr/>
        </p:nvSpPr>
        <p:spPr>
          <a:xfrm>
            <a:off x="1678107" y="4683367"/>
            <a:ext cx="846600" cy="282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a:t>
            </a:r>
            <a:r>
              <a:rPr lang="en" sz="900" b="1">
                <a:solidFill>
                  <a:srgbClr val="066AFE"/>
                </a:solidFill>
                <a:latin typeface="Salesforce Sans"/>
                <a:ea typeface="Salesforce Sans"/>
                <a:cs typeface="Salesforce Sans"/>
                <a:sym typeface="Salesforce Sans"/>
              </a:rPr>
              <a:t>&amp; </a:t>
            </a:r>
            <a:r>
              <a:rPr lang="en" sz="900" b="1" i="0" u="none" strike="noStrike" cap="none">
                <a:solidFill>
                  <a:srgbClr val="066AFE"/>
                </a:solidFill>
                <a:latin typeface="Salesforce Sans"/>
                <a:ea typeface="Salesforce Sans"/>
                <a:cs typeface="Salesforce Sans"/>
                <a:sym typeface="Salesforce Sans"/>
              </a:rPr>
              <a:t>Reseller M</a:t>
            </a:r>
            <a:r>
              <a:rPr lang="en" sz="900" b="1">
                <a:solidFill>
                  <a:srgbClr val="066AFE"/>
                </a:solidFill>
                <a:latin typeface="Salesforce Sans"/>
                <a:ea typeface="Salesforce Sans"/>
                <a:cs typeface="Salesforce Sans"/>
                <a:sym typeface="Salesforce Sans"/>
              </a:rPr>
              <a:t>gmt </a:t>
            </a:r>
            <a:endParaRPr sz="900" b="1" i="0" u="none" strike="noStrike" cap="none">
              <a:solidFill>
                <a:srgbClr val="066AFE"/>
              </a:solidFill>
              <a:latin typeface="Salesforce Sans"/>
              <a:ea typeface="Salesforce Sans"/>
              <a:cs typeface="Salesforce Sans"/>
              <a:sym typeface="Salesforce Sans"/>
            </a:endParaRPr>
          </a:p>
        </p:txBody>
      </p:sp>
      <p:sp>
        <p:nvSpPr>
          <p:cNvPr id="6301" name="Google Shape;6301;p173"/>
          <p:cNvSpPr/>
          <p:nvPr/>
        </p:nvSpPr>
        <p:spPr>
          <a:xfrm>
            <a:off x="1678107" y="5010253"/>
            <a:ext cx="8154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B2C Quoting &amp; Contracting </a:t>
            </a:r>
            <a:endParaRPr sz="900" b="1" i="0" u="none" strike="noStrike" cap="none">
              <a:solidFill>
                <a:srgbClr val="066AFE"/>
              </a:solidFill>
              <a:latin typeface="Salesforce Sans"/>
              <a:ea typeface="Salesforce Sans"/>
              <a:cs typeface="Salesforce Sans"/>
              <a:sym typeface="Salesforce Sans"/>
            </a:endParaRPr>
          </a:p>
        </p:txBody>
      </p:sp>
      <p:sp>
        <p:nvSpPr>
          <p:cNvPr id="6302" name="Google Shape;6302;p173"/>
          <p:cNvSpPr/>
          <p:nvPr/>
        </p:nvSpPr>
        <p:spPr>
          <a:xfrm>
            <a:off x="1678107" y="3889267"/>
            <a:ext cx="815400" cy="4230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a:t>
            </a:r>
            <a:r>
              <a:rPr lang="en" sz="900" b="1">
                <a:solidFill>
                  <a:srgbClr val="066AFE"/>
                </a:solidFill>
                <a:latin typeface="Salesforce Sans"/>
                <a:ea typeface="Salesforce Sans"/>
                <a:cs typeface="Salesforce Sans"/>
                <a:sym typeface="Salesforce Sans"/>
              </a:rPr>
              <a:t>B</a:t>
            </a:r>
            <a:r>
              <a:rPr lang="en" sz="900" b="1" i="0" u="none" strike="noStrike" cap="none">
                <a:solidFill>
                  <a:srgbClr val="066AFE"/>
                </a:solidFill>
                <a:latin typeface="Salesforce Sans"/>
                <a:ea typeface="Salesforce Sans"/>
                <a:cs typeface="Salesforce Sans"/>
                <a:sym typeface="Salesforce Sans"/>
              </a:rPr>
              <a:t> Acquisition </a:t>
            </a:r>
            <a:endParaRPr sz="900" b="1" i="0" u="none" strike="noStrike" cap="none">
              <a:solidFill>
                <a:srgbClr val="066AFE"/>
              </a:solidFill>
              <a:latin typeface="Salesforce Sans"/>
              <a:ea typeface="Salesforce Sans"/>
              <a:cs typeface="Salesforce Sans"/>
              <a:sym typeface="Salesforce Sans"/>
            </a:endParaRPr>
          </a:p>
        </p:txBody>
      </p:sp>
      <p:sp>
        <p:nvSpPr>
          <p:cNvPr id="6303" name="Google Shape;6303;p173"/>
          <p:cNvSpPr/>
          <p:nvPr/>
        </p:nvSpPr>
        <p:spPr>
          <a:xfrm>
            <a:off x="1678107" y="5644063"/>
            <a:ext cx="815400" cy="3078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B2B Deal Management </a:t>
            </a:r>
            <a:endParaRPr sz="900" b="1" i="0" u="none" strike="noStrike" cap="none">
              <a:solidFill>
                <a:srgbClr val="066AFE"/>
              </a:solidFill>
              <a:latin typeface="Salesforce Sans"/>
              <a:ea typeface="Salesforce Sans"/>
              <a:cs typeface="Salesforce Sans"/>
              <a:sym typeface="Salesforce Sans"/>
            </a:endParaRPr>
          </a:p>
        </p:txBody>
      </p:sp>
      <p:sp>
        <p:nvSpPr>
          <p:cNvPr id="6304" name="Google Shape;6304;p173"/>
          <p:cNvSpPr txBox="1"/>
          <p:nvPr/>
        </p:nvSpPr>
        <p:spPr>
          <a:xfrm>
            <a:off x="2936457" y="29538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Launch Planning</a:t>
            </a:r>
            <a:endParaRPr sz="800" i="0" u="none" strike="noStrike" cap="none">
              <a:latin typeface="Salesforce Sans"/>
              <a:ea typeface="Salesforce Sans"/>
              <a:cs typeface="Salesforce Sans"/>
              <a:sym typeface="Salesforce Sans"/>
            </a:endParaRPr>
          </a:p>
        </p:txBody>
      </p:sp>
      <p:sp>
        <p:nvSpPr>
          <p:cNvPr id="6305" name="Google Shape;6305;p173"/>
          <p:cNvSpPr txBox="1"/>
          <p:nvPr/>
        </p:nvSpPr>
        <p:spPr>
          <a:xfrm>
            <a:off x="2936457" y="310958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Selection</a:t>
            </a:r>
            <a:endParaRPr sz="800" i="0" u="none" strike="noStrike" cap="none">
              <a:latin typeface="Salesforce Sans"/>
              <a:ea typeface="Salesforce Sans"/>
              <a:cs typeface="Salesforce Sans"/>
              <a:sym typeface="Salesforce Sans"/>
            </a:endParaRPr>
          </a:p>
        </p:txBody>
      </p:sp>
      <p:sp>
        <p:nvSpPr>
          <p:cNvPr id="6306" name="Google Shape;6306;p173"/>
          <p:cNvSpPr txBox="1"/>
          <p:nvPr/>
        </p:nvSpPr>
        <p:spPr>
          <a:xfrm>
            <a:off x="2936457" y="326534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Asset Deployment</a:t>
            </a:r>
            <a:endParaRPr sz="800" i="0" u="none" strike="noStrike" cap="none">
              <a:latin typeface="Salesforce Sans"/>
              <a:ea typeface="Salesforce Sans"/>
              <a:cs typeface="Salesforce Sans"/>
              <a:sym typeface="Salesforce Sans"/>
            </a:endParaRPr>
          </a:p>
        </p:txBody>
      </p:sp>
      <p:sp>
        <p:nvSpPr>
          <p:cNvPr id="6307" name="Google Shape;6307;p173"/>
          <p:cNvSpPr txBox="1"/>
          <p:nvPr/>
        </p:nvSpPr>
        <p:spPr>
          <a:xfrm>
            <a:off x="2936457" y="38870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sz="800" i="0" u="none" strike="noStrike" cap="none">
              <a:latin typeface="Salesforce Sans"/>
              <a:ea typeface="Salesforce Sans"/>
              <a:cs typeface="Salesforce Sans"/>
              <a:sym typeface="Salesforce Sans"/>
            </a:endParaRPr>
          </a:p>
        </p:txBody>
      </p:sp>
      <p:sp>
        <p:nvSpPr>
          <p:cNvPr id="6308" name="Google Shape;6308;p173"/>
          <p:cNvSpPr txBox="1"/>
          <p:nvPr/>
        </p:nvSpPr>
        <p:spPr>
          <a:xfrm>
            <a:off x="2936465" y="3436875"/>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sz="800" i="0" u="none" strike="noStrike" cap="none">
              <a:latin typeface="Salesforce Sans"/>
              <a:ea typeface="Salesforce Sans"/>
              <a:cs typeface="Salesforce Sans"/>
              <a:sym typeface="Salesforce Sans"/>
            </a:endParaRPr>
          </a:p>
        </p:txBody>
      </p:sp>
      <p:sp>
        <p:nvSpPr>
          <p:cNvPr id="6309" name="Google Shape;6309;p173"/>
          <p:cNvSpPr txBox="1"/>
          <p:nvPr/>
        </p:nvSpPr>
        <p:spPr>
          <a:xfrm>
            <a:off x="2936457" y="419614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sz="800" i="0" u="none" strike="noStrike" cap="none">
              <a:latin typeface="Salesforce Sans"/>
              <a:ea typeface="Salesforce Sans"/>
              <a:cs typeface="Salesforce Sans"/>
              <a:sym typeface="Salesforce Sans"/>
            </a:endParaRPr>
          </a:p>
        </p:txBody>
      </p:sp>
      <p:sp>
        <p:nvSpPr>
          <p:cNvPr id="6310" name="Google Shape;6310;p173"/>
          <p:cNvSpPr txBox="1"/>
          <p:nvPr/>
        </p:nvSpPr>
        <p:spPr>
          <a:xfrm>
            <a:off x="2936457" y="404039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sz="800" i="0" u="none" strike="noStrike" cap="none">
              <a:latin typeface="Salesforce Sans"/>
              <a:ea typeface="Salesforce Sans"/>
              <a:cs typeface="Salesforce Sans"/>
              <a:sym typeface="Salesforce Sans"/>
            </a:endParaRPr>
          </a:p>
        </p:txBody>
      </p:sp>
      <p:sp>
        <p:nvSpPr>
          <p:cNvPr id="6311" name="Google Shape;6311;p173"/>
          <p:cNvSpPr txBox="1"/>
          <p:nvPr/>
        </p:nvSpPr>
        <p:spPr>
          <a:xfrm>
            <a:off x="2936457" y="450527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sz="800" i="0" u="none" strike="noStrike" cap="none">
              <a:latin typeface="Salesforce Sans"/>
              <a:ea typeface="Salesforce Sans"/>
              <a:cs typeface="Salesforce Sans"/>
              <a:sym typeface="Salesforce Sans"/>
            </a:endParaRPr>
          </a:p>
        </p:txBody>
      </p:sp>
      <p:sp>
        <p:nvSpPr>
          <p:cNvPr id="6312" name="Google Shape;6312;p173"/>
          <p:cNvSpPr txBox="1"/>
          <p:nvPr/>
        </p:nvSpPr>
        <p:spPr>
          <a:xfrm>
            <a:off x="2936457" y="434952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SDR</a:t>
            </a:r>
            <a:endParaRPr sz="800" i="0" u="none" strike="noStrike" cap="none">
              <a:latin typeface="Salesforce Sans"/>
              <a:ea typeface="Salesforce Sans"/>
              <a:cs typeface="Salesforce Sans"/>
              <a:sym typeface="Salesforce Sans"/>
            </a:endParaRPr>
          </a:p>
        </p:txBody>
      </p:sp>
      <p:sp>
        <p:nvSpPr>
          <p:cNvPr id="6313" name="Google Shape;6313;p173"/>
          <p:cNvSpPr txBox="1"/>
          <p:nvPr/>
        </p:nvSpPr>
        <p:spPr>
          <a:xfrm>
            <a:off x="2936457" y="483347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Inquiry</a:t>
            </a:r>
            <a:endParaRPr sz="800" i="0" u="none" strike="noStrike" cap="none">
              <a:latin typeface="Salesforce Sans"/>
              <a:ea typeface="Salesforce Sans"/>
              <a:cs typeface="Salesforce Sans"/>
              <a:sym typeface="Salesforce Sans"/>
            </a:endParaRPr>
          </a:p>
        </p:txBody>
      </p:sp>
      <p:sp>
        <p:nvSpPr>
          <p:cNvPr id="6314" name="Google Shape;6314;p173"/>
          <p:cNvSpPr txBox="1"/>
          <p:nvPr/>
        </p:nvSpPr>
        <p:spPr>
          <a:xfrm>
            <a:off x="2936457" y="500832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sz="800" i="0" u="none" strike="noStrike" cap="none">
              <a:latin typeface="Salesforce Sans"/>
              <a:ea typeface="Salesforce Sans"/>
              <a:cs typeface="Salesforce Sans"/>
              <a:sym typeface="Salesforce Sans"/>
            </a:endParaRPr>
          </a:p>
        </p:txBody>
      </p:sp>
      <p:sp>
        <p:nvSpPr>
          <p:cNvPr id="6315" name="Google Shape;6315;p173"/>
          <p:cNvSpPr txBox="1"/>
          <p:nvPr/>
        </p:nvSpPr>
        <p:spPr>
          <a:xfrm>
            <a:off x="2936457" y="51616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Ordering </a:t>
            </a:r>
            <a:endParaRPr sz="800" i="0" u="none" strike="noStrike" cap="none">
              <a:latin typeface="Salesforce Sans"/>
              <a:ea typeface="Salesforce Sans"/>
              <a:cs typeface="Salesforce Sans"/>
              <a:sym typeface="Salesforce Sans"/>
            </a:endParaRPr>
          </a:p>
        </p:txBody>
      </p:sp>
      <p:sp>
        <p:nvSpPr>
          <p:cNvPr id="6316" name="Google Shape;6316;p173"/>
          <p:cNvSpPr txBox="1"/>
          <p:nvPr/>
        </p:nvSpPr>
        <p:spPr>
          <a:xfrm>
            <a:off x="2936457" y="547320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Invoice Generation</a:t>
            </a:r>
            <a:endParaRPr sz="800" i="0" u="none" strike="noStrike" cap="none">
              <a:latin typeface="Salesforce Sans"/>
              <a:ea typeface="Salesforce Sans"/>
              <a:cs typeface="Salesforce Sans"/>
              <a:sym typeface="Salesforce Sans"/>
            </a:endParaRPr>
          </a:p>
        </p:txBody>
      </p:sp>
      <p:sp>
        <p:nvSpPr>
          <p:cNvPr id="6317" name="Google Shape;6317;p173"/>
          <p:cNvSpPr txBox="1"/>
          <p:nvPr/>
        </p:nvSpPr>
        <p:spPr>
          <a:xfrm>
            <a:off x="2936457" y="58010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sz="800" i="0" u="none" strike="noStrike" cap="none">
              <a:latin typeface="Salesforce Sans"/>
              <a:ea typeface="Salesforce Sans"/>
              <a:cs typeface="Salesforce Sans"/>
              <a:sym typeface="Salesforce Sans"/>
            </a:endParaRPr>
          </a:p>
        </p:txBody>
      </p:sp>
      <p:sp>
        <p:nvSpPr>
          <p:cNvPr id="6318" name="Google Shape;6318;p173"/>
          <p:cNvSpPr txBox="1"/>
          <p:nvPr/>
        </p:nvSpPr>
        <p:spPr>
          <a:xfrm>
            <a:off x="2936457" y="595437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Deal Optimization</a:t>
            </a:r>
            <a:endParaRPr sz="800" i="0" u="none" strike="noStrike" cap="none">
              <a:latin typeface="Salesforce Sans"/>
              <a:ea typeface="Salesforce Sans"/>
              <a:cs typeface="Salesforce Sans"/>
              <a:sym typeface="Salesforce Sans"/>
            </a:endParaRPr>
          </a:p>
        </p:txBody>
      </p:sp>
      <p:sp>
        <p:nvSpPr>
          <p:cNvPr id="6319" name="Google Shape;6319;p173"/>
          <p:cNvSpPr txBox="1"/>
          <p:nvPr/>
        </p:nvSpPr>
        <p:spPr>
          <a:xfrm>
            <a:off x="2936457" y="531745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6320" name="Google Shape;6320;p173"/>
          <p:cNvSpPr txBox="1"/>
          <p:nvPr/>
        </p:nvSpPr>
        <p:spPr>
          <a:xfrm>
            <a:off x="2936457" y="611012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Quoting And Ordering</a:t>
            </a:r>
            <a:endParaRPr sz="800" i="0" u="none" strike="noStrike" cap="none">
              <a:latin typeface="Salesforce Sans"/>
              <a:ea typeface="Salesforce Sans"/>
              <a:cs typeface="Salesforce Sans"/>
              <a:sym typeface="Salesforce Sans"/>
            </a:endParaRPr>
          </a:p>
        </p:txBody>
      </p:sp>
      <p:sp>
        <p:nvSpPr>
          <p:cNvPr id="6321" name="Google Shape;6321;p173"/>
          <p:cNvSpPr txBox="1"/>
          <p:nvPr/>
        </p:nvSpPr>
        <p:spPr>
          <a:xfrm>
            <a:off x="2936457" y="62658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Contract Creation</a:t>
            </a:r>
            <a:endParaRPr sz="800" i="0" u="none" strike="noStrike" cap="none">
              <a:latin typeface="Salesforce Sans"/>
              <a:ea typeface="Salesforce Sans"/>
              <a:cs typeface="Salesforce Sans"/>
              <a:sym typeface="Salesforce Sans"/>
            </a:endParaRPr>
          </a:p>
        </p:txBody>
      </p:sp>
      <p:sp>
        <p:nvSpPr>
          <p:cNvPr id="6322" name="Google Shape;6322;p173"/>
          <p:cNvSpPr txBox="1"/>
          <p:nvPr/>
        </p:nvSpPr>
        <p:spPr>
          <a:xfrm>
            <a:off x="2936457" y="642163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Performance</a:t>
            </a:r>
            <a:endParaRPr sz="800" i="0" u="none" strike="noStrike" cap="none">
              <a:latin typeface="Salesforce Sans"/>
              <a:ea typeface="Salesforce Sans"/>
              <a:cs typeface="Salesforce Sans"/>
              <a:sym typeface="Salesforce Sans"/>
            </a:endParaRPr>
          </a:p>
        </p:txBody>
      </p:sp>
      <p:sp>
        <p:nvSpPr>
          <p:cNvPr id="6323" name="Google Shape;6323;p173"/>
          <p:cNvSpPr txBox="1"/>
          <p:nvPr/>
        </p:nvSpPr>
        <p:spPr>
          <a:xfrm>
            <a:off x="2936457" y="46794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Performance</a:t>
            </a:r>
            <a:endParaRPr sz="800" i="0" u="none" strike="noStrike" cap="none">
              <a:latin typeface="Salesforce Sans"/>
              <a:ea typeface="Salesforce Sans"/>
              <a:cs typeface="Salesforce Sans"/>
              <a:sym typeface="Salesforce Sans"/>
            </a:endParaRPr>
          </a:p>
        </p:txBody>
      </p:sp>
      <p:sp>
        <p:nvSpPr>
          <p:cNvPr id="6324" name="Google Shape;6324;p173"/>
          <p:cNvSpPr txBox="1"/>
          <p:nvPr/>
        </p:nvSpPr>
        <p:spPr>
          <a:xfrm>
            <a:off x="2936457" y="71721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Intent</a:t>
            </a:r>
            <a:endParaRPr sz="800" i="0" u="none" strike="noStrike" cap="none">
              <a:latin typeface="Salesforce Sans"/>
              <a:ea typeface="Salesforce Sans"/>
              <a:cs typeface="Salesforce Sans"/>
              <a:sym typeface="Salesforce Sans"/>
            </a:endParaRPr>
          </a:p>
        </p:txBody>
      </p:sp>
      <p:sp>
        <p:nvSpPr>
          <p:cNvPr id="6325" name="Google Shape;6325;p173"/>
          <p:cNvSpPr txBox="1"/>
          <p:nvPr/>
        </p:nvSpPr>
        <p:spPr>
          <a:xfrm>
            <a:off x="2936457" y="746935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First Use Enablement</a:t>
            </a:r>
            <a:endParaRPr sz="800" i="0" u="none" strike="noStrike" cap="none">
              <a:latin typeface="Salesforce Sans"/>
              <a:ea typeface="Salesforce Sans"/>
              <a:cs typeface="Salesforce Sans"/>
              <a:sym typeface="Salesforce Sans"/>
            </a:endParaRPr>
          </a:p>
        </p:txBody>
      </p:sp>
      <p:sp>
        <p:nvSpPr>
          <p:cNvPr id="6326" name="Google Shape;6326;p173"/>
          <p:cNvSpPr txBox="1"/>
          <p:nvPr/>
        </p:nvSpPr>
        <p:spPr>
          <a:xfrm>
            <a:off x="2936457" y="732074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Provisioning</a:t>
            </a:r>
            <a:endParaRPr sz="800" i="0" u="none" strike="noStrike" cap="none">
              <a:latin typeface="Salesforce Sans"/>
              <a:ea typeface="Salesforce Sans"/>
              <a:cs typeface="Salesforce Sans"/>
              <a:sym typeface="Salesforce Sans"/>
            </a:endParaRPr>
          </a:p>
        </p:txBody>
      </p:sp>
      <p:sp>
        <p:nvSpPr>
          <p:cNvPr id="6327" name="Google Shape;6327;p173"/>
          <p:cNvSpPr txBox="1"/>
          <p:nvPr/>
        </p:nvSpPr>
        <p:spPr>
          <a:xfrm>
            <a:off x="2936457" y="77938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Predictive Maintenance</a:t>
            </a:r>
            <a:endParaRPr sz="800" i="0" u="none" strike="noStrike" cap="none">
              <a:latin typeface="Salesforce Sans"/>
              <a:ea typeface="Salesforce Sans"/>
              <a:cs typeface="Salesforce Sans"/>
              <a:sym typeface="Salesforce Sans"/>
            </a:endParaRPr>
          </a:p>
        </p:txBody>
      </p:sp>
      <p:sp>
        <p:nvSpPr>
          <p:cNvPr id="6328" name="Google Shape;6328;p173"/>
          <p:cNvSpPr txBox="1"/>
          <p:nvPr/>
        </p:nvSpPr>
        <p:spPr>
          <a:xfrm>
            <a:off x="2936457" y="794249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Triage</a:t>
            </a:r>
            <a:endParaRPr sz="800" i="0" u="none" strike="noStrike" cap="none">
              <a:latin typeface="Salesforce Sans"/>
              <a:ea typeface="Salesforce Sans"/>
              <a:cs typeface="Salesforce Sans"/>
              <a:sym typeface="Salesforce Sans"/>
            </a:endParaRPr>
          </a:p>
        </p:txBody>
      </p:sp>
      <p:sp>
        <p:nvSpPr>
          <p:cNvPr id="6329" name="Google Shape;6329;p173"/>
          <p:cNvSpPr txBox="1"/>
          <p:nvPr/>
        </p:nvSpPr>
        <p:spPr>
          <a:xfrm>
            <a:off x="2936457" y="809110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Order Fulfillment</a:t>
            </a:r>
            <a:endParaRPr sz="800" i="0" u="none" strike="noStrike" cap="none">
              <a:latin typeface="Salesforce Sans"/>
              <a:ea typeface="Salesforce Sans"/>
              <a:cs typeface="Salesforce Sans"/>
              <a:sym typeface="Salesforce Sans"/>
            </a:endParaRPr>
          </a:p>
        </p:txBody>
      </p:sp>
      <p:sp>
        <p:nvSpPr>
          <p:cNvPr id="6330" name="Google Shape;6330;p173"/>
          <p:cNvSpPr txBox="1"/>
          <p:nvPr/>
        </p:nvSpPr>
        <p:spPr>
          <a:xfrm>
            <a:off x="2936457" y="823971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sz="800" i="0" u="none" strike="noStrike" cap="none">
              <a:latin typeface="Salesforce Sans"/>
              <a:ea typeface="Salesforce Sans"/>
              <a:cs typeface="Salesforce Sans"/>
              <a:sym typeface="Salesforce Sans"/>
            </a:endParaRPr>
          </a:p>
        </p:txBody>
      </p:sp>
      <p:sp>
        <p:nvSpPr>
          <p:cNvPr id="6331" name="Google Shape;6331;p173"/>
          <p:cNvSpPr txBox="1"/>
          <p:nvPr/>
        </p:nvSpPr>
        <p:spPr>
          <a:xfrm>
            <a:off x="2936457" y="867340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and Product Inquiry</a:t>
            </a:r>
            <a:endParaRPr sz="800" i="0" u="none" strike="noStrike" cap="none">
              <a:latin typeface="Salesforce Sans"/>
              <a:ea typeface="Salesforce Sans"/>
              <a:cs typeface="Salesforce Sans"/>
              <a:sym typeface="Salesforce Sans"/>
            </a:endParaRPr>
          </a:p>
        </p:txBody>
      </p:sp>
      <p:sp>
        <p:nvSpPr>
          <p:cNvPr id="6332" name="Google Shape;6332;p173"/>
          <p:cNvSpPr txBox="1"/>
          <p:nvPr/>
        </p:nvSpPr>
        <p:spPr>
          <a:xfrm>
            <a:off x="2936457" y="8388329"/>
            <a:ext cx="1457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sz="800" i="0" u="none" strike="noStrike" cap="none">
              <a:latin typeface="Salesforce Sans"/>
              <a:ea typeface="Salesforce Sans"/>
              <a:cs typeface="Salesforce Sans"/>
              <a:sym typeface="Salesforce Sans"/>
            </a:endParaRPr>
          </a:p>
        </p:txBody>
      </p:sp>
      <p:sp>
        <p:nvSpPr>
          <p:cNvPr id="6333" name="Google Shape;6333;p173"/>
          <p:cNvSpPr txBox="1"/>
          <p:nvPr/>
        </p:nvSpPr>
        <p:spPr>
          <a:xfrm>
            <a:off x="2936457" y="881319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MACD</a:t>
            </a:r>
            <a:endParaRPr sz="800" i="0" u="none" strike="noStrike" cap="none">
              <a:latin typeface="Salesforce Sans"/>
              <a:ea typeface="Salesforce Sans"/>
              <a:cs typeface="Salesforce Sans"/>
              <a:sym typeface="Salesforce Sans"/>
            </a:endParaRPr>
          </a:p>
        </p:txBody>
      </p:sp>
      <p:sp>
        <p:nvSpPr>
          <p:cNvPr id="6334" name="Google Shape;6334;p173"/>
          <p:cNvSpPr txBox="1"/>
          <p:nvPr/>
        </p:nvSpPr>
        <p:spPr>
          <a:xfrm>
            <a:off x="2936457" y="895298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sz="800" i="0" u="none" strike="noStrike" cap="none">
              <a:latin typeface="Salesforce Sans"/>
              <a:ea typeface="Salesforce Sans"/>
              <a:cs typeface="Salesforce Sans"/>
              <a:sym typeface="Salesforce Sans"/>
            </a:endParaRPr>
          </a:p>
        </p:txBody>
      </p:sp>
      <p:sp>
        <p:nvSpPr>
          <p:cNvPr id="6335" name="Google Shape;6335;p173"/>
          <p:cNvSpPr txBox="1"/>
          <p:nvPr/>
        </p:nvSpPr>
        <p:spPr>
          <a:xfrm>
            <a:off x="2936457" y="923256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sz="800" i="0" u="none" strike="noStrike" cap="none">
              <a:latin typeface="Salesforce Sans"/>
              <a:ea typeface="Salesforce Sans"/>
              <a:cs typeface="Salesforce Sans"/>
              <a:sym typeface="Salesforce Sans"/>
            </a:endParaRPr>
          </a:p>
        </p:txBody>
      </p:sp>
      <p:sp>
        <p:nvSpPr>
          <p:cNvPr id="6336" name="Google Shape;6336;p173"/>
          <p:cNvSpPr txBox="1"/>
          <p:nvPr/>
        </p:nvSpPr>
        <p:spPr>
          <a:xfrm>
            <a:off x="2936457" y="937235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sz="800" i="0" u="none" strike="noStrike" cap="none">
              <a:latin typeface="Salesforce Sans"/>
              <a:ea typeface="Salesforce Sans"/>
              <a:cs typeface="Salesforce Sans"/>
              <a:sym typeface="Salesforce Sans"/>
            </a:endParaRPr>
          </a:p>
        </p:txBody>
      </p:sp>
      <p:sp>
        <p:nvSpPr>
          <p:cNvPr id="6337" name="Google Shape;6337;p173"/>
          <p:cNvSpPr txBox="1"/>
          <p:nvPr/>
        </p:nvSpPr>
        <p:spPr>
          <a:xfrm>
            <a:off x="2936457" y="90927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Troubleshooting</a:t>
            </a:r>
            <a:endParaRPr sz="800" i="0" u="none" strike="noStrike" cap="none">
              <a:latin typeface="Salesforce Sans"/>
              <a:ea typeface="Salesforce Sans"/>
              <a:cs typeface="Salesforce Sans"/>
              <a:sym typeface="Salesforce Sans"/>
            </a:endParaRPr>
          </a:p>
        </p:txBody>
      </p:sp>
      <p:sp>
        <p:nvSpPr>
          <p:cNvPr id="6338" name="Google Shape;6338;p173"/>
          <p:cNvSpPr txBox="1"/>
          <p:nvPr/>
        </p:nvSpPr>
        <p:spPr>
          <a:xfrm>
            <a:off x="2936457" y="65939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Provisioning And Activation</a:t>
            </a:r>
            <a:endParaRPr sz="800" i="0" u="none" strike="noStrike" cap="none">
              <a:latin typeface="Salesforce Sans"/>
              <a:ea typeface="Salesforce Sans"/>
              <a:cs typeface="Salesforce Sans"/>
              <a:sym typeface="Salesforce Sans"/>
            </a:endParaRPr>
          </a:p>
        </p:txBody>
      </p:sp>
      <p:sp>
        <p:nvSpPr>
          <p:cNvPr id="6339" name="Google Shape;6339;p173"/>
          <p:cNvSpPr txBox="1"/>
          <p:nvPr/>
        </p:nvSpPr>
        <p:spPr>
          <a:xfrm>
            <a:off x="2936457" y="672489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Invoice Generation</a:t>
            </a:r>
            <a:endParaRPr sz="800" i="0" u="none" strike="noStrike" cap="none">
              <a:latin typeface="Salesforce Sans"/>
              <a:ea typeface="Salesforce Sans"/>
              <a:cs typeface="Salesforce Sans"/>
              <a:sym typeface="Salesforce Sans"/>
            </a:endParaRPr>
          </a:p>
        </p:txBody>
      </p:sp>
      <p:sp>
        <p:nvSpPr>
          <p:cNvPr id="6340" name="Google Shape;6340;p173"/>
          <p:cNvSpPr txBox="1"/>
          <p:nvPr/>
        </p:nvSpPr>
        <p:spPr>
          <a:xfrm>
            <a:off x="2936457" y="685586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Partner Inquiry</a:t>
            </a:r>
            <a:endParaRPr sz="800" i="0" u="none" strike="noStrike" cap="none">
              <a:latin typeface="Salesforce Sans"/>
              <a:ea typeface="Salesforce Sans"/>
              <a:cs typeface="Salesforce Sans"/>
              <a:sym typeface="Salesforce Sans"/>
            </a:endParaRPr>
          </a:p>
        </p:txBody>
      </p:sp>
      <p:sp>
        <p:nvSpPr>
          <p:cNvPr id="6341" name="Google Shape;6341;p173"/>
          <p:cNvSpPr txBox="1"/>
          <p:nvPr/>
        </p:nvSpPr>
        <p:spPr>
          <a:xfrm>
            <a:off x="2936457" y="702352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sz="800" i="0" u="none" strike="noStrike" cap="none">
              <a:latin typeface="Salesforce Sans"/>
              <a:ea typeface="Salesforce Sans"/>
              <a:cs typeface="Salesforce Sans"/>
              <a:sym typeface="Salesforce Sans"/>
            </a:endParaRPr>
          </a:p>
        </p:txBody>
      </p:sp>
      <p:sp>
        <p:nvSpPr>
          <p:cNvPr id="6342" name="Google Shape;6342;p173"/>
          <p:cNvSpPr/>
          <p:nvPr/>
        </p:nvSpPr>
        <p:spPr>
          <a:xfrm>
            <a:off x="2799092" y="345990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43" name="Google Shape;6343;p173"/>
          <p:cNvSpPr/>
          <p:nvPr/>
        </p:nvSpPr>
        <p:spPr>
          <a:xfrm>
            <a:off x="2799092" y="533604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44" name="Google Shape;6344;p173"/>
          <p:cNvSpPr/>
          <p:nvPr/>
        </p:nvSpPr>
        <p:spPr>
          <a:xfrm>
            <a:off x="2799092" y="6284479"/>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45" name="Google Shape;6345;p173"/>
          <p:cNvSpPr/>
          <p:nvPr/>
        </p:nvSpPr>
        <p:spPr>
          <a:xfrm>
            <a:off x="2799092" y="9111372"/>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46" name="Google Shape;6346;p173"/>
          <p:cNvSpPr txBox="1"/>
          <p:nvPr/>
        </p:nvSpPr>
        <p:spPr>
          <a:xfrm>
            <a:off x="2936457" y="18421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sz="800" i="0" u="none" strike="noStrike" cap="none">
              <a:latin typeface="Salesforce Sans"/>
              <a:ea typeface="Salesforce Sans"/>
              <a:cs typeface="Salesforce Sans"/>
              <a:sym typeface="Salesforce Sans"/>
            </a:endParaRPr>
          </a:p>
        </p:txBody>
      </p:sp>
      <p:sp>
        <p:nvSpPr>
          <p:cNvPr id="6347" name="Google Shape;6347;p173"/>
          <p:cNvSpPr/>
          <p:nvPr/>
        </p:nvSpPr>
        <p:spPr>
          <a:xfrm>
            <a:off x="2799092" y="1860638"/>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48" name="Google Shape;6348;p173"/>
          <p:cNvSpPr txBox="1"/>
          <p:nvPr/>
        </p:nvSpPr>
        <p:spPr>
          <a:xfrm>
            <a:off x="2936457" y="1997197"/>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sz="800" i="0" u="none" strike="noStrike" cap="none">
              <a:latin typeface="Salesforce Sans"/>
              <a:ea typeface="Salesforce Sans"/>
              <a:cs typeface="Salesforce Sans"/>
              <a:sym typeface="Salesforce Sans"/>
            </a:endParaRPr>
          </a:p>
        </p:txBody>
      </p:sp>
      <p:sp>
        <p:nvSpPr>
          <p:cNvPr id="6349" name="Google Shape;6349;p173"/>
          <p:cNvSpPr/>
          <p:nvPr/>
        </p:nvSpPr>
        <p:spPr>
          <a:xfrm>
            <a:off x="2799092" y="201564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50" name="Google Shape;6350;p173"/>
          <p:cNvSpPr txBox="1"/>
          <p:nvPr/>
        </p:nvSpPr>
        <p:spPr>
          <a:xfrm>
            <a:off x="2936457" y="215220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sz="800" i="0" u="none" strike="noStrike" cap="none">
              <a:latin typeface="Salesforce Sans"/>
              <a:ea typeface="Salesforce Sans"/>
              <a:cs typeface="Salesforce Sans"/>
              <a:sym typeface="Salesforce Sans"/>
            </a:endParaRPr>
          </a:p>
        </p:txBody>
      </p:sp>
      <p:sp>
        <p:nvSpPr>
          <p:cNvPr id="6351" name="Google Shape;6351;p173"/>
          <p:cNvSpPr/>
          <p:nvPr/>
        </p:nvSpPr>
        <p:spPr>
          <a:xfrm>
            <a:off x="2799092" y="217065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52" name="Google Shape;6352;p173"/>
          <p:cNvSpPr txBox="1"/>
          <p:nvPr/>
        </p:nvSpPr>
        <p:spPr>
          <a:xfrm>
            <a:off x="2936457" y="232251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sz="800" i="0" u="none" strike="noStrike" cap="none">
              <a:latin typeface="Salesforce Sans"/>
              <a:ea typeface="Salesforce Sans"/>
              <a:cs typeface="Salesforce Sans"/>
              <a:sym typeface="Salesforce Sans"/>
            </a:endParaRPr>
          </a:p>
        </p:txBody>
      </p:sp>
      <p:sp>
        <p:nvSpPr>
          <p:cNvPr id="6353" name="Google Shape;6353;p173"/>
          <p:cNvSpPr/>
          <p:nvPr/>
        </p:nvSpPr>
        <p:spPr>
          <a:xfrm>
            <a:off x="2799092" y="234096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54" name="Google Shape;6354;p173"/>
          <p:cNvSpPr txBox="1"/>
          <p:nvPr/>
        </p:nvSpPr>
        <p:spPr>
          <a:xfrm>
            <a:off x="2936457" y="247826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355" name="Google Shape;6355;p173"/>
          <p:cNvSpPr/>
          <p:nvPr/>
        </p:nvSpPr>
        <p:spPr>
          <a:xfrm>
            <a:off x="2799092" y="24967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56" name="Google Shape;6356;p173"/>
          <p:cNvSpPr txBox="1"/>
          <p:nvPr/>
        </p:nvSpPr>
        <p:spPr>
          <a:xfrm>
            <a:off x="2936457" y="278501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Scenario Modelling</a:t>
            </a:r>
            <a:endParaRPr sz="800" i="0" u="none" strike="noStrike" cap="none">
              <a:latin typeface="Salesforce Sans"/>
              <a:ea typeface="Salesforce Sans"/>
              <a:cs typeface="Salesforce Sans"/>
              <a:sym typeface="Salesforce Sans"/>
            </a:endParaRPr>
          </a:p>
        </p:txBody>
      </p:sp>
      <p:sp>
        <p:nvSpPr>
          <p:cNvPr id="6357" name="Google Shape;6357;p173"/>
          <p:cNvSpPr/>
          <p:nvPr/>
        </p:nvSpPr>
        <p:spPr>
          <a:xfrm>
            <a:off x="2799092" y="280346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58" name="Google Shape;6358;p173"/>
          <p:cNvSpPr/>
          <p:nvPr/>
        </p:nvSpPr>
        <p:spPr>
          <a:xfrm>
            <a:off x="2799092" y="297242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59" name="Google Shape;6359;p173"/>
          <p:cNvSpPr/>
          <p:nvPr/>
        </p:nvSpPr>
        <p:spPr>
          <a:xfrm>
            <a:off x="2799092" y="3128037"/>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60" name="Google Shape;6360;p173"/>
          <p:cNvSpPr txBox="1"/>
          <p:nvPr/>
        </p:nvSpPr>
        <p:spPr>
          <a:xfrm>
            <a:off x="2936457" y="26316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Forecast To Opportunity</a:t>
            </a:r>
            <a:endParaRPr sz="800" i="0" u="none" strike="noStrike" cap="none">
              <a:latin typeface="Salesforce Sans"/>
              <a:ea typeface="Salesforce Sans"/>
              <a:cs typeface="Salesforce Sans"/>
              <a:sym typeface="Salesforce Sans"/>
            </a:endParaRPr>
          </a:p>
        </p:txBody>
      </p:sp>
      <p:sp>
        <p:nvSpPr>
          <p:cNvPr id="6361" name="Google Shape;6361;p173"/>
          <p:cNvSpPr/>
          <p:nvPr/>
        </p:nvSpPr>
        <p:spPr>
          <a:xfrm>
            <a:off x="2799092" y="2650091"/>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62" name="Google Shape;6362;p173"/>
          <p:cNvSpPr/>
          <p:nvPr/>
        </p:nvSpPr>
        <p:spPr>
          <a:xfrm>
            <a:off x="2799092" y="390547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63" name="Google Shape;6363;p173"/>
          <p:cNvSpPr/>
          <p:nvPr/>
        </p:nvSpPr>
        <p:spPr>
          <a:xfrm>
            <a:off x="2799092" y="421474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64" name="Google Shape;6364;p173"/>
          <p:cNvSpPr/>
          <p:nvPr/>
        </p:nvSpPr>
        <p:spPr>
          <a:xfrm>
            <a:off x="2799092" y="405899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65" name="Google Shape;6365;p173"/>
          <p:cNvSpPr/>
          <p:nvPr/>
        </p:nvSpPr>
        <p:spPr>
          <a:xfrm>
            <a:off x="2799092" y="436811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66" name="Google Shape;6366;p173"/>
          <p:cNvSpPr/>
          <p:nvPr/>
        </p:nvSpPr>
        <p:spPr>
          <a:xfrm>
            <a:off x="2799092" y="518029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F6922C"/>
              </a:highlight>
              <a:latin typeface="Salesforce Sans"/>
              <a:ea typeface="Salesforce Sans"/>
              <a:cs typeface="Salesforce Sans"/>
              <a:sym typeface="Salesforce Sans"/>
            </a:endParaRPr>
          </a:p>
        </p:txBody>
      </p:sp>
      <p:sp>
        <p:nvSpPr>
          <p:cNvPr id="6367" name="Google Shape;6367;p173"/>
          <p:cNvSpPr/>
          <p:nvPr/>
        </p:nvSpPr>
        <p:spPr>
          <a:xfrm>
            <a:off x="2799092" y="6128725"/>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68" name="Google Shape;6368;p173"/>
          <p:cNvSpPr/>
          <p:nvPr/>
        </p:nvSpPr>
        <p:spPr>
          <a:xfrm>
            <a:off x="2799092" y="7812490"/>
            <a:ext cx="91200" cy="91200"/>
          </a:xfrm>
          <a:prstGeom prst="ellipse">
            <a:avLst/>
          </a:prstGeom>
          <a:solidFill>
            <a:srgbClr val="08ABED"/>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69" name="Google Shape;6369;p173"/>
          <p:cNvSpPr/>
          <p:nvPr/>
        </p:nvSpPr>
        <p:spPr>
          <a:xfrm>
            <a:off x="2799092" y="810971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70" name="Google Shape;6370;p173"/>
          <p:cNvSpPr/>
          <p:nvPr/>
        </p:nvSpPr>
        <p:spPr>
          <a:xfrm>
            <a:off x="2799092" y="825832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71" name="Google Shape;6371;p173"/>
          <p:cNvSpPr/>
          <p:nvPr/>
        </p:nvSpPr>
        <p:spPr>
          <a:xfrm>
            <a:off x="2799092" y="869200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72" name="Google Shape;6372;p173"/>
          <p:cNvSpPr/>
          <p:nvPr/>
        </p:nvSpPr>
        <p:spPr>
          <a:xfrm>
            <a:off x="2799092" y="8406930"/>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73" name="Google Shape;6373;p173"/>
          <p:cNvSpPr/>
          <p:nvPr/>
        </p:nvSpPr>
        <p:spPr>
          <a:xfrm>
            <a:off x="2799092" y="8831791"/>
            <a:ext cx="91200" cy="91200"/>
          </a:xfrm>
          <a:prstGeom prst="ellipse">
            <a:avLst/>
          </a:prstGeom>
          <a:solidFill>
            <a:srgbClr val="00B3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74" name="Google Shape;6374;p173"/>
          <p:cNvSpPr/>
          <p:nvPr/>
        </p:nvSpPr>
        <p:spPr>
          <a:xfrm>
            <a:off x="2799092" y="897158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75" name="Google Shape;6375;p173"/>
          <p:cNvSpPr/>
          <p:nvPr/>
        </p:nvSpPr>
        <p:spPr>
          <a:xfrm>
            <a:off x="2799092" y="939095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76" name="Google Shape;6376;p173"/>
          <p:cNvSpPr/>
          <p:nvPr/>
        </p:nvSpPr>
        <p:spPr>
          <a:xfrm>
            <a:off x="2799092" y="661252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77" name="Google Shape;6377;p173"/>
          <p:cNvSpPr/>
          <p:nvPr/>
        </p:nvSpPr>
        <p:spPr>
          <a:xfrm>
            <a:off x="2799092" y="733934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78" name="Google Shape;6378;p173"/>
          <p:cNvSpPr/>
          <p:nvPr/>
        </p:nvSpPr>
        <p:spPr>
          <a:xfrm>
            <a:off x="2799092" y="452387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latin typeface="Salesforce Sans"/>
              <a:ea typeface="Salesforce Sans"/>
              <a:cs typeface="Salesforce Sans"/>
              <a:sym typeface="Salesforce Sans"/>
            </a:endParaRPr>
          </a:p>
        </p:txBody>
      </p:sp>
      <p:sp>
        <p:nvSpPr>
          <p:cNvPr id="6379" name="Google Shape;6379;p173"/>
          <p:cNvSpPr/>
          <p:nvPr/>
        </p:nvSpPr>
        <p:spPr>
          <a:xfrm>
            <a:off x="2799092" y="469806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80" name="Google Shape;6380;p173"/>
          <p:cNvSpPr/>
          <p:nvPr/>
        </p:nvSpPr>
        <p:spPr>
          <a:xfrm>
            <a:off x="2799092" y="485206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81" name="Google Shape;6381;p173"/>
          <p:cNvSpPr/>
          <p:nvPr/>
        </p:nvSpPr>
        <p:spPr>
          <a:xfrm>
            <a:off x="2799092" y="3283936"/>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82" name="Google Shape;6382;p173"/>
          <p:cNvSpPr txBox="1"/>
          <p:nvPr/>
        </p:nvSpPr>
        <p:spPr>
          <a:xfrm>
            <a:off x="2936457" y="37134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Store Performance</a:t>
            </a:r>
            <a:endParaRPr sz="800" i="0" u="none" strike="noStrike" cap="none">
              <a:latin typeface="Salesforce Sans"/>
              <a:ea typeface="Salesforce Sans"/>
              <a:cs typeface="Salesforce Sans"/>
              <a:sym typeface="Salesforce Sans"/>
            </a:endParaRPr>
          </a:p>
        </p:txBody>
      </p:sp>
      <p:sp>
        <p:nvSpPr>
          <p:cNvPr id="6383" name="Google Shape;6383;p173"/>
          <p:cNvSpPr/>
          <p:nvPr/>
        </p:nvSpPr>
        <p:spPr>
          <a:xfrm>
            <a:off x="2799092" y="373189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84" name="Google Shape;6384;p173"/>
          <p:cNvSpPr/>
          <p:nvPr/>
        </p:nvSpPr>
        <p:spPr>
          <a:xfrm>
            <a:off x="2799092" y="502692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B827C"/>
              </a:solidFill>
              <a:highlight>
                <a:srgbClr val="022AC0"/>
              </a:highlight>
              <a:latin typeface="Salesforce Sans"/>
              <a:ea typeface="Salesforce Sans"/>
              <a:cs typeface="Salesforce Sans"/>
              <a:sym typeface="Salesforce Sans"/>
            </a:endParaRPr>
          </a:p>
        </p:txBody>
      </p:sp>
      <p:sp>
        <p:nvSpPr>
          <p:cNvPr id="6385" name="Google Shape;6385;p173"/>
          <p:cNvSpPr/>
          <p:nvPr/>
        </p:nvSpPr>
        <p:spPr>
          <a:xfrm>
            <a:off x="2799092" y="549180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86" name="Google Shape;6386;p173"/>
          <p:cNvSpPr/>
          <p:nvPr/>
        </p:nvSpPr>
        <p:spPr>
          <a:xfrm>
            <a:off x="2799092" y="597297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87" name="Google Shape;6387;p173"/>
          <p:cNvSpPr/>
          <p:nvPr/>
        </p:nvSpPr>
        <p:spPr>
          <a:xfrm>
            <a:off x="2799092" y="5819599"/>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88" name="Google Shape;6388;p173"/>
          <p:cNvSpPr/>
          <p:nvPr/>
        </p:nvSpPr>
        <p:spPr>
          <a:xfrm>
            <a:off x="2799092" y="64402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89" name="Google Shape;6389;p173"/>
          <p:cNvSpPr/>
          <p:nvPr/>
        </p:nvSpPr>
        <p:spPr>
          <a:xfrm>
            <a:off x="2799092" y="674349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0" name="Google Shape;6390;p173"/>
          <p:cNvSpPr/>
          <p:nvPr/>
        </p:nvSpPr>
        <p:spPr>
          <a:xfrm>
            <a:off x="2799092" y="687446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1" name="Google Shape;6391;p173"/>
          <p:cNvSpPr/>
          <p:nvPr/>
        </p:nvSpPr>
        <p:spPr>
          <a:xfrm>
            <a:off x="2799092" y="71907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2" name="Google Shape;6392;p173"/>
          <p:cNvSpPr/>
          <p:nvPr/>
        </p:nvSpPr>
        <p:spPr>
          <a:xfrm>
            <a:off x="2799092" y="704212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3" name="Google Shape;6393;p173"/>
          <p:cNvSpPr/>
          <p:nvPr/>
        </p:nvSpPr>
        <p:spPr>
          <a:xfrm>
            <a:off x="2799092" y="748795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4" name="Google Shape;6394;p173"/>
          <p:cNvSpPr/>
          <p:nvPr/>
        </p:nvSpPr>
        <p:spPr>
          <a:xfrm>
            <a:off x="2799092" y="79611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5" name="Google Shape;6395;p173"/>
          <p:cNvSpPr/>
          <p:nvPr/>
        </p:nvSpPr>
        <p:spPr>
          <a:xfrm>
            <a:off x="2799092" y="9251163"/>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396" name="Google Shape;6396;p173"/>
          <p:cNvSpPr txBox="1"/>
          <p:nvPr/>
        </p:nvSpPr>
        <p:spPr>
          <a:xfrm>
            <a:off x="2935148" y="564644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sz="800" i="0" u="none" strike="noStrike" cap="none">
              <a:latin typeface="Salesforce Sans"/>
              <a:ea typeface="Salesforce Sans"/>
              <a:cs typeface="Salesforce Sans"/>
              <a:sym typeface="Salesforce Sans"/>
            </a:endParaRPr>
          </a:p>
        </p:txBody>
      </p:sp>
      <p:sp>
        <p:nvSpPr>
          <p:cNvPr id="6397" name="Google Shape;6397;p173"/>
          <p:cNvSpPr/>
          <p:nvPr/>
        </p:nvSpPr>
        <p:spPr>
          <a:xfrm>
            <a:off x="2797278" y="5665044"/>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398" name="Google Shape;6398;p173"/>
          <p:cNvSpPr txBox="1"/>
          <p:nvPr/>
        </p:nvSpPr>
        <p:spPr>
          <a:xfrm>
            <a:off x="2935140" y="76383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sz="800" i="0" u="none" strike="noStrike" cap="none">
              <a:latin typeface="Salesforce Sans"/>
              <a:ea typeface="Salesforce Sans"/>
              <a:cs typeface="Salesforce Sans"/>
              <a:sym typeface="Salesforce Sans"/>
            </a:endParaRPr>
          </a:p>
        </p:txBody>
      </p:sp>
      <p:sp>
        <p:nvSpPr>
          <p:cNvPr id="6399" name="Google Shape;6399;p173"/>
          <p:cNvSpPr/>
          <p:nvPr/>
        </p:nvSpPr>
        <p:spPr>
          <a:xfrm>
            <a:off x="2797267" y="765693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900" i="0" u="none" strike="noStrike" cap="none">
              <a:solidFill>
                <a:srgbClr val="FFFFFF"/>
              </a:solidFill>
              <a:latin typeface="Salesforce Sans"/>
              <a:ea typeface="Salesforce Sans"/>
              <a:cs typeface="Salesforce Sans"/>
              <a:sym typeface="Salesforce Sans"/>
            </a:endParaRPr>
          </a:p>
        </p:txBody>
      </p:sp>
      <p:sp>
        <p:nvSpPr>
          <p:cNvPr id="6400" name="Google Shape;6400;p173"/>
          <p:cNvSpPr txBox="1"/>
          <p:nvPr/>
        </p:nvSpPr>
        <p:spPr>
          <a:xfrm>
            <a:off x="478339"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401" name="Google Shape;6401;p173"/>
          <p:cNvSpPr txBox="1"/>
          <p:nvPr/>
        </p:nvSpPr>
        <p:spPr>
          <a:xfrm>
            <a:off x="1678107"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402" name="Google Shape;6402;p173"/>
          <p:cNvGrpSpPr/>
          <p:nvPr/>
        </p:nvGrpSpPr>
        <p:grpSpPr>
          <a:xfrm>
            <a:off x="497950" y="1867456"/>
            <a:ext cx="952566" cy="449700"/>
            <a:chOff x="755108" y="1946374"/>
            <a:chExt cx="1322458" cy="449700"/>
          </a:xfrm>
        </p:grpSpPr>
        <p:sp>
          <p:nvSpPr>
            <p:cNvPr id="6403" name="Google Shape;6403;p173"/>
            <p:cNvSpPr/>
            <p:nvPr/>
          </p:nvSpPr>
          <p:spPr>
            <a:xfrm>
              <a:off x="755165" y="19463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404" name="Google Shape;6404;p173"/>
            <p:cNvSpPr txBox="1"/>
            <p:nvPr/>
          </p:nvSpPr>
          <p:spPr>
            <a:xfrm>
              <a:off x="755108" y="2108821"/>
              <a:ext cx="13224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6405" name="Google Shape;6405;p173"/>
          <p:cNvSpPr txBox="1"/>
          <p:nvPr/>
        </p:nvSpPr>
        <p:spPr>
          <a:xfrm>
            <a:off x="2936969"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406" name="Google Shape;6406;p173"/>
          <p:cNvSpPr txBox="1"/>
          <p:nvPr/>
        </p:nvSpPr>
        <p:spPr>
          <a:xfrm>
            <a:off x="1678102" y="1845619"/>
            <a:ext cx="9525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GTM Operations</a:t>
            </a:r>
            <a:endParaRPr sz="1600"/>
          </a:p>
        </p:txBody>
      </p:sp>
      <p:grpSp>
        <p:nvGrpSpPr>
          <p:cNvPr id="6407" name="Google Shape;6407;p173"/>
          <p:cNvGrpSpPr/>
          <p:nvPr/>
        </p:nvGrpSpPr>
        <p:grpSpPr>
          <a:xfrm>
            <a:off x="497991" y="7043359"/>
            <a:ext cx="952525" cy="449700"/>
            <a:chOff x="755165" y="1951713"/>
            <a:chExt cx="1322400" cy="449700"/>
          </a:xfrm>
        </p:grpSpPr>
        <p:sp>
          <p:nvSpPr>
            <p:cNvPr id="6408" name="Google Shape;6408;p173"/>
            <p:cNvSpPr/>
            <p:nvPr/>
          </p:nvSpPr>
          <p:spPr>
            <a:xfrm>
              <a:off x="755165" y="1951713"/>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409" name="Google Shape;6409;p173"/>
            <p:cNvSpPr txBox="1"/>
            <p:nvPr/>
          </p:nvSpPr>
          <p:spPr>
            <a:xfrm>
              <a:off x="755177" y="2114166"/>
              <a:ext cx="1310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6410" name="Google Shape;6410;p173"/>
          <p:cNvSpPr/>
          <p:nvPr/>
        </p:nvSpPr>
        <p:spPr>
          <a:xfrm>
            <a:off x="1678107" y="9544491"/>
            <a:ext cx="973200" cy="461400"/>
          </a:xfrm>
          <a:prstGeom prst="roundRect">
            <a:avLst>
              <a:gd name="adj" fmla="val 0"/>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Marketing Strategy </a:t>
            </a:r>
            <a:r>
              <a:rPr lang="en" sz="900" b="1">
                <a:solidFill>
                  <a:srgbClr val="066AFE"/>
                </a:solidFill>
                <a:latin typeface="Salesforce Sans"/>
                <a:ea typeface="Salesforce Sans"/>
                <a:cs typeface="Salesforce Sans"/>
                <a:sym typeface="Salesforce Sans"/>
              </a:rPr>
              <a:t>&amp;</a:t>
            </a:r>
            <a:r>
              <a:rPr lang="en" sz="900" b="1" i="0" u="none" strike="noStrike" cap="none">
                <a:solidFill>
                  <a:srgbClr val="066AFE"/>
                </a:solidFill>
                <a:latin typeface="Salesforce Sans"/>
                <a:ea typeface="Salesforce Sans"/>
                <a:cs typeface="Salesforce Sans"/>
                <a:sym typeface="Salesforce Sans"/>
              </a:rPr>
              <a:t> Direction </a:t>
            </a:r>
            <a:endParaRPr sz="900" b="1" i="0" u="none" strike="noStrike" cap="none">
              <a:solidFill>
                <a:srgbClr val="066AFE"/>
              </a:solidFill>
              <a:latin typeface="Salesforce Sans"/>
              <a:ea typeface="Salesforce Sans"/>
              <a:cs typeface="Salesforce Sans"/>
              <a:sym typeface="Salesforce Sans"/>
            </a:endParaRPr>
          </a:p>
        </p:txBody>
      </p:sp>
      <p:sp>
        <p:nvSpPr>
          <p:cNvPr id="6411" name="Google Shape;6411;p173"/>
          <p:cNvSpPr txBox="1"/>
          <p:nvPr/>
        </p:nvSpPr>
        <p:spPr>
          <a:xfrm>
            <a:off x="2936457" y="9543964"/>
            <a:ext cx="1492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 &amp; Competitive Analysis</a:t>
            </a:r>
            <a:endParaRPr sz="800" i="0" u="none" strike="noStrike" cap="none">
              <a:latin typeface="Salesforce Sans"/>
              <a:ea typeface="Salesforce Sans"/>
              <a:cs typeface="Salesforce Sans"/>
              <a:sym typeface="Salesforce Sans"/>
            </a:endParaRPr>
          </a:p>
        </p:txBody>
      </p:sp>
      <p:sp>
        <p:nvSpPr>
          <p:cNvPr id="6412" name="Google Shape;6412;p173"/>
          <p:cNvSpPr txBox="1"/>
          <p:nvPr/>
        </p:nvSpPr>
        <p:spPr>
          <a:xfrm>
            <a:off x="2936457" y="968360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Strategy Modeling</a:t>
            </a:r>
            <a:endParaRPr sz="800" i="0" u="none" strike="noStrike" cap="none">
              <a:latin typeface="Salesforce Sans"/>
              <a:ea typeface="Salesforce Sans"/>
              <a:cs typeface="Salesforce Sans"/>
              <a:sym typeface="Salesforce Sans"/>
            </a:endParaRPr>
          </a:p>
        </p:txBody>
      </p:sp>
      <p:sp>
        <p:nvSpPr>
          <p:cNvPr id="6413" name="Google Shape;6413;p173"/>
          <p:cNvSpPr txBox="1"/>
          <p:nvPr/>
        </p:nvSpPr>
        <p:spPr>
          <a:xfrm>
            <a:off x="2936457" y="982336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Initiative Planning</a:t>
            </a:r>
            <a:endParaRPr sz="800" i="0" u="none" strike="noStrike" cap="none">
              <a:latin typeface="Salesforce Sans"/>
              <a:ea typeface="Salesforce Sans"/>
              <a:cs typeface="Salesforce Sans"/>
              <a:sym typeface="Salesforce Sans"/>
            </a:endParaRPr>
          </a:p>
        </p:txBody>
      </p:sp>
      <p:sp>
        <p:nvSpPr>
          <p:cNvPr id="6414" name="Google Shape;6414;p173"/>
          <p:cNvSpPr/>
          <p:nvPr/>
        </p:nvSpPr>
        <p:spPr>
          <a:xfrm>
            <a:off x="2799092" y="97021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415" name="Google Shape;6415;p173"/>
          <p:cNvSpPr/>
          <p:nvPr/>
        </p:nvSpPr>
        <p:spPr>
          <a:xfrm>
            <a:off x="2799092" y="956241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416" name="Google Shape;6416;p173"/>
          <p:cNvSpPr/>
          <p:nvPr/>
        </p:nvSpPr>
        <p:spPr>
          <a:xfrm>
            <a:off x="2799092" y="984196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nvGrpSpPr>
          <p:cNvPr id="6417" name="Google Shape;6417;p173"/>
          <p:cNvGrpSpPr/>
          <p:nvPr/>
        </p:nvGrpSpPr>
        <p:grpSpPr>
          <a:xfrm>
            <a:off x="497991" y="9571870"/>
            <a:ext cx="952525" cy="449700"/>
            <a:chOff x="755165" y="1979727"/>
            <a:chExt cx="1322400" cy="449700"/>
          </a:xfrm>
        </p:grpSpPr>
        <p:sp>
          <p:nvSpPr>
            <p:cNvPr id="6418" name="Google Shape;6418;p173"/>
            <p:cNvSpPr/>
            <p:nvPr/>
          </p:nvSpPr>
          <p:spPr>
            <a:xfrm>
              <a:off x="755165" y="1979727"/>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419" name="Google Shape;6419;p173"/>
            <p:cNvSpPr txBox="1"/>
            <p:nvPr/>
          </p:nvSpPr>
          <p:spPr>
            <a:xfrm>
              <a:off x="888815" y="2142177"/>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6420" name="Google Shape;6420;p173"/>
          <p:cNvSpPr/>
          <p:nvPr/>
        </p:nvSpPr>
        <p:spPr>
          <a:xfrm>
            <a:off x="5922089" y="2456259"/>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Promotions Design </a:t>
            </a:r>
            <a:endParaRPr sz="900" b="1" i="0" u="none" strike="noStrike" cap="none">
              <a:solidFill>
                <a:srgbClr val="066AFE"/>
              </a:solidFill>
              <a:latin typeface="Salesforce Sans"/>
              <a:ea typeface="Salesforce Sans"/>
              <a:cs typeface="Salesforce Sans"/>
              <a:sym typeface="Salesforce Sans"/>
            </a:endParaRPr>
          </a:p>
        </p:txBody>
      </p:sp>
      <p:sp>
        <p:nvSpPr>
          <p:cNvPr id="6421" name="Google Shape;6421;p173"/>
          <p:cNvSpPr/>
          <p:nvPr/>
        </p:nvSpPr>
        <p:spPr>
          <a:xfrm>
            <a:off x="5922089" y="3238833"/>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Performance Marketing </a:t>
            </a:r>
            <a:endParaRPr sz="900" b="1" i="0" u="none" strike="noStrike" cap="none">
              <a:solidFill>
                <a:srgbClr val="066AFE"/>
              </a:solidFill>
              <a:latin typeface="Salesforce Sans"/>
              <a:ea typeface="Salesforce Sans"/>
              <a:cs typeface="Salesforce Sans"/>
              <a:sym typeface="Salesforce Sans"/>
            </a:endParaRPr>
          </a:p>
        </p:txBody>
      </p:sp>
      <p:sp>
        <p:nvSpPr>
          <p:cNvPr id="6422" name="Google Shape;6422;p173"/>
          <p:cNvSpPr/>
          <p:nvPr/>
        </p:nvSpPr>
        <p:spPr>
          <a:xfrm>
            <a:off x="5922089" y="3978545"/>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Brand Marketing </a:t>
            </a:r>
            <a:endParaRPr sz="900" b="1" i="0" u="none" strike="noStrike" cap="none">
              <a:solidFill>
                <a:srgbClr val="066AFE"/>
              </a:solidFill>
              <a:latin typeface="Salesforce Sans"/>
              <a:ea typeface="Salesforce Sans"/>
              <a:cs typeface="Salesforce Sans"/>
              <a:sym typeface="Salesforce Sans"/>
            </a:endParaRPr>
          </a:p>
        </p:txBody>
      </p:sp>
      <p:sp>
        <p:nvSpPr>
          <p:cNvPr id="6423" name="Google Shape;6423;p173"/>
          <p:cNvSpPr/>
          <p:nvPr/>
        </p:nvSpPr>
        <p:spPr>
          <a:xfrm>
            <a:off x="5922099" y="4600700"/>
            <a:ext cx="973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Digital Platform &amp; Ops </a:t>
            </a:r>
            <a:endParaRPr sz="900" b="1" i="0" u="none" strike="noStrike" cap="none">
              <a:solidFill>
                <a:srgbClr val="066AFE"/>
              </a:solidFill>
              <a:latin typeface="Salesforce Sans"/>
              <a:ea typeface="Salesforce Sans"/>
              <a:cs typeface="Salesforce Sans"/>
              <a:sym typeface="Salesforce Sans"/>
            </a:endParaRPr>
          </a:p>
        </p:txBody>
      </p:sp>
      <p:sp>
        <p:nvSpPr>
          <p:cNvPr id="6424" name="Google Shape;6424;p173"/>
          <p:cNvSpPr/>
          <p:nvPr/>
        </p:nvSpPr>
        <p:spPr>
          <a:xfrm>
            <a:off x="5922089" y="5080200"/>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Marketing Agency Mgmt. </a:t>
            </a:r>
            <a:endParaRPr sz="900" b="1" i="0" u="none" strike="noStrike" cap="none">
              <a:solidFill>
                <a:srgbClr val="066AFE"/>
              </a:solidFill>
              <a:latin typeface="Salesforce Sans"/>
              <a:ea typeface="Salesforce Sans"/>
              <a:cs typeface="Salesforce Sans"/>
              <a:sym typeface="Salesforce Sans"/>
            </a:endParaRPr>
          </a:p>
        </p:txBody>
      </p:sp>
      <p:sp>
        <p:nvSpPr>
          <p:cNvPr id="6425" name="Google Shape;6425;p173"/>
          <p:cNvSpPr/>
          <p:nvPr/>
        </p:nvSpPr>
        <p:spPr>
          <a:xfrm>
            <a:off x="5922089" y="5534911"/>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Base Management </a:t>
            </a:r>
            <a:endParaRPr sz="900" b="1" i="0" u="none" strike="noStrike" cap="none">
              <a:solidFill>
                <a:srgbClr val="066AFE"/>
              </a:solidFill>
              <a:latin typeface="Salesforce Sans"/>
              <a:ea typeface="Salesforce Sans"/>
              <a:cs typeface="Salesforce Sans"/>
              <a:sym typeface="Salesforce Sans"/>
            </a:endParaRPr>
          </a:p>
        </p:txBody>
      </p:sp>
      <p:sp>
        <p:nvSpPr>
          <p:cNvPr id="6426" name="Google Shape;6426;p173"/>
          <p:cNvSpPr/>
          <p:nvPr/>
        </p:nvSpPr>
        <p:spPr>
          <a:xfrm>
            <a:off x="5922089" y="6157032"/>
            <a:ext cx="8154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Product Portfolio Strategy </a:t>
            </a:r>
            <a:endParaRPr sz="900" b="1" i="0" u="none" strike="noStrike" cap="none">
              <a:solidFill>
                <a:srgbClr val="066AFE"/>
              </a:solidFill>
              <a:latin typeface="Salesforce Sans"/>
              <a:ea typeface="Salesforce Sans"/>
              <a:cs typeface="Salesforce Sans"/>
              <a:sym typeface="Salesforce Sans"/>
            </a:endParaRPr>
          </a:p>
        </p:txBody>
      </p:sp>
      <p:sp>
        <p:nvSpPr>
          <p:cNvPr id="6427" name="Google Shape;6427;p173"/>
          <p:cNvSpPr/>
          <p:nvPr/>
        </p:nvSpPr>
        <p:spPr>
          <a:xfrm>
            <a:off x="5922089" y="6761630"/>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Mobile Plan Development &amp; Mgmt</a:t>
            </a:r>
            <a:endParaRPr sz="900" b="1" i="0" u="none" strike="noStrike" cap="none">
              <a:solidFill>
                <a:srgbClr val="066AFE"/>
              </a:solidFill>
              <a:latin typeface="Salesforce Sans"/>
              <a:ea typeface="Salesforce Sans"/>
              <a:cs typeface="Salesforce Sans"/>
              <a:sym typeface="Salesforce Sans"/>
            </a:endParaRPr>
          </a:p>
        </p:txBody>
      </p:sp>
      <p:sp>
        <p:nvSpPr>
          <p:cNvPr id="6428" name="Google Shape;6428;p173"/>
          <p:cNvSpPr/>
          <p:nvPr/>
        </p:nvSpPr>
        <p:spPr>
          <a:xfrm>
            <a:off x="5922089" y="7376513"/>
            <a:ext cx="8154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Add-Ons Deve</a:t>
            </a:r>
            <a:r>
              <a:rPr lang="en" sz="900" b="1">
                <a:solidFill>
                  <a:srgbClr val="066AFE"/>
                </a:solidFill>
                <a:latin typeface="Salesforce Sans"/>
                <a:ea typeface="Salesforce Sans"/>
                <a:cs typeface="Salesforce Sans"/>
                <a:sym typeface="Salesforce Sans"/>
              </a:rPr>
              <a:t>lopment</a:t>
            </a:r>
            <a:r>
              <a:rPr lang="en" sz="900" b="1" i="0" u="none" strike="noStrike" cap="none">
                <a:solidFill>
                  <a:srgbClr val="066AFE"/>
                </a:solidFill>
                <a:latin typeface="Salesforce Sans"/>
                <a:ea typeface="Salesforce Sans"/>
                <a:cs typeface="Salesforce Sans"/>
                <a:sym typeface="Salesforce Sans"/>
              </a:rPr>
              <a:t> &amp; Mgmt </a:t>
            </a:r>
            <a:endParaRPr sz="900" b="1" i="0" u="none" strike="noStrike" cap="none">
              <a:solidFill>
                <a:srgbClr val="066AFE"/>
              </a:solidFill>
              <a:latin typeface="Salesforce Sans"/>
              <a:ea typeface="Salesforce Sans"/>
              <a:cs typeface="Salesforce Sans"/>
              <a:sym typeface="Salesforce Sans"/>
            </a:endParaRPr>
          </a:p>
        </p:txBody>
      </p:sp>
      <p:sp>
        <p:nvSpPr>
          <p:cNvPr id="6429" name="Google Shape;6429;p173"/>
          <p:cNvSpPr/>
          <p:nvPr/>
        </p:nvSpPr>
        <p:spPr>
          <a:xfrm>
            <a:off x="5922089" y="7998514"/>
            <a:ext cx="8154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Device Portfolio Dev &amp; Mgmt </a:t>
            </a:r>
            <a:endParaRPr sz="900" b="1" i="0" u="none" strike="noStrike" cap="none">
              <a:solidFill>
                <a:srgbClr val="066AFE"/>
              </a:solidFill>
              <a:latin typeface="Salesforce Sans"/>
              <a:ea typeface="Salesforce Sans"/>
              <a:cs typeface="Salesforce Sans"/>
              <a:sym typeface="Salesforce Sans"/>
            </a:endParaRPr>
          </a:p>
        </p:txBody>
      </p:sp>
      <p:sp>
        <p:nvSpPr>
          <p:cNvPr id="6430" name="Google Shape;6430;p173"/>
          <p:cNvSpPr/>
          <p:nvPr/>
        </p:nvSpPr>
        <p:spPr>
          <a:xfrm>
            <a:off x="5922089" y="8606391"/>
            <a:ext cx="815400" cy="53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Broadband Development &amp; Mgmt </a:t>
            </a:r>
            <a:endParaRPr sz="900" b="1" i="0" u="none" strike="noStrike" cap="none">
              <a:solidFill>
                <a:srgbClr val="066AFE"/>
              </a:solidFill>
              <a:latin typeface="Salesforce Sans"/>
              <a:ea typeface="Salesforce Sans"/>
              <a:cs typeface="Salesforce Sans"/>
              <a:sym typeface="Salesforce Sans"/>
            </a:endParaRPr>
          </a:p>
        </p:txBody>
      </p:sp>
      <p:sp>
        <p:nvSpPr>
          <p:cNvPr id="6431" name="Google Shape;6431;p173"/>
          <p:cNvSpPr/>
          <p:nvPr/>
        </p:nvSpPr>
        <p:spPr>
          <a:xfrm>
            <a:off x="5922089" y="9211655"/>
            <a:ext cx="8154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Research and Innovation </a:t>
            </a:r>
            <a:endParaRPr sz="900" b="1" i="0" u="none" strike="noStrike" cap="none">
              <a:solidFill>
                <a:srgbClr val="066AFE"/>
              </a:solidFill>
              <a:latin typeface="Salesforce Sans"/>
              <a:ea typeface="Salesforce Sans"/>
              <a:cs typeface="Salesforce Sans"/>
              <a:sym typeface="Salesforce Sans"/>
            </a:endParaRPr>
          </a:p>
        </p:txBody>
      </p:sp>
      <p:sp>
        <p:nvSpPr>
          <p:cNvPr id="6432" name="Google Shape;6432;p173"/>
          <p:cNvSpPr txBox="1"/>
          <p:nvPr/>
        </p:nvSpPr>
        <p:spPr>
          <a:xfrm>
            <a:off x="7180022" y="199435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sz="800" i="0" u="none" strike="noStrike" cap="none">
              <a:latin typeface="Salesforce Sans"/>
              <a:ea typeface="Salesforce Sans"/>
              <a:cs typeface="Salesforce Sans"/>
              <a:sym typeface="Salesforce Sans"/>
            </a:endParaRPr>
          </a:p>
        </p:txBody>
      </p:sp>
      <p:sp>
        <p:nvSpPr>
          <p:cNvPr id="6433" name="Google Shape;6433;p173"/>
          <p:cNvSpPr txBox="1"/>
          <p:nvPr/>
        </p:nvSpPr>
        <p:spPr>
          <a:xfrm>
            <a:off x="7180022" y="214776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Lead Nurturing</a:t>
            </a:r>
            <a:endParaRPr sz="800" i="0" u="none" strike="noStrike" cap="none">
              <a:latin typeface="Salesforce Sans"/>
              <a:ea typeface="Salesforce Sans"/>
              <a:cs typeface="Salesforce Sans"/>
              <a:sym typeface="Salesforce Sans"/>
            </a:endParaRPr>
          </a:p>
        </p:txBody>
      </p:sp>
      <p:sp>
        <p:nvSpPr>
          <p:cNvPr id="6434" name="Google Shape;6434;p173"/>
          <p:cNvSpPr txBox="1"/>
          <p:nvPr/>
        </p:nvSpPr>
        <p:spPr>
          <a:xfrm>
            <a:off x="7180022" y="229166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sz="800" i="0" u="none" strike="noStrike" cap="none">
              <a:latin typeface="Salesforce Sans"/>
              <a:ea typeface="Salesforce Sans"/>
              <a:cs typeface="Salesforce Sans"/>
              <a:sym typeface="Salesforce Sans"/>
            </a:endParaRPr>
          </a:p>
        </p:txBody>
      </p:sp>
      <p:sp>
        <p:nvSpPr>
          <p:cNvPr id="6435" name="Google Shape;6435;p173"/>
          <p:cNvSpPr txBox="1"/>
          <p:nvPr/>
        </p:nvSpPr>
        <p:spPr>
          <a:xfrm>
            <a:off x="7180022" y="245104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6436" name="Google Shape;6436;p173"/>
          <p:cNvSpPr txBox="1"/>
          <p:nvPr/>
        </p:nvSpPr>
        <p:spPr>
          <a:xfrm>
            <a:off x="7180022" y="274835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Price Allocation</a:t>
            </a:r>
            <a:endParaRPr sz="800" i="0" u="none" strike="noStrike" cap="none">
              <a:latin typeface="Salesforce Sans"/>
              <a:ea typeface="Salesforce Sans"/>
              <a:cs typeface="Salesforce Sans"/>
              <a:sym typeface="Salesforce Sans"/>
            </a:endParaRPr>
          </a:p>
        </p:txBody>
      </p:sp>
      <p:sp>
        <p:nvSpPr>
          <p:cNvPr id="6437" name="Google Shape;6437;p173"/>
          <p:cNvSpPr txBox="1"/>
          <p:nvPr/>
        </p:nvSpPr>
        <p:spPr>
          <a:xfrm>
            <a:off x="7180022" y="289700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Delivery</a:t>
            </a:r>
            <a:endParaRPr sz="800" i="0" u="none" strike="noStrike" cap="none">
              <a:latin typeface="Salesforce Sans"/>
              <a:ea typeface="Salesforce Sans"/>
              <a:cs typeface="Salesforce Sans"/>
              <a:sym typeface="Salesforce Sans"/>
            </a:endParaRPr>
          </a:p>
        </p:txBody>
      </p:sp>
      <p:sp>
        <p:nvSpPr>
          <p:cNvPr id="6438" name="Google Shape;6438;p173"/>
          <p:cNvSpPr txBox="1"/>
          <p:nvPr/>
        </p:nvSpPr>
        <p:spPr>
          <a:xfrm>
            <a:off x="7180022" y="304565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i="0" u="none" strike="noStrike" cap="none">
              <a:latin typeface="Salesforce Sans"/>
              <a:ea typeface="Salesforce Sans"/>
              <a:cs typeface="Salesforce Sans"/>
              <a:sym typeface="Salesforce Sans"/>
            </a:endParaRPr>
          </a:p>
        </p:txBody>
      </p:sp>
      <p:sp>
        <p:nvSpPr>
          <p:cNvPr id="6439" name="Google Shape;6439;p173"/>
          <p:cNvSpPr txBox="1"/>
          <p:nvPr/>
        </p:nvSpPr>
        <p:spPr>
          <a:xfrm>
            <a:off x="7180022" y="2599697"/>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Selection</a:t>
            </a:r>
            <a:endParaRPr sz="800" i="0" u="none" strike="noStrike" cap="none">
              <a:latin typeface="Salesforce Sans"/>
              <a:ea typeface="Salesforce Sans"/>
              <a:cs typeface="Salesforce Sans"/>
              <a:sym typeface="Salesforce Sans"/>
            </a:endParaRPr>
          </a:p>
        </p:txBody>
      </p:sp>
      <p:sp>
        <p:nvSpPr>
          <p:cNvPr id="6440" name="Google Shape;6440;p173"/>
          <p:cNvSpPr txBox="1"/>
          <p:nvPr/>
        </p:nvSpPr>
        <p:spPr>
          <a:xfrm>
            <a:off x="7180022" y="322409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6441" name="Google Shape;6441;p173"/>
          <p:cNvSpPr txBox="1"/>
          <p:nvPr/>
        </p:nvSpPr>
        <p:spPr>
          <a:xfrm>
            <a:off x="7180022" y="352140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Campaign Design &amp; Delivery</a:t>
            </a:r>
            <a:endParaRPr sz="800" i="0" u="none" strike="noStrike" cap="none">
              <a:latin typeface="Salesforce Sans"/>
              <a:ea typeface="Salesforce Sans"/>
              <a:cs typeface="Salesforce Sans"/>
              <a:sym typeface="Salesforce Sans"/>
            </a:endParaRPr>
          </a:p>
        </p:txBody>
      </p:sp>
      <p:sp>
        <p:nvSpPr>
          <p:cNvPr id="6442" name="Google Shape;6442;p173"/>
          <p:cNvSpPr txBox="1"/>
          <p:nvPr/>
        </p:nvSpPr>
        <p:spPr>
          <a:xfrm>
            <a:off x="7180022" y="365745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sz="800" i="0" u="none" strike="noStrike" cap="none">
              <a:latin typeface="Salesforce Sans"/>
              <a:ea typeface="Salesforce Sans"/>
              <a:cs typeface="Salesforce Sans"/>
              <a:sym typeface="Salesforce Sans"/>
            </a:endParaRPr>
          </a:p>
        </p:txBody>
      </p:sp>
      <p:sp>
        <p:nvSpPr>
          <p:cNvPr id="6443" name="Google Shape;6443;p173"/>
          <p:cNvSpPr txBox="1"/>
          <p:nvPr/>
        </p:nvSpPr>
        <p:spPr>
          <a:xfrm>
            <a:off x="7180022" y="3372892"/>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sz="800" i="0" u="none" strike="noStrike" cap="none">
              <a:latin typeface="Salesforce Sans"/>
              <a:ea typeface="Salesforce Sans"/>
              <a:cs typeface="Salesforce Sans"/>
              <a:sym typeface="Salesforce Sans"/>
            </a:endParaRPr>
          </a:p>
        </p:txBody>
      </p:sp>
      <p:sp>
        <p:nvSpPr>
          <p:cNvPr id="6444" name="Google Shape;6444;p173"/>
          <p:cNvSpPr txBox="1"/>
          <p:nvPr/>
        </p:nvSpPr>
        <p:spPr>
          <a:xfrm>
            <a:off x="7180022" y="398029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Voice Of The Customer</a:t>
            </a:r>
            <a:endParaRPr sz="800" i="0" u="none" strike="noStrike" cap="none">
              <a:latin typeface="Salesforce Sans"/>
              <a:ea typeface="Salesforce Sans"/>
              <a:cs typeface="Salesforce Sans"/>
              <a:sym typeface="Salesforce Sans"/>
            </a:endParaRPr>
          </a:p>
        </p:txBody>
      </p:sp>
      <p:sp>
        <p:nvSpPr>
          <p:cNvPr id="6445" name="Google Shape;6445;p173"/>
          <p:cNvSpPr txBox="1"/>
          <p:nvPr/>
        </p:nvSpPr>
        <p:spPr>
          <a:xfrm>
            <a:off x="7180022" y="378235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sz="800" i="0" u="none" strike="noStrike" cap="none">
              <a:latin typeface="Salesforce Sans"/>
              <a:ea typeface="Salesforce Sans"/>
              <a:cs typeface="Salesforce Sans"/>
              <a:sym typeface="Salesforce Sans"/>
            </a:endParaRPr>
          </a:p>
        </p:txBody>
      </p:sp>
      <p:sp>
        <p:nvSpPr>
          <p:cNvPr id="6446" name="Google Shape;6446;p173"/>
          <p:cNvSpPr txBox="1"/>
          <p:nvPr/>
        </p:nvSpPr>
        <p:spPr>
          <a:xfrm>
            <a:off x="7180022" y="428492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Text Compliance Monitoring</a:t>
            </a:r>
            <a:endParaRPr sz="800" i="0" u="none" strike="noStrike" cap="none">
              <a:latin typeface="Salesforce Sans"/>
              <a:ea typeface="Salesforce Sans"/>
              <a:cs typeface="Salesforce Sans"/>
              <a:sym typeface="Salesforce Sans"/>
            </a:endParaRPr>
          </a:p>
        </p:txBody>
      </p:sp>
      <p:sp>
        <p:nvSpPr>
          <p:cNvPr id="6447" name="Google Shape;6447;p173"/>
          <p:cNvSpPr txBox="1"/>
          <p:nvPr/>
        </p:nvSpPr>
        <p:spPr>
          <a:xfrm>
            <a:off x="7180022" y="443372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sz="800" i="0" u="none" strike="noStrike" cap="none">
              <a:latin typeface="Salesforce Sans"/>
              <a:ea typeface="Salesforce Sans"/>
              <a:cs typeface="Salesforce Sans"/>
              <a:sym typeface="Salesforce Sans"/>
            </a:endParaRPr>
          </a:p>
        </p:txBody>
      </p:sp>
      <p:sp>
        <p:nvSpPr>
          <p:cNvPr id="6448" name="Google Shape;6448;p173"/>
          <p:cNvSpPr txBox="1"/>
          <p:nvPr/>
        </p:nvSpPr>
        <p:spPr>
          <a:xfrm>
            <a:off x="7180022" y="184161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lang="en" sz="800" i="0" u="none" strike="noStrike" cap="none">
                <a:latin typeface="Salesforce Sans"/>
                <a:ea typeface="Salesforce Sans"/>
                <a:cs typeface="Salesforce Sans"/>
                <a:sym typeface="Salesforce Sans"/>
              </a:rPr>
              <a:t>Identification</a:t>
            </a:r>
            <a:endParaRPr sz="800" i="0" u="none" strike="noStrike" cap="none">
              <a:latin typeface="Salesforce Sans"/>
              <a:ea typeface="Salesforce Sans"/>
              <a:cs typeface="Salesforce Sans"/>
              <a:sym typeface="Salesforce Sans"/>
            </a:endParaRPr>
          </a:p>
        </p:txBody>
      </p:sp>
      <p:sp>
        <p:nvSpPr>
          <p:cNvPr id="6449" name="Google Shape;6449;p173"/>
          <p:cNvSpPr txBox="1"/>
          <p:nvPr/>
        </p:nvSpPr>
        <p:spPr>
          <a:xfrm>
            <a:off x="7180022" y="413626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Brand Builder</a:t>
            </a:r>
            <a:endParaRPr sz="800" i="0" u="none" strike="noStrike" cap="none">
              <a:latin typeface="Salesforce Sans"/>
              <a:ea typeface="Salesforce Sans"/>
              <a:cs typeface="Salesforce Sans"/>
              <a:sym typeface="Salesforce Sans"/>
            </a:endParaRPr>
          </a:p>
        </p:txBody>
      </p:sp>
      <p:sp>
        <p:nvSpPr>
          <p:cNvPr id="6450" name="Google Shape;6450;p173"/>
          <p:cNvSpPr txBox="1"/>
          <p:nvPr/>
        </p:nvSpPr>
        <p:spPr>
          <a:xfrm>
            <a:off x="7180022" y="475128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sz="800" i="0" u="none" strike="noStrike" cap="none">
              <a:latin typeface="Salesforce Sans"/>
              <a:ea typeface="Salesforce Sans"/>
              <a:cs typeface="Salesforce Sans"/>
              <a:sym typeface="Salesforce Sans"/>
            </a:endParaRPr>
          </a:p>
        </p:txBody>
      </p:sp>
      <p:sp>
        <p:nvSpPr>
          <p:cNvPr id="6451" name="Google Shape;6451;p173"/>
          <p:cNvSpPr txBox="1"/>
          <p:nvPr/>
        </p:nvSpPr>
        <p:spPr>
          <a:xfrm>
            <a:off x="7180022" y="489979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Experience Testing</a:t>
            </a:r>
            <a:endParaRPr sz="800" i="0" u="none" strike="noStrike" cap="none">
              <a:latin typeface="Salesforce Sans"/>
              <a:ea typeface="Salesforce Sans"/>
              <a:cs typeface="Salesforce Sans"/>
              <a:sym typeface="Salesforce Sans"/>
            </a:endParaRPr>
          </a:p>
        </p:txBody>
      </p:sp>
      <p:sp>
        <p:nvSpPr>
          <p:cNvPr id="6452" name="Google Shape;6452;p173"/>
          <p:cNvSpPr txBox="1"/>
          <p:nvPr/>
        </p:nvSpPr>
        <p:spPr>
          <a:xfrm>
            <a:off x="7180022" y="506870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 Discovery</a:t>
            </a:r>
            <a:endParaRPr sz="800" i="0" u="none" strike="noStrike" cap="none">
              <a:latin typeface="Salesforce Sans"/>
              <a:ea typeface="Salesforce Sans"/>
              <a:cs typeface="Salesforce Sans"/>
              <a:sym typeface="Salesforce Sans"/>
            </a:endParaRPr>
          </a:p>
        </p:txBody>
      </p:sp>
      <p:sp>
        <p:nvSpPr>
          <p:cNvPr id="6453" name="Google Shape;6453;p173"/>
          <p:cNvSpPr txBox="1"/>
          <p:nvPr/>
        </p:nvSpPr>
        <p:spPr>
          <a:xfrm>
            <a:off x="7180022" y="521750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Partnership Dev</a:t>
            </a:r>
            <a:endParaRPr sz="800" i="0" u="none" strike="noStrike" cap="none">
              <a:latin typeface="Salesforce Sans"/>
              <a:ea typeface="Salesforce Sans"/>
              <a:cs typeface="Salesforce Sans"/>
              <a:sym typeface="Salesforce Sans"/>
            </a:endParaRPr>
          </a:p>
        </p:txBody>
      </p:sp>
      <p:sp>
        <p:nvSpPr>
          <p:cNvPr id="6454" name="Google Shape;6454;p173"/>
          <p:cNvSpPr txBox="1"/>
          <p:nvPr/>
        </p:nvSpPr>
        <p:spPr>
          <a:xfrm>
            <a:off x="7180022" y="553506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Churn / Retention Propensity</a:t>
            </a:r>
            <a:endParaRPr sz="800" i="0" u="none" strike="noStrike" cap="none">
              <a:latin typeface="Salesforce Sans"/>
              <a:ea typeface="Salesforce Sans"/>
              <a:cs typeface="Salesforce Sans"/>
              <a:sym typeface="Salesforce Sans"/>
            </a:endParaRPr>
          </a:p>
        </p:txBody>
      </p:sp>
      <p:sp>
        <p:nvSpPr>
          <p:cNvPr id="6455" name="Google Shape;6455;p173"/>
          <p:cNvSpPr txBox="1"/>
          <p:nvPr/>
        </p:nvSpPr>
        <p:spPr>
          <a:xfrm>
            <a:off x="7180022" y="5683571"/>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Selection</a:t>
            </a:r>
            <a:endParaRPr sz="800" i="0" u="none" strike="noStrike" cap="none">
              <a:latin typeface="Salesforce Sans"/>
              <a:ea typeface="Salesforce Sans"/>
              <a:cs typeface="Salesforce Sans"/>
              <a:sym typeface="Salesforce Sans"/>
            </a:endParaRPr>
          </a:p>
        </p:txBody>
      </p:sp>
      <p:sp>
        <p:nvSpPr>
          <p:cNvPr id="6456" name="Google Shape;6456;p173"/>
          <p:cNvSpPr txBox="1"/>
          <p:nvPr/>
        </p:nvSpPr>
        <p:spPr>
          <a:xfrm>
            <a:off x="7180022" y="583222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Offer Delivery</a:t>
            </a:r>
            <a:endParaRPr sz="800" i="0" u="none" strike="noStrike" cap="none">
              <a:latin typeface="Salesforce Sans"/>
              <a:ea typeface="Salesforce Sans"/>
              <a:cs typeface="Salesforce Sans"/>
              <a:sym typeface="Salesforce Sans"/>
            </a:endParaRPr>
          </a:p>
        </p:txBody>
      </p:sp>
      <p:sp>
        <p:nvSpPr>
          <p:cNvPr id="6457" name="Google Shape;6457;p173"/>
          <p:cNvSpPr txBox="1"/>
          <p:nvPr/>
        </p:nvSpPr>
        <p:spPr>
          <a:xfrm>
            <a:off x="7180022" y="5366155"/>
            <a:ext cx="1665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Marketing Partner Performance</a:t>
            </a:r>
            <a:endParaRPr sz="800" i="0" u="none" strike="noStrike" cap="none">
              <a:latin typeface="Salesforce Sans"/>
              <a:ea typeface="Salesforce Sans"/>
              <a:cs typeface="Salesforce Sans"/>
              <a:sym typeface="Salesforce Sans"/>
            </a:endParaRPr>
          </a:p>
        </p:txBody>
      </p:sp>
      <p:sp>
        <p:nvSpPr>
          <p:cNvPr id="6458" name="Google Shape;6458;p173"/>
          <p:cNvSpPr txBox="1"/>
          <p:nvPr/>
        </p:nvSpPr>
        <p:spPr>
          <a:xfrm>
            <a:off x="7180022" y="5980878"/>
            <a:ext cx="16254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6459" name="Google Shape;6459;p173"/>
          <p:cNvSpPr txBox="1"/>
          <p:nvPr/>
        </p:nvSpPr>
        <p:spPr>
          <a:xfrm>
            <a:off x="7180022" y="614978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Insights</a:t>
            </a:r>
            <a:endParaRPr sz="800" i="0" u="none" strike="noStrike" cap="none">
              <a:latin typeface="Salesforce Sans"/>
              <a:ea typeface="Salesforce Sans"/>
              <a:cs typeface="Salesforce Sans"/>
              <a:sym typeface="Salesforce Sans"/>
            </a:endParaRPr>
          </a:p>
        </p:txBody>
      </p:sp>
      <p:sp>
        <p:nvSpPr>
          <p:cNvPr id="6460" name="Google Shape;6460;p173"/>
          <p:cNvSpPr txBox="1"/>
          <p:nvPr/>
        </p:nvSpPr>
        <p:spPr>
          <a:xfrm>
            <a:off x="7180022" y="629844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Portfolio Positioning</a:t>
            </a:r>
            <a:endParaRPr sz="800" i="0" u="none" strike="noStrike" cap="none">
              <a:latin typeface="Salesforce Sans"/>
              <a:ea typeface="Salesforce Sans"/>
              <a:cs typeface="Salesforce Sans"/>
              <a:sym typeface="Salesforce Sans"/>
            </a:endParaRPr>
          </a:p>
        </p:txBody>
      </p:sp>
      <p:sp>
        <p:nvSpPr>
          <p:cNvPr id="6461" name="Google Shape;6461;p173"/>
          <p:cNvSpPr txBox="1"/>
          <p:nvPr/>
        </p:nvSpPr>
        <p:spPr>
          <a:xfrm>
            <a:off x="7180022" y="644709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Product Roadmap</a:t>
            </a:r>
            <a:endParaRPr sz="800" i="0" u="none" strike="noStrike" cap="none">
              <a:latin typeface="Salesforce Sans"/>
              <a:ea typeface="Salesforce Sans"/>
              <a:cs typeface="Salesforce Sans"/>
              <a:sym typeface="Salesforce Sans"/>
            </a:endParaRPr>
          </a:p>
        </p:txBody>
      </p:sp>
      <p:sp>
        <p:nvSpPr>
          <p:cNvPr id="6462" name="Google Shape;6462;p173"/>
          <p:cNvSpPr txBox="1"/>
          <p:nvPr/>
        </p:nvSpPr>
        <p:spPr>
          <a:xfrm>
            <a:off x="7180022" y="460248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Digital Experience</a:t>
            </a:r>
            <a:endParaRPr sz="800" i="0" u="none" strike="noStrike" cap="none">
              <a:latin typeface="Salesforce Sans"/>
              <a:ea typeface="Salesforce Sans"/>
              <a:cs typeface="Salesforce Sans"/>
              <a:sym typeface="Salesforce Sans"/>
            </a:endParaRPr>
          </a:p>
        </p:txBody>
      </p:sp>
      <p:sp>
        <p:nvSpPr>
          <p:cNvPr id="6463" name="Google Shape;6463;p173"/>
          <p:cNvSpPr txBox="1"/>
          <p:nvPr/>
        </p:nvSpPr>
        <p:spPr>
          <a:xfrm>
            <a:off x="7180022" y="676465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6464" name="Google Shape;6464;p173"/>
          <p:cNvSpPr txBox="1"/>
          <p:nvPr/>
        </p:nvSpPr>
        <p:spPr>
          <a:xfrm>
            <a:off x="7180022" y="6595748"/>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Business Case</a:t>
            </a:r>
            <a:endParaRPr sz="800" i="0" u="none" strike="noStrike" cap="none">
              <a:latin typeface="Salesforce Sans"/>
              <a:ea typeface="Salesforce Sans"/>
              <a:cs typeface="Salesforce Sans"/>
              <a:sym typeface="Salesforce Sans"/>
            </a:endParaRPr>
          </a:p>
        </p:txBody>
      </p:sp>
      <p:sp>
        <p:nvSpPr>
          <p:cNvPr id="6465" name="Google Shape;6465;p173"/>
          <p:cNvSpPr txBox="1"/>
          <p:nvPr/>
        </p:nvSpPr>
        <p:spPr>
          <a:xfrm>
            <a:off x="7180022" y="691331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Plan Configuration</a:t>
            </a:r>
            <a:endParaRPr sz="800" i="0" u="none" strike="noStrike" cap="none">
              <a:latin typeface="Salesforce Sans"/>
              <a:ea typeface="Salesforce Sans"/>
              <a:cs typeface="Salesforce Sans"/>
              <a:sym typeface="Salesforce Sans"/>
            </a:endParaRPr>
          </a:p>
        </p:txBody>
      </p:sp>
      <p:sp>
        <p:nvSpPr>
          <p:cNvPr id="6466" name="Google Shape;6466;p173"/>
          <p:cNvSpPr txBox="1"/>
          <p:nvPr/>
        </p:nvSpPr>
        <p:spPr>
          <a:xfrm>
            <a:off x="7180022" y="706196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sz="800" i="0" u="none" strike="noStrike" cap="none">
              <a:latin typeface="Salesforce Sans"/>
              <a:ea typeface="Salesforce Sans"/>
              <a:cs typeface="Salesforce Sans"/>
              <a:sym typeface="Salesforce Sans"/>
            </a:endParaRPr>
          </a:p>
        </p:txBody>
      </p:sp>
      <p:sp>
        <p:nvSpPr>
          <p:cNvPr id="6467" name="Google Shape;6467;p173"/>
          <p:cNvSpPr txBox="1"/>
          <p:nvPr/>
        </p:nvSpPr>
        <p:spPr>
          <a:xfrm>
            <a:off x="7180022" y="7210618"/>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6468" name="Google Shape;6468;p173"/>
          <p:cNvSpPr txBox="1"/>
          <p:nvPr/>
        </p:nvSpPr>
        <p:spPr>
          <a:xfrm>
            <a:off x="7180022" y="737952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Customer Insights</a:t>
            </a:r>
            <a:endParaRPr sz="800" i="0" u="none" strike="noStrike" cap="none">
              <a:latin typeface="Salesforce Sans"/>
              <a:ea typeface="Salesforce Sans"/>
              <a:cs typeface="Salesforce Sans"/>
              <a:sym typeface="Salesforce Sans"/>
            </a:endParaRPr>
          </a:p>
        </p:txBody>
      </p:sp>
      <p:sp>
        <p:nvSpPr>
          <p:cNvPr id="6469" name="Google Shape;6469;p173"/>
          <p:cNvSpPr txBox="1"/>
          <p:nvPr/>
        </p:nvSpPr>
        <p:spPr>
          <a:xfrm>
            <a:off x="7180022" y="767683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6470" name="Google Shape;6470;p173"/>
          <p:cNvSpPr txBox="1"/>
          <p:nvPr/>
        </p:nvSpPr>
        <p:spPr>
          <a:xfrm>
            <a:off x="7180022" y="752818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Add-On Configuration</a:t>
            </a:r>
            <a:endParaRPr sz="800" i="0" u="none" strike="noStrike" cap="none">
              <a:latin typeface="Salesforce Sans"/>
              <a:ea typeface="Salesforce Sans"/>
              <a:cs typeface="Salesforce Sans"/>
              <a:sym typeface="Salesforce Sans"/>
            </a:endParaRPr>
          </a:p>
        </p:txBody>
      </p:sp>
      <p:sp>
        <p:nvSpPr>
          <p:cNvPr id="6471" name="Google Shape;6471;p173"/>
          <p:cNvSpPr txBox="1"/>
          <p:nvPr/>
        </p:nvSpPr>
        <p:spPr>
          <a:xfrm>
            <a:off x="7180022" y="7825487"/>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6472" name="Google Shape;6472;p173"/>
          <p:cNvSpPr txBox="1"/>
          <p:nvPr/>
        </p:nvSpPr>
        <p:spPr>
          <a:xfrm>
            <a:off x="7180022" y="799439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473" name="Google Shape;6473;p173"/>
          <p:cNvSpPr txBox="1"/>
          <p:nvPr/>
        </p:nvSpPr>
        <p:spPr>
          <a:xfrm>
            <a:off x="7180022" y="827406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6474" name="Google Shape;6474;p173"/>
          <p:cNvSpPr txBox="1"/>
          <p:nvPr/>
        </p:nvSpPr>
        <p:spPr>
          <a:xfrm>
            <a:off x="7180022" y="841389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Device Lifecycle</a:t>
            </a:r>
            <a:endParaRPr sz="800" i="0" u="none" strike="noStrike" cap="none">
              <a:latin typeface="Salesforce Sans"/>
              <a:ea typeface="Salesforce Sans"/>
              <a:cs typeface="Salesforce Sans"/>
              <a:sym typeface="Salesforce Sans"/>
            </a:endParaRPr>
          </a:p>
        </p:txBody>
      </p:sp>
      <p:sp>
        <p:nvSpPr>
          <p:cNvPr id="6475" name="Google Shape;6475;p173"/>
          <p:cNvSpPr txBox="1"/>
          <p:nvPr/>
        </p:nvSpPr>
        <p:spPr>
          <a:xfrm>
            <a:off x="7180022" y="8134230"/>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Device Portfolio</a:t>
            </a:r>
            <a:endParaRPr sz="800" i="0" u="none" strike="noStrike" cap="none">
              <a:latin typeface="Salesforce Sans"/>
              <a:ea typeface="Salesforce Sans"/>
              <a:cs typeface="Salesforce Sans"/>
              <a:sym typeface="Salesforce Sans"/>
            </a:endParaRPr>
          </a:p>
        </p:txBody>
      </p:sp>
      <p:sp>
        <p:nvSpPr>
          <p:cNvPr id="6476" name="Google Shape;6476;p173"/>
          <p:cNvSpPr txBox="1"/>
          <p:nvPr/>
        </p:nvSpPr>
        <p:spPr>
          <a:xfrm>
            <a:off x="7180022" y="860926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477" name="Google Shape;6477;p173"/>
          <p:cNvSpPr txBox="1"/>
          <p:nvPr/>
        </p:nvSpPr>
        <p:spPr>
          <a:xfrm>
            <a:off x="7180022" y="8749099"/>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Broadband Configuration</a:t>
            </a:r>
            <a:endParaRPr sz="800" i="0" u="none" strike="noStrike" cap="none">
              <a:latin typeface="Salesforce Sans"/>
              <a:ea typeface="Salesforce Sans"/>
              <a:cs typeface="Salesforce Sans"/>
              <a:sym typeface="Salesforce Sans"/>
            </a:endParaRPr>
          </a:p>
        </p:txBody>
      </p:sp>
      <p:sp>
        <p:nvSpPr>
          <p:cNvPr id="6478" name="Google Shape;6478;p173"/>
          <p:cNvSpPr txBox="1"/>
          <p:nvPr/>
        </p:nvSpPr>
        <p:spPr>
          <a:xfrm>
            <a:off x="7180022" y="888893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Pricing Optimization</a:t>
            </a:r>
            <a:endParaRPr sz="800" i="0" u="none" strike="noStrike" cap="none">
              <a:latin typeface="Salesforce Sans"/>
              <a:ea typeface="Salesforce Sans"/>
              <a:cs typeface="Salesforce Sans"/>
              <a:sym typeface="Salesforce Sans"/>
            </a:endParaRPr>
          </a:p>
        </p:txBody>
      </p:sp>
      <p:sp>
        <p:nvSpPr>
          <p:cNvPr id="6479" name="Google Shape;6479;p173"/>
          <p:cNvSpPr txBox="1"/>
          <p:nvPr/>
        </p:nvSpPr>
        <p:spPr>
          <a:xfrm>
            <a:off x="7180022" y="902969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Optimization</a:t>
            </a:r>
            <a:endParaRPr sz="800" i="0" u="none" strike="noStrike" cap="none">
              <a:latin typeface="Salesforce Sans"/>
              <a:ea typeface="Salesforce Sans"/>
              <a:cs typeface="Salesforce Sans"/>
              <a:sym typeface="Salesforce Sans"/>
            </a:endParaRPr>
          </a:p>
        </p:txBody>
      </p:sp>
      <p:sp>
        <p:nvSpPr>
          <p:cNvPr id="6480" name="Google Shape;6480;p173"/>
          <p:cNvSpPr txBox="1"/>
          <p:nvPr/>
        </p:nvSpPr>
        <p:spPr>
          <a:xfrm>
            <a:off x="7180022" y="9335255"/>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Concept Design</a:t>
            </a:r>
            <a:endParaRPr sz="800" i="0" u="none" strike="noStrike" cap="none">
              <a:latin typeface="Salesforce Sans"/>
              <a:ea typeface="Salesforce Sans"/>
              <a:cs typeface="Salesforce Sans"/>
              <a:sym typeface="Salesforce Sans"/>
            </a:endParaRPr>
          </a:p>
        </p:txBody>
      </p:sp>
      <p:sp>
        <p:nvSpPr>
          <p:cNvPr id="6481" name="Google Shape;6481;p173"/>
          <p:cNvSpPr txBox="1"/>
          <p:nvPr/>
        </p:nvSpPr>
        <p:spPr>
          <a:xfrm>
            <a:off x="7180022" y="9592713"/>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 (FAQ)</a:t>
            </a:r>
            <a:endParaRPr sz="800" i="0" u="none" strike="noStrike" cap="none">
              <a:latin typeface="Salesforce Sans"/>
              <a:ea typeface="Salesforce Sans"/>
              <a:cs typeface="Salesforce Sans"/>
              <a:sym typeface="Salesforce Sans"/>
            </a:endParaRPr>
          </a:p>
        </p:txBody>
      </p:sp>
      <p:sp>
        <p:nvSpPr>
          <p:cNvPr id="6482" name="Google Shape;6482;p173"/>
          <p:cNvSpPr txBox="1"/>
          <p:nvPr/>
        </p:nvSpPr>
        <p:spPr>
          <a:xfrm>
            <a:off x="7180022" y="9206496"/>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Trend Intelligence</a:t>
            </a:r>
            <a:endParaRPr sz="800" i="0" u="none" strike="noStrike" cap="none">
              <a:latin typeface="Salesforce Sans"/>
              <a:ea typeface="Salesforce Sans"/>
              <a:cs typeface="Salesforce Sans"/>
              <a:sym typeface="Salesforce Sans"/>
            </a:endParaRPr>
          </a:p>
        </p:txBody>
      </p:sp>
      <p:sp>
        <p:nvSpPr>
          <p:cNvPr id="6483" name="Google Shape;6483;p173"/>
          <p:cNvSpPr txBox="1"/>
          <p:nvPr/>
        </p:nvSpPr>
        <p:spPr>
          <a:xfrm>
            <a:off x="7180022" y="9464014"/>
            <a:ext cx="1625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Innovation Evaluation</a:t>
            </a:r>
            <a:endParaRPr sz="800" i="0" u="none" strike="noStrike" cap="none">
              <a:latin typeface="Salesforce Sans"/>
              <a:ea typeface="Salesforce Sans"/>
              <a:cs typeface="Salesforce Sans"/>
              <a:sym typeface="Salesforce Sans"/>
            </a:endParaRPr>
          </a:p>
        </p:txBody>
      </p:sp>
      <p:sp>
        <p:nvSpPr>
          <p:cNvPr id="6484" name="Google Shape;6484;p173"/>
          <p:cNvSpPr/>
          <p:nvPr/>
        </p:nvSpPr>
        <p:spPr>
          <a:xfrm>
            <a:off x="7046687" y="201339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85" name="Google Shape;6485;p173"/>
          <p:cNvSpPr/>
          <p:nvPr/>
        </p:nvSpPr>
        <p:spPr>
          <a:xfrm>
            <a:off x="7046687" y="2166810"/>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6486" name="Google Shape;6486;p173"/>
          <p:cNvSpPr/>
          <p:nvPr/>
        </p:nvSpPr>
        <p:spPr>
          <a:xfrm>
            <a:off x="7046687" y="231070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87" name="Google Shape;6487;p173"/>
          <p:cNvSpPr/>
          <p:nvPr/>
        </p:nvSpPr>
        <p:spPr>
          <a:xfrm>
            <a:off x="7046687" y="2470084"/>
            <a:ext cx="91200" cy="91200"/>
          </a:xfrm>
          <a:prstGeom prst="ellipse">
            <a:avLst/>
          </a:prstGeom>
          <a:solidFill>
            <a:srgbClr val="08ABED"/>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88" name="Google Shape;6488;p173"/>
          <p:cNvSpPr/>
          <p:nvPr/>
        </p:nvSpPr>
        <p:spPr>
          <a:xfrm>
            <a:off x="7046687" y="2767392"/>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89" name="Google Shape;6489;p173"/>
          <p:cNvSpPr/>
          <p:nvPr/>
        </p:nvSpPr>
        <p:spPr>
          <a:xfrm>
            <a:off x="7046687" y="2916046"/>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0" name="Google Shape;6490;p173"/>
          <p:cNvSpPr/>
          <p:nvPr/>
        </p:nvSpPr>
        <p:spPr>
          <a:xfrm>
            <a:off x="7046687" y="3064700"/>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1" name="Google Shape;6491;p173"/>
          <p:cNvSpPr/>
          <p:nvPr/>
        </p:nvSpPr>
        <p:spPr>
          <a:xfrm>
            <a:off x="7046687" y="261873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2" name="Google Shape;6492;p173"/>
          <p:cNvSpPr/>
          <p:nvPr/>
        </p:nvSpPr>
        <p:spPr>
          <a:xfrm>
            <a:off x="7046687" y="3243133"/>
            <a:ext cx="91200" cy="91200"/>
          </a:xfrm>
          <a:prstGeom prst="ellipse">
            <a:avLst/>
          </a:prstGeom>
          <a:solidFill>
            <a:srgbClr val="08ABED"/>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3" name="Google Shape;6493;p173"/>
          <p:cNvSpPr/>
          <p:nvPr/>
        </p:nvSpPr>
        <p:spPr>
          <a:xfrm>
            <a:off x="7046687" y="354044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4" name="Google Shape;6494;p173"/>
          <p:cNvSpPr/>
          <p:nvPr/>
        </p:nvSpPr>
        <p:spPr>
          <a:xfrm>
            <a:off x="7046687" y="3675904"/>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6495" name="Google Shape;6495;p173"/>
          <p:cNvSpPr/>
          <p:nvPr/>
        </p:nvSpPr>
        <p:spPr>
          <a:xfrm>
            <a:off x="7046687" y="339178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496" name="Google Shape;6496;p173"/>
          <p:cNvSpPr/>
          <p:nvPr/>
        </p:nvSpPr>
        <p:spPr>
          <a:xfrm>
            <a:off x="7046687" y="399757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AD7BEE"/>
                </a:solidFill>
                <a:latin typeface="Salesforce Sans"/>
                <a:ea typeface="Salesforce Sans"/>
                <a:cs typeface="Salesforce Sans"/>
                <a:sym typeface="Salesforce Sans"/>
              </a:rPr>
              <a:t> </a:t>
            </a:r>
            <a:endParaRPr sz="800" i="0" u="none" strike="noStrike" cap="none">
              <a:solidFill>
                <a:srgbClr val="AD7BEE"/>
              </a:solidFill>
              <a:latin typeface="Salesforce Sans"/>
              <a:ea typeface="Salesforce Sans"/>
              <a:cs typeface="Salesforce Sans"/>
              <a:sym typeface="Salesforce Sans"/>
            </a:endParaRPr>
          </a:p>
        </p:txBody>
      </p:sp>
      <p:sp>
        <p:nvSpPr>
          <p:cNvPr id="6497" name="Google Shape;6497;p173"/>
          <p:cNvSpPr/>
          <p:nvPr/>
        </p:nvSpPr>
        <p:spPr>
          <a:xfrm>
            <a:off x="7046687" y="382866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15000"/>
              </a:lnSpc>
              <a:spcBef>
                <a:spcPts val="0"/>
              </a:spcBef>
              <a:spcAft>
                <a:spcPts val="0"/>
              </a:spcAft>
              <a:buClr>
                <a:srgbClr val="002775"/>
              </a:buClr>
              <a:buSzPts val="22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6498" name="Google Shape;6498;p173"/>
          <p:cNvSpPr/>
          <p:nvPr/>
        </p:nvSpPr>
        <p:spPr>
          <a:xfrm>
            <a:off x="7046687" y="4303965"/>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AD7BEE"/>
                </a:solidFill>
                <a:latin typeface="Salesforce Sans"/>
                <a:ea typeface="Salesforce Sans"/>
                <a:cs typeface="Salesforce Sans"/>
                <a:sym typeface="Salesforce Sans"/>
              </a:rPr>
              <a:t> </a:t>
            </a:r>
            <a:endParaRPr sz="800" i="0" u="none" strike="noStrike" cap="none">
              <a:solidFill>
                <a:srgbClr val="AD7BEE"/>
              </a:solidFill>
              <a:latin typeface="Salesforce Sans"/>
              <a:ea typeface="Salesforce Sans"/>
              <a:cs typeface="Salesforce Sans"/>
              <a:sym typeface="Salesforce Sans"/>
            </a:endParaRPr>
          </a:p>
        </p:txBody>
      </p:sp>
      <p:sp>
        <p:nvSpPr>
          <p:cNvPr id="6499" name="Google Shape;6499;p173"/>
          <p:cNvSpPr/>
          <p:nvPr/>
        </p:nvSpPr>
        <p:spPr>
          <a:xfrm>
            <a:off x="7046687" y="4452619"/>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B827C"/>
                </a:solidFill>
                <a:latin typeface="Salesforce Sans"/>
                <a:ea typeface="Salesforce Sans"/>
                <a:cs typeface="Salesforce Sans"/>
                <a:sym typeface="Salesforce Sans"/>
              </a:rPr>
              <a:t> </a:t>
            </a:r>
            <a:endParaRPr sz="800" i="0" u="none" strike="noStrike" cap="none">
              <a:solidFill>
                <a:srgbClr val="0B827C"/>
              </a:solidFill>
              <a:latin typeface="Salesforce Sans"/>
              <a:ea typeface="Salesforce Sans"/>
              <a:cs typeface="Salesforce Sans"/>
              <a:sym typeface="Salesforce Sans"/>
            </a:endParaRPr>
          </a:p>
        </p:txBody>
      </p:sp>
      <p:sp>
        <p:nvSpPr>
          <p:cNvPr id="6500" name="Google Shape;6500;p173"/>
          <p:cNvSpPr/>
          <p:nvPr/>
        </p:nvSpPr>
        <p:spPr>
          <a:xfrm>
            <a:off x="7046687" y="186065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1" name="Google Shape;6501;p173"/>
          <p:cNvSpPr/>
          <p:nvPr/>
        </p:nvSpPr>
        <p:spPr>
          <a:xfrm>
            <a:off x="7046687" y="4155311"/>
            <a:ext cx="91200" cy="91200"/>
          </a:xfrm>
          <a:prstGeom prst="ellipse">
            <a:avLst/>
          </a:prstGeom>
          <a:solidFill>
            <a:srgbClr val="F6922C"/>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2" name="Google Shape;6502;p173"/>
          <p:cNvSpPr/>
          <p:nvPr/>
        </p:nvSpPr>
        <p:spPr>
          <a:xfrm>
            <a:off x="7046687" y="477018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3" name="Google Shape;6503;p173"/>
          <p:cNvSpPr/>
          <p:nvPr/>
        </p:nvSpPr>
        <p:spPr>
          <a:xfrm>
            <a:off x="7046687" y="4918835"/>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2775"/>
              </a:solidFill>
              <a:latin typeface="Salesforce Sans"/>
              <a:ea typeface="Salesforce Sans"/>
              <a:cs typeface="Salesforce Sans"/>
              <a:sym typeface="Salesforce Sans"/>
            </a:endParaRPr>
          </a:p>
        </p:txBody>
      </p:sp>
      <p:sp>
        <p:nvSpPr>
          <p:cNvPr id="6504" name="Google Shape;6504;p173"/>
          <p:cNvSpPr/>
          <p:nvPr/>
        </p:nvSpPr>
        <p:spPr>
          <a:xfrm>
            <a:off x="7046687" y="508774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5" name="Google Shape;6505;p173"/>
          <p:cNvSpPr/>
          <p:nvPr/>
        </p:nvSpPr>
        <p:spPr>
          <a:xfrm>
            <a:off x="7046687" y="523639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6" name="Google Shape;6506;p173"/>
          <p:cNvSpPr/>
          <p:nvPr/>
        </p:nvSpPr>
        <p:spPr>
          <a:xfrm>
            <a:off x="7046687" y="555395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7" name="Google Shape;6507;p173"/>
          <p:cNvSpPr/>
          <p:nvPr/>
        </p:nvSpPr>
        <p:spPr>
          <a:xfrm>
            <a:off x="7046687" y="5702613"/>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8" name="Google Shape;6508;p173"/>
          <p:cNvSpPr/>
          <p:nvPr/>
        </p:nvSpPr>
        <p:spPr>
          <a:xfrm>
            <a:off x="7046687" y="585126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09" name="Google Shape;6509;p173"/>
          <p:cNvSpPr/>
          <p:nvPr/>
        </p:nvSpPr>
        <p:spPr>
          <a:xfrm>
            <a:off x="7046687" y="5385051"/>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0" name="Google Shape;6510;p173"/>
          <p:cNvSpPr/>
          <p:nvPr/>
        </p:nvSpPr>
        <p:spPr>
          <a:xfrm>
            <a:off x="7046687" y="5999921"/>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1" name="Google Shape;6511;p173"/>
          <p:cNvSpPr/>
          <p:nvPr/>
        </p:nvSpPr>
        <p:spPr>
          <a:xfrm>
            <a:off x="7046687" y="616882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2" name="Google Shape;6512;p173"/>
          <p:cNvSpPr/>
          <p:nvPr/>
        </p:nvSpPr>
        <p:spPr>
          <a:xfrm>
            <a:off x="7046687" y="631748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3" name="Google Shape;6513;p173"/>
          <p:cNvSpPr/>
          <p:nvPr/>
        </p:nvSpPr>
        <p:spPr>
          <a:xfrm>
            <a:off x="7046687" y="646613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4" name="Google Shape;6514;p173"/>
          <p:cNvSpPr/>
          <p:nvPr/>
        </p:nvSpPr>
        <p:spPr>
          <a:xfrm>
            <a:off x="7046687" y="462152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5" name="Google Shape;6515;p173"/>
          <p:cNvSpPr/>
          <p:nvPr/>
        </p:nvSpPr>
        <p:spPr>
          <a:xfrm>
            <a:off x="7046687" y="6783699"/>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6" name="Google Shape;6516;p173"/>
          <p:cNvSpPr/>
          <p:nvPr/>
        </p:nvSpPr>
        <p:spPr>
          <a:xfrm>
            <a:off x="7046687" y="661479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7" name="Google Shape;6517;p173"/>
          <p:cNvSpPr/>
          <p:nvPr/>
        </p:nvSpPr>
        <p:spPr>
          <a:xfrm>
            <a:off x="7046687" y="6932353"/>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8" name="Google Shape;6518;p173"/>
          <p:cNvSpPr/>
          <p:nvPr/>
        </p:nvSpPr>
        <p:spPr>
          <a:xfrm>
            <a:off x="7046687" y="7081007"/>
            <a:ext cx="91200" cy="91200"/>
          </a:xfrm>
          <a:prstGeom prst="ellipse">
            <a:avLst/>
          </a:prstGeom>
          <a:solidFill>
            <a:srgbClr val="00B3FF"/>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19" name="Google Shape;6519;p173"/>
          <p:cNvSpPr/>
          <p:nvPr/>
        </p:nvSpPr>
        <p:spPr>
          <a:xfrm>
            <a:off x="7046687" y="722966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0" name="Google Shape;6520;p173"/>
          <p:cNvSpPr/>
          <p:nvPr/>
        </p:nvSpPr>
        <p:spPr>
          <a:xfrm>
            <a:off x="7046687" y="739856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1" name="Google Shape;6521;p173"/>
          <p:cNvSpPr/>
          <p:nvPr/>
        </p:nvSpPr>
        <p:spPr>
          <a:xfrm>
            <a:off x="7046687" y="7695877"/>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2" name="Google Shape;6522;p173"/>
          <p:cNvSpPr/>
          <p:nvPr/>
        </p:nvSpPr>
        <p:spPr>
          <a:xfrm>
            <a:off x="7046687" y="7547223"/>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3" name="Google Shape;6523;p173"/>
          <p:cNvSpPr/>
          <p:nvPr/>
        </p:nvSpPr>
        <p:spPr>
          <a:xfrm>
            <a:off x="7046687" y="784453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4" name="Google Shape;6524;p173"/>
          <p:cNvSpPr/>
          <p:nvPr/>
        </p:nvSpPr>
        <p:spPr>
          <a:xfrm>
            <a:off x="7046687" y="801343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5" name="Google Shape;6525;p173"/>
          <p:cNvSpPr/>
          <p:nvPr/>
        </p:nvSpPr>
        <p:spPr>
          <a:xfrm>
            <a:off x="7046687" y="829310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6" name="Google Shape;6526;p173"/>
          <p:cNvSpPr/>
          <p:nvPr/>
        </p:nvSpPr>
        <p:spPr>
          <a:xfrm>
            <a:off x="7046687" y="8432943"/>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7" name="Google Shape;6527;p173"/>
          <p:cNvSpPr/>
          <p:nvPr/>
        </p:nvSpPr>
        <p:spPr>
          <a:xfrm>
            <a:off x="7046687" y="8153274"/>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8" name="Google Shape;6528;p173"/>
          <p:cNvSpPr/>
          <p:nvPr/>
        </p:nvSpPr>
        <p:spPr>
          <a:xfrm>
            <a:off x="7046687" y="862830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29" name="Google Shape;6529;p173"/>
          <p:cNvSpPr/>
          <p:nvPr/>
        </p:nvSpPr>
        <p:spPr>
          <a:xfrm>
            <a:off x="7046687" y="8768144"/>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0" name="Google Shape;6530;p173"/>
          <p:cNvSpPr/>
          <p:nvPr/>
        </p:nvSpPr>
        <p:spPr>
          <a:xfrm>
            <a:off x="7046687" y="890797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1" name="Google Shape;6531;p173"/>
          <p:cNvSpPr/>
          <p:nvPr/>
        </p:nvSpPr>
        <p:spPr>
          <a:xfrm>
            <a:off x="7046687" y="9048739"/>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2" name="Google Shape;6532;p173"/>
          <p:cNvSpPr/>
          <p:nvPr/>
        </p:nvSpPr>
        <p:spPr>
          <a:xfrm>
            <a:off x="7046687" y="9391833"/>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3" name="Google Shape;6533;p173"/>
          <p:cNvSpPr/>
          <p:nvPr/>
        </p:nvSpPr>
        <p:spPr>
          <a:xfrm>
            <a:off x="7046687" y="9620577"/>
            <a:ext cx="91200" cy="91200"/>
          </a:xfrm>
          <a:prstGeom prst="ellipse">
            <a:avLst/>
          </a:prstGeom>
          <a:solidFill>
            <a:srgbClr val="066AF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4" name="Google Shape;6534;p173"/>
          <p:cNvSpPr/>
          <p:nvPr/>
        </p:nvSpPr>
        <p:spPr>
          <a:xfrm>
            <a:off x="7046687" y="9243179"/>
            <a:ext cx="91200" cy="91200"/>
          </a:xfrm>
          <a:prstGeom prst="ellipse">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5" name="Google Shape;6535;p173"/>
          <p:cNvSpPr/>
          <p:nvPr/>
        </p:nvSpPr>
        <p:spPr>
          <a:xfrm>
            <a:off x="7046687" y="9483058"/>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6" name="Google Shape;6536;p173"/>
          <p:cNvSpPr/>
          <p:nvPr/>
        </p:nvSpPr>
        <p:spPr>
          <a:xfrm>
            <a:off x="7046687" y="570262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7" name="Google Shape;6537;p173"/>
          <p:cNvSpPr/>
          <p:nvPr/>
        </p:nvSpPr>
        <p:spPr>
          <a:xfrm>
            <a:off x="7046687" y="5851271"/>
            <a:ext cx="91200" cy="91200"/>
          </a:xfrm>
          <a:prstGeom prst="ellipse">
            <a:avLst/>
          </a:prstGeom>
          <a:solidFill>
            <a:srgbClr val="AD7BEE"/>
          </a:solid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02775"/>
                </a:solidFill>
                <a:latin typeface="Salesforce Sans"/>
                <a:ea typeface="Salesforce Sans"/>
                <a:cs typeface="Salesforce Sans"/>
                <a:sym typeface="Salesforce Sans"/>
              </a:rPr>
              <a:t> </a:t>
            </a:r>
            <a:endParaRPr sz="800" i="0" u="none" strike="noStrike" cap="none">
              <a:solidFill>
                <a:srgbClr val="000000"/>
              </a:solidFill>
              <a:latin typeface="Salesforce Sans"/>
              <a:ea typeface="Salesforce Sans"/>
              <a:cs typeface="Salesforce Sans"/>
              <a:sym typeface="Salesforce Sans"/>
            </a:endParaRPr>
          </a:p>
        </p:txBody>
      </p:sp>
      <p:sp>
        <p:nvSpPr>
          <p:cNvPr id="6538" name="Google Shape;6538;p173"/>
          <p:cNvSpPr txBox="1"/>
          <p:nvPr/>
        </p:nvSpPr>
        <p:spPr>
          <a:xfrm>
            <a:off x="4722321"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539" name="Google Shape;6539;p173"/>
          <p:cNvSpPr txBox="1"/>
          <p:nvPr/>
        </p:nvSpPr>
        <p:spPr>
          <a:xfrm>
            <a:off x="5922089"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540" name="Google Shape;6540;p173"/>
          <p:cNvGrpSpPr/>
          <p:nvPr/>
        </p:nvGrpSpPr>
        <p:grpSpPr>
          <a:xfrm>
            <a:off x="4741973" y="1867456"/>
            <a:ext cx="952525" cy="449700"/>
            <a:chOff x="755165" y="1938890"/>
            <a:chExt cx="1322400" cy="449700"/>
          </a:xfrm>
        </p:grpSpPr>
        <p:sp>
          <p:nvSpPr>
            <p:cNvPr id="6541" name="Google Shape;6541;p173"/>
            <p:cNvSpPr/>
            <p:nvPr/>
          </p:nvSpPr>
          <p:spPr>
            <a:xfrm>
              <a:off x="755165" y="1938890"/>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542" name="Google Shape;6542;p173"/>
            <p:cNvSpPr txBox="1"/>
            <p:nvPr/>
          </p:nvSpPr>
          <p:spPr>
            <a:xfrm>
              <a:off x="888815" y="2101340"/>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6543" name="Google Shape;6543;p173"/>
          <p:cNvSpPr txBox="1"/>
          <p:nvPr/>
        </p:nvSpPr>
        <p:spPr>
          <a:xfrm>
            <a:off x="718095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544" name="Google Shape;6544;p173"/>
          <p:cNvSpPr txBox="1"/>
          <p:nvPr/>
        </p:nvSpPr>
        <p:spPr>
          <a:xfrm>
            <a:off x="5922089" y="1843238"/>
            <a:ext cx="12150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Lead Management </a:t>
            </a:r>
            <a:endParaRPr sz="900" b="1">
              <a:solidFill>
                <a:srgbClr val="066AFE"/>
              </a:solidFill>
              <a:latin typeface="Salesforce Sans"/>
              <a:ea typeface="Salesforce Sans"/>
              <a:cs typeface="Salesforce Sans"/>
              <a:sym typeface="Salesforce Sans"/>
            </a:endParaRPr>
          </a:p>
        </p:txBody>
      </p:sp>
      <p:grpSp>
        <p:nvGrpSpPr>
          <p:cNvPr id="6545" name="Google Shape;6545;p173"/>
          <p:cNvGrpSpPr/>
          <p:nvPr/>
        </p:nvGrpSpPr>
        <p:grpSpPr>
          <a:xfrm>
            <a:off x="4741973" y="6193420"/>
            <a:ext cx="952525" cy="449700"/>
            <a:chOff x="755165" y="1866174"/>
            <a:chExt cx="1322400" cy="449700"/>
          </a:xfrm>
        </p:grpSpPr>
        <p:sp>
          <p:nvSpPr>
            <p:cNvPr id="6546" name="Google Shape;6546;p173"/>
            <p:cNvSpPr/>
            <p:nvPr/>
          </p:nvSpPr>
          <p:spPr>
            <a:xfrm>
              <a:off x="755165" y="18661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547" name="Google Shape;6547;p173"/>
            <p:cNvSpPr txBox="1"/>
            <p:nvPr/>
          </p:nvSpPr>
          <p:spPr>
            <a:xfrm>
              <a:off x="888815" y="2028624"/>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6548" name="Google Shape;6548;p173"/>
          <p:cNvGrpSpPr/>
          <p:nvPr/>
        </p:nvGrpSpPr>
        <p:grpSpPr>
          <a:xfrm>
            <a:off x="4741973" y="9230466"/>
            <a:ext cx="952525" cy="449700"/>
            <a:chOff x="755165" y="1886345"/>
            <a:chExt cx="1322400" cy="449700"/>
          </a:xfrm>
        </p:grpSpPr>
        <p:sp>
          <p:nvSpPr>
            <p:cNvPr id="6549" name="Google Shape;6549;p173"/>
            <p:cNvSpPr/>
            <p:nvPr/>
          </p:nvSpPr>
          <p:spPr>
            <a:xfrm>
              <a:off x="755165" y="1886345"/>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550" name="Google Shape;6550;p173"/>
            <p:cNvSpPr txBox="1"/>
            <p:nvPr/>
          </p:nvSpPr>
          <p:spPr>
            <a:xfrm>
              <a:off x="888815" y="2048795"/>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6551" name="Google Shape;6551;p173"/>
          <p:cNvSpPr/>
          <p:nvPr/>
        </p:nvSpPr>
        <p:spPr>
          <a:xfrm>
            <a:off x="10174977" y="2750625"/>
            <a:ext cx="1105200" cy="61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Cloud and IP Network Planning and Design </a:t>
            </a:r>
            <a:endParaRPr sz="900" b="1" i="0" u="none" strike="noStrike" cap="none">
              <a:solidFill>
                <a:srgbClr val="066AFE"/>
              </a:solidFill>
              <a:latin typeface="Salesforce Sans"/>
              <a:ea typeface="Salesforce Sans"/>
              <a:cs typeface="Salesforce Sans"/>
              <a:sym typeface="Salesforce Sans"/>
            </a:endParaRPr>
          </a:p>
        </p:txBody>
      </p:sp>
      <p:sp>
        <p:nvSpPr>
          <p:cNvPr id="6552" name="Google Shape;6552;p173"/>
          <p:cNvSpPr/>
          <p:nvPr/>
        </p:nvSpPr>
        <p:spPr>
          <a:xfrm>
            <a:off x="10174977" y="3518578"/>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Core and Access Build &amp; Deployment </a:t>
            </a:r>
            <a:endParaRPr sz="900" b="1" i="0" u="none" strike="noStrike" cap="none">
              <a:solidFill>
                <a:srgbClr val="066AFE"/>
              </a:solidFill>
              <a:latin typeface="Salesforce Sans"/>
              <a:ea typeface="Salesforce Sans"/>
              <a:cs typeface="Salesforce Sans"/>
              <a:sym typeface="Salesforce Sans"/>
            </a:endParaRPr>
          </a:p>
        </p:txBody>
      </p:sp>
      <p:sp>
        <p:nvSpPr>
          <p:cNvPr id="6553" name="Google Shape;6553;p173"/>
          <p:cNvSpPr/>
          <p:nvPr/>
        </p:nvSpPr>
        <p:spPr>
          <a:xfrm>
            <a:off x="10174977" y="4120271"/>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Cloud and IP Network Build </a:t>
            </a:r>
            <a:r>
              <a:rPr lang="en" sz="900" b="1">
                <a:solidFill>
                  <a:srgbClr val="066AFE"/>
                </a:solidFill>
                <a:latin typeface="Salesforce Sans"/>
                <a:ea typeface="Salesforce Sans"/>
                <a:cs typeface="Salesforce Sans"/>
                <a:sym typeface="Salesforce Sans"/>
              </a:rPr>
              <a:t>&amp; </a:t>
            </a:r>
            <a:r>
              <a:rPr lang="en" sz="900" b="1" i="0" u="none" strike="noStrike" cap="none">
                <a:solidFill>
                  <a:srgbClr val="066AFE"/>
                </a:solidFill>
                <a:latin typeface="Salesforce Sans"/>
                <a:ea typeface="Salesforce Sans"/>
                <a:cs typeface="Salesforce Sans"/>
                <a:sym typeface="Salesforce Sans"/>
              </a:rPr>
              <a:t>Dev</a:t>
            </a:r>
            <a:r>
              <a:rPr lang="en" sz="900" b="1">
                <a:solidFill>
                  <a:srgbClr val="066AFE"/>
                </a:solidFill>
                <a:latin typeface="Salesforce Sans"/>
                <a:ea typeface="Salesforce Sans"/>
                <a:cs typeface="Salesforce Sans"/>
                <a:sym typeface="Salesforce Sans"/>
              </a:rPr>
              <a:t>elopment</a:t>
            </a:r>
            <a:endParaRPr sz="900" b="1" i="0" u="none" strike="noStrike" cap="none">
              <a:solidFill>
                <a:srgbClr val="066AFE"/>
              </a:solidFill>
              <a:latin typeface="Salesforce Sans"/>
              <a:ea typeface="Salesforce Sans"/>
              <a:cs typeface="Salesforce Sans"/>
              <a:sym typeface="Salesforce Sans"/>
            </a:endParaRPr>
          </a:p>
        </p:txBody>
      </p:sp>
      <p:sp>
        <p:nvSpPr>
          <p:cNvPr id="6554" name="Google Shape;6554;p173"/>
          <p:cNvSpPr/>
          <p:nvPr/>
        </p:nvSpPr>
        <p:spPr>
          <a:xfrm>
            <a:off x="10174977" y="4739816"/>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Spectrum Management</a:t>
            </a:r>
            <a:endParaRPr sz="900" b="1" i="0" u="none" strike="noStrike" cap="none">
              <a:solidFill>
                <a:srgbClr val="066AFE"/>
              </a:solidFill>
              <a:latin typeface="Salesforce Sans"/>
              <a:ea typeface="Salesforce Sans"/>
              <a:cs typeface="Salesforce Sans"/>
              <a:sym typeface="Salesforce Sans"/>
            </a:endParaRPr>
          </a:p>
        </p:txBody>
      </p:sp>
      <p:sp>
        <p:nvSpPr>
          <p:cNvPr id="6555" name="Google Shape;6555;p173"/>
          <p:cNvSpPr/>
          <p:nvPr/>
        </p:nvSpPr>
        <p:spPr>
          <a:xfrm>
            <a:off x="10174977" y="5501823"/>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Network Supply Chain </a:t>
            </a:r>
            <a:endParaRPr sz="900" b="1" i="0" u="none" strike="noStrike" cap="none">
              <a:solidFill>
                <a:srgbClr val="066AFE"/>
              </a:solidFill>
              <a:latin typeface="Salesforce Sans"/>
              <a:ea typeface="Salesforce Sans"/>
              <a:cs typeface="Salesforce Sans"/>
              <a:sym typeface="Salesforce Sans"/>
            </a:endParaRPr>
          </a:p>
        </p:txBody>
      </p:sp>
      <p:sp>
        <p:nvSpPr>
          <p:cNvPr id="6556" name="Google Shape;6556;p173"/>
          <p:cNvSpPr/>
          <p:nvPr/>
        </p:nvSpPr>
        <p:spPr>
          <a:xfrm>
            <a:off x="10174977" y="6115423"/>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Network Maintenance </a:t>
            </a:r>
            <a:endParaRPr sz="900" b="1" i="0" u="none" strike="noStrike" cap="none">
              <a:solidFill>
                <a:srgbClr val="066AFE"/>
              </a:solidFill>
              <a:latin typeface="Salesforce Sans"/>
              <a:ea typeface="Salesforce Sans"/>
              <a:cs typeface="Salesforce Sans"/>
              <a:sym typeface="Salesforce Sans"/>
            </a:endParaRPr>
          </a:p>
        </p:txBody>
      </p:sp>
      <p:sp>
        <p:nvSpPr>
          <p:cNvPr id="6557" name="Google Shape;6557;p173"/>
          <p:cNvSpPr/>
          <p:nvPr/>
        </p:nvSpPr>
        <p:spPr>
          <a:xfrm>
            <a:off x="10174977" y="6723069"/>
            <a:ext cx="1105200" cy="46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Energy &amp; Sustainability Mgmt </a:t>
            </a:r>
            <a:endParaRPr sz="900" b="1" i="0" u="none" strike="noStrike" cap="none">
              <a:solidFill>
                <a:srgbClr val="066AFE"/>
              </a:solidFill>
              <a:latin typeface="Salesforce Sans"/>
              <a:ea typeface="Salesforce Sans"/>
              <a:cs typeface="Salesforce Sans"/>
              <a:sym typeface="Salesforce Sans"/>
            </a:endParaRPr>
          </a:p>
        </p:txBody>
      </p:sp>
      <p:sp>
        <p:nvSpPr>
          <p:cNvPr id="6558" name="Google Shape;6558;p173"/>
          <p:cNvSpPr/>
          <p:nvPr/>
        </p:nvSpPr>
        <p:spPr>
          <a:xfrm>
            <a:off x="10174977" y="7200055"/>
            <a:ext cx="1105200" cy="153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trategy</a:t>
            </a:r>
            <a:endParaRPr sz="900" b="1" i="0" u="none" strike="noStrike" cap="none">
              <a:solidFill>
                <a:srgbClr val="066AFE"/>
              </a:solidFill>
              <a:latin typeface="Salesforce Sans"/>
              <a:ea typeface="Salesforce Sans"/>
              <a:cs typeface="Salesforce Sans"/>
              <a:sym typeface="Salesforce Sans"/>
            </a:endParaRPr>
          </a:p>
        </p:txBody>
      </p:sp>
      <p:sp>
        <p:nvSpPr>
          <p:cNvPr id="6559" name="Google Shape;6559;p173"/>
          <p:cNvSpPr/>
          <p:nvPr/>
        </p:nvSpPr>
        <p:spPr>
          <a:xfrm>
            <a:off x="10174977" y="7647411"/>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Issue Resolution </a:t>
            </a:r>
            <a:endParaRPr sz="900" b="1" i="0" u="none" strike="noStrike" cap="none">
              <a:solidFill>
                <a:srgbClr val="066AFE"/>
              </a:solidFill>
              <a:latin typeface="Salesforce Sans"/>
              <a:ea typeface="Salesforce Sans"/>
              <a:cs typeface="Salesforce Sans"/>
              <a:sym typeface="Salesforce Sans"/>
            </a:endParaRPr>
          </a:p>
        </p:txBody>
      </p:sp>
      <p:sp>
        <p:nvSpPr>
          <p:cNvPr id="6560" name="Google Shape;6560;p173"/>
          <p:cNvSpPr/>
          <p:nvPr/>
        </p:nvSpPr>
        <p:spPr>
          <a:xfrm>
            <a:off x="10174977" y="8094823"/>
            <a:ext cx="11052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IT Governance </a:t>
            </a:r>
            <a:endParaRPr sz="900" b="1" i="0" u="none" strike="noStrike" cap="none">
              <a:solidFill>
                <a:srgbClr val="066AFE"/>
              </a:solidFill>
              <a:latin typeface="Salesforce Sans"/>
              <a:ea typeface="Salesforce Sans"/>
              <a:cs typeface="Salesforce Sans"/>
              <a:sym typeface="Salesforce Sans"/>
            </a:endParaRPr>
          </a:p>
        </p:txBody>
      </p:sp>
      <p:sp>
        <p:nvSpPr>
          <p:cNvPr id="6561" name="Google Shape;6561;p173"/>
          <p:cNvSpPr/>
          <p:nvPr/>
        </p:nvSpPr>
        <p:spPr>
          <a:xfrm>
            <a:off x="10174977" y="8409934"/>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Software Development </a:t>
            </a:r>
            <a:endParaRPr sz="900" b="1" i="0" u="none" strike="noStrike" cap="none">
              <a:solidFill>
                <a:srgbClr val="066AFE"/>
              </a:solidFill>
              <a:latin typeface="Salesforce Sans"/>
              <a:ea typeface="Salesforce Sans"/>
              <a:cs typeface="Salesforce Sans"/>
              <a:sym typeface="Salesforce Sans"/>
            </a:endParaRPr>
          </a:p>
        </p:txBody>
      </p:sp>
      <p:sp>
        <p:nvSpPr>
          <p:cNvPr id="6562" name="Google Shape;6562;p173"/>
          <p:cNvSpPr/>
          <p:nvPr/>
        </p:nvSpPr>
        <p:spPr>
          <a:xfrm>
            <a:off x="10174977" y="8869242"/>
            <a:ext cx="10008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Testing, QA &amp; Automation </a:t>
            </a:r>
            <a:endParaRPr sz="900" b="1" i="0" u="none" strike="noStrike" cap="none">
              <a:solidFill>
                <a:srgbClr val="066AFE"/>
              </a:solidFill>
              <a:latin typeface="Salesforce Sans"/>
              <a:ea typeface="Salesforce Sans"/>
              <a:cs typeface="Salesforce Sans"/>
              <a:sym typeface="Salesforce Sans"/>
            </a:endParaRPr>
          </a:p>
        </p:txBody>
      </p:sp>
      <p:sp>
        <p:nvSpPr>
          <p:cNvPr id="6563" name="Google Shape;6563;p173"/>
          <p:cNvSpPr/>
          <p:nvPr/>
        </p:nvSpPr>
        <p:spPr>
          <a:xfrm>
            <a:off x="10174977" y="9316350"/>
            <a:ext cx="1105200" cy="30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Cyber Threat </a:t>
            </a:r>
            <a:br>
              <a:rPr lang="en" sz="900" b="1" i="0" u="none" strike="noStrike" cap="none">
                <a:solidFill>
                  <a:srgbClr val="066AFE"/>
                </a:solidFill>
                <a:latin typeface="Salesforce Sans"/>
                <a:ea typeface="Salesforce Sans"/>
                <a:cs typeface="Salesforce Sans"/>
                <a:sym typeface="Salesforce Sans"/>
              </a:rPr>
            </a:br>
            <a:r>
              <a:rPr lang="en" sz="900" b="1" i="0" u="none" strike="noStrike" cap="none">
                <a:solidFill>
                  <a:srgbClr val="066AFE"/>
                </a:solidFill>
                <a:latin typeface="Salesforce Sans"/>
                <a:ea typeface="Salesforce Sans"/>
                <a:cs typeface="Salesforce Sans"/>
                <a:sym typeface="Salesforce Sans"/>
              </a:rPr>
              <a:t>Response </a:t>
            </a:r>
            <a:endParaRPr sz="900" b="1" i="0" u="none" strike="noStrike" cap="none">
              <a:solidFill>
                <a:srgbClr val="066AFE"/>
              </a:solidFill>
              <a:latin typeface="Salesforce Sans"/>
              <a:ea typeface="Salesforce Sans"/>
              <a:cs typeface="Salesforce Sans"/>
              <a:sym typeface="Salesforce Sans"/>
            </a:endParaRPr>
          </a:p>
        </p:txBody>
      </p:sp>
      <p:sp>
        <p:nvSpPr>
          <p:cNvPr id="6564" name="Google Shape;6564;p173"/>
          <p:cNvSpPr txBox="1"/>
          <p:nvPr/>
        </p:nvSpPr>
        <p:spPr>
          <a:xfrm>
            <a:off x="11432855" y="1989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Selection</a:t>
            </a:r>
            <a:endParaRPr sz="800" i="0" u="none" strike="noStrike" cap="none">
              <a:latin typeface="Salesforce Sans"/>
              <a:ea typeface="Salesforce Sans"/>
              <a:cs typeface="Salesforce Sans"/>
              <a:sym typeface="Salesforce Sans"/>
            </a:endParaRPr>
          </a:p>
        </p:txBody>
      </p:sp>
      <p:sp>
        <p:nvSpPr>
          <p:cNvPr id="6565" name="Google Shape;6565;p173"/>
          <p:cNvSpPr txBox="1"/>
          <p:nvPr/>
        </p:nvSpPr>
        <p:spPr>
          <a:xfrm>
            <a:off x="11432855" y="2137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Design</a:t>
            </a:r>
            <a:endParaRPr sz="800" i="0" u="none" strike="noStrike" cap="none">
              <a:latin typeface="Salesforce Sans"/>
              <a:ea typeface="Salesforce Sans"/>
              <a:cs typeface="Salesforce Sans"/>
              <a:sym typeface="Salesforce Sans"/>
            </a:endParaRPr>
          </a:p>
        </p:txBody>
      </p:sp>
      <p:sp>
        <p:nvSpPr>
          <p:cNvPr id="6566" name="Google Shape;6566;p173"/>
          <p:cNvSpPr txBox="1"/>
          <p:nvPr/>
        </p:nvSpPr>
        <p:spPr>
          <a:xfrm>
            <a:off x="11432855" y="2286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Simulation and Modelling</a:t>
            </a:r>
            <a:endParaRPr sz="800" i="0" u="none" strike="noStrike" cap="none">
              <a:latin typeface="Salesforce Sans"/>
              <a:ea typeface="Salesforce Sans"/>
              <a:cs typeface="Salesforce Sans"/>
              <a:sym typeface="Salesforce Sans"/>
            </a:endParaRPr>
          </a:p>
        </p:txBody>
      </p:sp>
      <p:sp>
        <p:nvSpPr>
          <p:cNvPr id="6567" name="Google Shape;6567;p173"/>
          <p:cNvSpPr txBox="1"/>
          <p:nvPr/>
        </p:nvSpPr>
        <p:spPr>
          <a:xfrm>
            <a:off x="11432855" y="2434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Equipment Selection</a:t>
            </a:r>
            <a:endParaRPr sz="800" i="0" u="none" strike="noStrike" cap="none">
              <a:latin typeface="Salesforce Sans"/>
              <a:ea typeface="Salesforce Sans"/>
              <a:cs typeface="Salesforce Sans"/>
              <a:sym typeface="Salesforce Sans"/>
            </a:endParaRPr>
          </a:p>
        </p:txBody>
      </p:sp>
      <p:sp>
        <p:nvSpPr>
          <p:cNvPr id="6568" name="Google Shape;6568;p173"/>
          <p:cNvSpPr txBox="1"/>
          <p:nvPr/>
        </p:nvSpPr>
        <p:spPr>
          <a:xfrm>
            <a:off x="11432855" y="2751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569" name="Google Shape;6569;p173"/>
          <p:cNvSpPr txBox="1"/>
          <p:nvPr/>
        </p:nvSpPr>
        <p:spPr>
          <a:xfrm>
            <a:off x="11432855" y="2899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Design</a:t>
            </a:r>
            <a:endParaRPr sz="800" i="0" u="none" strike="noStrike" cap="none">
              <a:latin typeface="Salesforce Sans"/>
              <a:ea typeface="Salesforce Sans"/>
              <a:cs typeface="Salesforce Sans"/>
              <a:sym typeface="Salesforce Sans"/>
            </a:endParaRPr>
          </a:p>
        </p:txBody>
      </p:sp>
      <p:sp>
        <p:nvSpPr>
          <p:cNvPr id="6570" name="Google Shape;6570;p173"/>
          <p:cNvSpPr txBox="1"/>
          <p:nvPr/>
        </p:nvSpPr>
        <p:spPr>
          <a:xfrm>
            <a:off x="11432855" y="3048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Simulation and Modelling</a:t>
            </a:r>
            <a:endParaRPr sz="800" i="0" u="none" strike="noStrike" cap="none">
              <a:latin typeface="Salesforce Sans"/>
              <a:ea typeface="Salesforce Sans"/>
              <a:cs typeface="Salesforce Sans"/>
              <a:sym typeface="Salesforce Sans"/>
            </a:endParaRPr>
          </a:p>
        </p:txBody>
      </p:sp>
      <p:sp>
        <p:nvSpPr>
          <p:cNvPr id="6571" name="Google Shape;6571;p173"/>
          <p:cNvSpPr txBox="1"/>
          <p:nvPr/>
        </p:nvSpPr>
        <p:spPr>
          <a:xfrm>
            <a:off x="11432855" y="2583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Investment Planning</a:t>
            </a:r>
            <a:endParaRPr sz="800" i="0" u="none" strike="noStrike" cap="none">
              <a:latin typeface="Salesforce Sans"/>
              <a:ea typeface="Salesforce Sans"/>
              <a:cs typeface="Salesforce Sans"/>
              <a:sym typeface="Salesforce Sans"/>
            </a:endParaRPr>
          </a:p>
        </p:txBody>
      </p:sp>
      <p:sp>
        <p:nvSpPr>
          <p:cNvPr id="6572" name="Google Shape;6572;p173"/>
          <p:cNvSpPr txBox="1"/>
          <p:nvPr/>
        </p:nvSpPr>
        <p:spPr>
          <a:xfrm>
            <a:off x="11432855" y="3196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Equipment Selection</a:t>
            </a:r>
            <a:endParaRPr sz="800" i="0" u="none" strike="noStrike" cap="none">
              <a:latin typeface="Salesforce Sans"/>
              <a:ea typeface="Salesforce Sans"/>
              <a:cs typeface="Salesforce Sans"/>
              <a:sym typeface="Salesforce Sans"/>
            </a:endParaRPr>
          </a:p>
        </p:txBody>
      </p:sp>
      <p:sp>
        <p:nvSpPr>
          <p:cNvPr id="6573" name="Google Shape;6573;p173"/>
          <p:cNvSpPr txBox="1"/>
          <p:nvPr/>
        </p:nvSpPr>
        <p:spPr>
          <a:xfrm>
            <a:off x="11432855" y="3513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Readiness and Validation</a:t>
            </a:r>
            <a:endParaRPr sz="800" i="0" u="none" strike="noStrike" cap="none">
              <a:latin typeface="Salesforce Sans"/>
              <a:ea typeface="Salesforce Sans"/>
              <a:cs typeface="Salesforce Sans"/>
              <a:sym typeface="Salesforce Sans"/>
            </a:endParaRPr>
          </a:p>
        </p:txBody>
      </p:sp>
      <p:sp>
        <p:nvSpPr>
          <p:cNvPr id="6574" name="Google Shape;6574;p173"/>
          <p:cNvSpPr txBox="1"/>
          <p:nvPr/>
        </p:nvSpPr>
        <p:spPr>
          <a:xfrm>
            <a:off x="11432855" y="3661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Installation and Configuration</a:t>
            </a:r>
            <a:endParaRPr sz="800" i="0" u="none" strike="noStrike" cap="none">
              <a:latin typeface="Salesforce Sans"/>
              <a:ea typeface="Salesforce Sans"/>
              <a:cs typeface="Salesforce Sans"/>
              <a:sym typeface="Salesforce Sans"/>
            </a:endParaRPr>
          </a:p>
        </p:txBody>
      </p:sp>
      <p:sp>
        <p:nvSpPr>
          <p:cNvPr id="6575" name="Google Shape;6575;p173"/>
          <p:cNvSpPr txBox="1"/>
          <p:nvPr/>
        </p:nvSpPr>
        <p:spPr>
          <a:xfrm>
            <a:off x="11432855" y="3345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Investment Planning</a:t>
            </a:r>
            <a:endParaRPr sz="800" i="0" u="none" strike="noStrike" cap="none">
              <a:latin typeface="Salesforce Sans"/>
              <a:ea typeface="Salesforce Sans"/>
              <a:cs typeface="Salesforce Sans"/>
              <a:sym typeface="Salesforce Sans"/>
            </a:endParaRPr>
          </a:p>
        </p:txBody>
      </p:sp>
      <p:sp>
        <p:nvSpPr>
          <p:cNvPr id="6576" name="Google Shape;6576;p173"/>
          <p:cNvSpPr txBox="1"/>
          <p:nvPr/>
        </p:nvSpPr>
        <p:spPr>
          <a:xfrm>
            <a:off x="11432855" y="3958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Activation and Transition</a:t>
            </a:r>
            <a:endParaRPr sz="800" i="0" u="none" strike="noStrike" cap="none">
              <a:latin typeface="Salesforce Sans"/>
              <a:ea typeface="Salesforce Sans"/>
              <a:cs typeface="Salesforce Sans"/>
              <a:sym typeface="Salesforce Sans"/>
            </a:endParaRPr>
          </a:p>
        </p:txBody>
      </p:sp>
      <p:sp>
        <p:nvSpPr>
          <p:cNvPr id="6577" name="Google Shape;6577;p173"/>
          <p:cNvSpPr txBox="1"/>
          <p:nvPr/>
        </p:nvSpPr>
        <p:spPr>
          <a:xfrm>
            <a:off x="11432855" y="3810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Integration and Test</a:t>
            </a:r>
            <a:endParaRPr sz="800" i="0" u="none" strike="noStrike" cap="none">
              <a:latin typeface="Salesforce Sans"/>
              <a:ea typeface="Salesforce Sans"/>
              <a:cs typeface="Salesforce Sans"/>
              <a:sym typeface="Salesforce Sans"/>
            </a:endParaRPr>
          </a:p>
        </p:txBody>
      </p:sp>
      <p:sp>
        <p:nvSpPr>
          <p:cNvPr id="6578" name="Google Shape;6578;p173"/>
          <p:cNvSpPr txBox="1"/>
          <p:nvPr/>
        </p:nvSpPr>
        <p:spPr>
          <a:xfrm>
            <a:off x="11432855" y="4275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Deployment and Configuration</a:t>
            </a:r>
            <a:endParaRPr sz="800" i="0" u="none" strike="noStrike" cap="none">
              <a:latin typeface="Salesforce Sans"/>
              <a:ea typeface="Salesforce Sans"/>
              <a:cs typeface="Salesforce Sans"/>
              <a:sym typeface="Salesforce Sans"/>
            </a:endParaRPr>
          </a:p>
        </p:txBody>
      </p:sp>
      <p:sp>
        <p:nvSpPr>
          <p:cNvPr id="6579" name="Google Shape;6579;p173"/>
          <p:cNvSpPr txBox="1"/>
          <p:nvPr/>
        </p:nvSpPr>
        <p:spPr>
          <a:xfrm>
            <a:off x="11432855" y="4423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Integration and Test</a:t>
            </a:r>
            <a:endParaRPr sz="800" i="0" u="none" strike="noStrike" cap="none">
              <a:latin typeface="Salesforce Sans"/>
              <a:ea typeface="Salesforce Sans"/>
              <a:cs typeface="Salesforce Sans"/>
              <a:sym typeface="Salesforce Sans"/>
            </a:endParaRPr>
          </a:p>
        </p:txBody>
      </p:sp>
      <p:sp>
        <p:nvSpPr>
          <p:cNvPr id="6580" name="Google Shape;6580;p173"/>
          <p:cNvSpPr txBox="1"/>
          <p:nvPr/>
        </p:nvSpPr>
        <p:spPr>
          <a:xfrm>
            <a:off x="11432855" y="4127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Site Readiness and Validation</a:t>
            </a:r>
            <a:endParaRPr sz="800" i="0" u="none" strike="noStrike" cap="none">
              <a:latin typeface="Salesforce Sans"/>
              <a:ea typeface="Salesforce Sans"/>
              <a:cs typeface="Salesforce Sans"/>
              <a:sym typeface="Salesforce Sans"/>
            </a:endParaRPr>
          </a:p>
        </p:txBody>
      </p:sp>
      <p:sp>
        <p:nvSpPr>
          <p:cNvPr id="6581" name="Google Shape;6581;p173"/>
          <p:cNvSpPr txBox="1"/>
          <p:nvPr/>
        </p:nvSpPr>
        <p:spPr>
          <a:xfrm>
            <a:off x="11432855" y="4740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582" name="Google Shape;6582;p173"/>
          <p:cNvSpPr txBox="1"/>
          <p:nvPr/>
        </p:nvSpPr>
        <p:spPr>
          <a:xfrm>
            <a:off x="11432855" y="4889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Valuation</a:t>
            </a:r>
            <a:endParaRPr sz="800" i="0" u="none" strike="noStrike" cap="none">
              <a:latin typeface="Salesforce Sans"/>
              <a:ea typeface="Salesforce Sans"/>
              <a:cs typeface="Salesforce Sans"/>
              <a:sym typeface="Salesforce Sans"/>
            </a:endParaRPr>
          </a:p>
        </p:txBody>
      </p:sp>
      <p:sp>
        <p:nvSpPr>
          <p:cNvPr id="6583" name="Google Shape;6583;p173"/>
          <p:cNvSpPr txBox="1"/>
          <p:nvPr/>
        </p:nvSpPr>
        <p:spPr>
          <a:xfrm>
            <a:off x="11432855" y="5037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Allocation</a:t>
            </a:r>
            <a:endParaRPr sz="800" i="0" u="none" strike="noStrike" cap="none">
              <a:latin typeface="Salesforce Sans"/>
              <a:ea typeface="Salesforce Sans"/>
              <a:cs typeface="Salesforce Sans"/>
              <a:sym typeface="Salesforce Sans"/>
            </a:endParaRPr>
          </a:p>
        </p:txBody>
      </p:sp>
      <p:sp>
        <p:nvSpPr>
          <p:cNvPr id="6584" name="Google Shape;6584;p173"/>
          <p:cNvSpPr txBox="1"/>
          <p:nvPr/>
        </p:nvSpPr>
        <p:spPr>
          <a:xfrm>
            <a:off x="11432855" y="51859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Spectrum Monitoring</a:t>
            </a:r>
            <a:endParaRPr sz="800" i="0" u="none" strike="noStrike" cap="none">
              <a:latin typeface="Salesforce Sans"/>
              <a:ea typeface="Salesforce Sans"/>
              <a:cs typeface="Salesforce Sans"/>
              <a:sym typeface="Salesforce Sans"/>
            </a:endParaRPr>
          </a:p>
        </p:txBody>
      </p:sp>
      <p:sp>
        <p:nvSpPr>
          <p:cNvPr id="6585" name="Google Shape;6585;p173"/>
          <p:cNvSpPr txBox="1"/>
          <p:nvPr/>
        </p:nvSpPr>
        <p:spPr>
          <a:xfrm>
            <a:off x="11432855" y="55027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Procurement Forecasting</a:t>
            </a:r>
            <a:endParaRPr sz="800" i="0" u="none" strike="noStrike" cap="none">
              <a:latin typeface="Salesforce Sans"/>
              <a:ea typeface="Salesforce Sans"/>
              <a:cs typeface="Salesforce Sans"/>
              <a:sym typeface="Salesforce Sans"/>
            </a:endParaRPr>
          </a:p>
        </p:txBody>
      </p:sp>
      <p:sp>
        <p:nvSpPr>
          <p:cNvPr id="6586" name="Google Shape;6586;p173"/>
          <p:cNvSpPr txBox="1"/>
          <p:nvPr/>
        </p:nvSpPr>
        <p:spPr>
          <a:xfrm>
            <a:off x="11432855" y="56511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Supplier Selection</a:t>
            </a:r>
            <a:endParaRPr sz="800" i="0" u="none" strike="noStrike" cap="none">
              <a:latin typeface="Salesforce Sans"/>
              <a:ea typeface="Salesforce Sans"/>
              <a:cs typeface="Salesforce Sans"/>
              <a:sym typeface="Salesforce Sans"/>
            </a:endParaRPr>
          </a:p>
        </p:txBody>
      </p:sp>
      <p:sp>
        <p:nvSpPr>
          <p:cNvPr id="6587" name="Google Shape;6587;p173"/>
          <p:cNvSpPr txBox="1"/>
          <p:nvPr/>
        </p:nvSpPr>
        <p:spPr>
          <a:xfrm>
            <a:off x="11432855" y="57995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Procurement Execution</a:t>
            </a:r>
            <a:endParaRPr sz="800" i="0" u="none" strike="noStrike" cap="none">
              <a:latin typeface="Salesforce Sans"/>
              <a:ea typeface="Salesforce Sans"/>
              <a:cs typeface="Salesforce Sans"/>
              <a:sym typeface="Salesforce Sans"/>
            </a:endParaRPr>
          </a:p>
        </p:txBody>
      </p:sp>
      <p:sp>
        <p:nvSpPr>
          <p:cNvPr id="6588" name="Google Shape;6588;p173"/>
          <p:cNvSpPr txBox="1"/>
          <p:nvPr/>
        </p:nvSpPr>
        <p:spPr>
          <a:xfrm>
            <a:off x="11432855" y="5334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sz="800" i="0" u="none" strike="noStrike" cap="none">
              <a:latin typeface="Salesforce Sans"/>
              <a:ea typeface="Salesforce Sans"/>
              <a:cs typeface="Salesforce Sans"/>
              <a:sym typeface="Salesforce Sans"/>
            </a:endParaRPr>
          </a:p>
        </p:txBody>
      </p:sp>
      <p:sp>
        <p:nvSpPr>
          <p:cNvPr id="6589" name="Google Shape;6589;p173"/>
          <p:cNvSpPr txBox="1"/>
          <p:nvPr/>
        </p:nvSpPr>
        <p:spPr>
          <a:xfrm>
            <a:off x="11432855" y="594804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Logistics and Inventory</a:t>
            </a:r>
            <a:endParaRPr sz="800" i="0" u="none" strike="noStrike" cap="none">
              <a:latin typeface="Salesforce Sans"/>
              <a:ea typeface="Salesforce Sans"/>
              <a:cs typeface="Salesforce Sans"/>
              <a:sym typeface="Salesforce Sans"/>
            </a:endParaRPr>
          </a:p>
        </p:txBody>
      </p:sp>
      <p:sp>
        <p:nvSpPr>
          <p:cNvPr id="6590" name="Google Shape;6590;p173"/>
          <p:cNvSpPr txBox="1"/>
          <p:nvPr/>
        </p:nvSpPr>
        <p:spPr>
          <a:xfrm>
            <a:off x="11432855" y="61163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Monitoring</a:t>
            </a:r>
            <a:endParaRPr sz="800" i="0" u="none" strike="noStrike" cap="none">
              <a:latin typeface="Salesforce Sans"/>
              <a:ea typeface="Salesforce Sans"/>
              <a:cs typeface="Salesforce Sans"/>
              <a:sym typeface="Salesforce Sans"/>
            </a:endParaRPr>
          </a:p>
        </p:txBody>
      </p:sp>
      <p:sp>
        <p:nvSpPr>
          <p:cNvPr id="6591" name="Google Shape;6591;p173"/>
          <p:cNvSpPr txBox="1"/>
          <p:nvPr/>
        </p:nvSpPr>
        <p:spPr>
          <a:xfrm>
            <a:off x="11432855" y="62647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a:t>
            </a:r>
            <a:endParaRPr sz="800" i="0" u="none" strike="noStrike" cap="none">
              <a:latin typeface="Salesforce Sans"/>
              <a:ea typeface="Salesforce Sans"/>
              <a:cs typeface="Salesforce Sans"/>
              <a:sym typeface="Salesforce Sans"/>
            </a:endParaRPr>
          </a:p>
        </p:txBody>
      </p:sp>
      <p:sp>
        <p:nvSpPr>
          <p:cNvPr id="6592" name="Google Shape;6592;p173"/>
          <p:cNvSpPr txBox="1"/>
          <p:nvPr/>
        </p:nvSpPr>
        <p:spPr>
          <a:xfrm>
            <a:off x="11432855" y="64131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Configuration Update</a:t>
            </a:r>
            <a:endParaRPr sz="800" i="0" u="none" strike="noStrike" cap="none">
              <a:latin typeface="Salesforce Sans"/>
              <a:ea typeface="Salesforce Sans"/>
              <a:cs typeface="Salesforce Sans"/>
              <a:sym typeface="Salesforce Sans"/>
            </a:endParaRPr>
          </a:p>
        </p:txBody>
      </p:sp>
      <p:sp>
        <p:nvSpPr>
          <p:cNvPr id="6593" name="Google Shape;6593;p173"/>
          <p:cNvSpPr txBox="1"/>
          <p:nvPr/>
        </p:nvSpPr>
        <p:spPr>
          <a:xfrm>
            <a:off x="11432855" y="457237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Activation and Transition</a:t>
            </a:r>
            <a:endParaRPr sz="800" i="0" u="none" strike="noStrike" cap="none">
              <a:latin typeface="Salesforce Sans"/>
              <a:ea typeface="Salesforce Sans"/>
              <a:cs typeface="Salesforce Sans"/>
              <a:sym typeface="Salesforce Sans"/>
            </a:endParaRPr>
          </a:p>
        </p:txBody>
      </p:sp>
      <p:sp>
        <p:nvSpPr>
          <p:cNvPr id="6594" name="Google Shape;6594;p173"/>
          <p:cNvSpPr txBox="1"/>
          <p:nvPr/>
        </p:nvSpPr>
        <p:spPr>
          <a:xfrm>
            <a:off x="11432855" y="67299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Energy Consumption Monitoring</a:t>
            </a:r>
            <a:endParaRPr sz="800" i="0" u="none" strike="noStrike" cap="none">
              <a:latin typeface="Salesforce Sans"/>
              <a:ea typeface="Salesforce Sans"/>
              <a:cs typeface="Salesforce Sans"/>
              <a:sym typeface="Salesforce Sans"/>
            </a:endParaRPr>
          </a:p>
        </p:txBody>
      </p:sp>
      <p:sp>
        <p:nvSpPr>
          <p:cNvPr id="6595" name="Google Shape;6595;p173"/>
          <p:cNvSpPr txBox="1"/>
          <p:nvPr/>
        </p:nvSpPr>
        <p:spPr>
          <a:xfrm>
            <a:off x="11432855" y="65615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Network Optimization</a:t>
            </a:r>
            <a:endParaRPr sz="800" i="0" u="none" strike="noStrike" cap="none">
              <a:latin typeface="Salesforce Sans"/>
              <a:ea typeface="Salesforce Sans"/>
              <a:cs typeface="Salesforce Sans"/>
              <a:sym typeface="Salesforce Sans"/>
            </a:endParaRPr>
          </a:p>
        </p:txBody>
      </p:sp>
      <p:sp>
        <p:nvSpPr>
          <p:cNvPr id="6596" name="Google Shape;6596;p173"/>
          <p:cNvSpPr txBox="1"/>
          <p:nvPr/>
        </p:nvSpPr>
        <p:spPr>
          <a:xfrm>
            <a:off x="11432855" y="68783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Energy Optimization</a:t>
            </a:r>
            <a:endParaRPr sz="800" i="0" u="none" strike="noStrike" cap="none">
              <a:latin typeface="Salesforce Sans"/>
              <a:ea typeface="Salesforce Sans"/>
              <a:cs typeface="Salesforce Sans"/>
              <a:sym typeface="Salesforce Sans"/>
            </a:endParaRPr>
          </a:p>
        </p:txBody>
      </p:sp>
      <p:sp>
        <p:nvSpPr>
          <p:cNvPr id="6597" name="Google Shape;6597;p173"/>
          <p:cNvSpPr txBox="1"/>
          <p:nvPr/>
        </p:nvSpPr>
        <p:spPr>
          <a:xfrm>
            <a:off x="11432855" y="702677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Sustainability Management</a:t>
            </a:r>
            <a:endParaRPr sz="800" i="0" u="none" strike="noStrike" cap="none">
              <a:latin typeface="Salesforce Sans"/>
              <a:ea typeface="Salesforce Sans"/>
              <a:cs typeface="Salesforce Sans"/>
              <a:sym typeface="Salesforce Sans"/>
            </a:endParaRPr>
          </a:p>
        </p:txBody>
      </p:sp>
      <p:sp>
        <p:nvSpPr>
          <p:cNvPr id="6598" name="Google Shape;6598;p173"/>
          <p:cNvSpPr txBox="1"/>
          <p:nvPr/>
        </p:nvSpPr>
        <p:spPr>
          <a:xfrm>
            <a:off x="11432855" y="7195055"/>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It Insights</a:t>
            </a:r>
            <a:endParaRPr sz="800" i="0" u="none" strike="noStrike" cap="none">
              <a:latin typeface="Salesforce Sans"/>
              <a:ea typeface="Salesforce Sans"/>
              <a:cs typeface="Salesforce Sans"/>
              <a:sym typeface="Salesforce Sans"/>
            </a:endParaRPr>
          </a:p>
        </p:txBody>
      </p:sp>
      <p:sp>
        <p:nvSpPr>
          <p:cNvPr id="6599" name="Google Shape;6599;p173"/>
          <p:cNvSpPr txBox="1"/>
          <p:nvPr/>
        </p:nvSpPr>
        <p:spPr>
          <a:xfrm>
            <a:off x="11432855" y="733475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Roadmap Planning</a:t>
            </a:r>
            <a:endParaRPr sz="800" i="0" u="none" strike="noStrike" cap="none">
              <a:latin typeface="Salesforce Sans"/>
              <a:ea typeface="Salesforce Sans"/>
              <a:cs typeface="Salesforce Sans"/>
              <a:sym typeface="Salesforce Sans"/>
            </a:endParaRPr>
          </a:p>
        </p:txBody>
      </p:sp>
      <p:sp>
        <p:nvSpPr>
          <p:cNvPr id="6600" name="Google Shape;6600;p173"/>
          <p:cNvSpPr txBox="1"/>
          <p:nvPr/>
        </p:nvSpPr>
        <p:spPr>
          <a:xfrm>
            <a:off x="11432855" y="7642632"/>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lang="en" sz="800" i="0" u="none" strike="noStrike" cap="none">
                <a:latin typeface="Salesforce Sans"/>
                <a:ea typeface="Salesforce Sans"/>
                <a:cs typeface="Salesforce Sans"/>
                <a:sym typeface="Salesforce Sans"/>
              </a:rPr>
              <a:t>ncident Triage</a:t>
            </a:r>
            <a:endParaRPr sz="800" i="0" u="none" strike="noStrike" cap="none">
              <a:latin typeface="Salesforce Sans"/>
              <a:ea typeface="Salesforce Sans"/>
              <a:cs typeface="Salesforce Sans"/>
              <a:sym typeface="Salesforce Sans"/>
            </a:endParaRPr>
          </a:p>
        </p:txBody>
      </p:sp>
      <p:sp>
        <p:nvSpPr>
          <p:cNvPr id="6601" name="Google Shape;6601;p173"/>
          <p:cNvSpPr txBox="1"/>
          <p:nvPr/>
        </p:nvSpPr>
        <p:spPr>
          <a:xfrm>
            <a:off x="11432855" y="747433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It Investment</a:t>
            </a:r>
            <a:endParaRPr sz="800" i="0" u="none" strike="noStrike" cap="none">
              <a:latin typeface="Salesforce Sans"/>
              <a:ea typeface="Salesforce Sans"/>
              <a:cs typeface="Salesforce Sans"/>
              <a:sym typeface="Salesforce Sans"/>
            </a:endParaRPr>
          </a:p>
        </p:txBody>
      </p:sp>
      <p:sp>
        <p:nvSpPr>
          <p:cNvPr id="6602" name="Google Shape;6602;p173"/>
          <p:cNvSpPr txBox="1"/>
          <p:nvPr/>
        </p:nvSpPr>
        <p:spPr>
          <a:xfrm>
            <a:off x="11432855" y="778231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Resolution and Troubleshooting</a:t>
            </a:r>
            <a:endParaRPr sz="800" i="0" u="none" strike="noStrike" cap="none">
              <a:latin typeface="Salesforce Sans"/>
              <a:ea typeface="Salesforce Sans"/>
              <a:cs typeface="Salesforce Sans"/>
              <a:sym typeface="Salesforce Sans"/>
            </a:endParaRPr>
          </a:p>
        </p:txBody>
      </p:sp>
      <p:sp>
        <p:nvSpPr>
          <p:cNvPr id="6603" name="Google Shape;6603;p173"/>
          <p:cNvSpPr txBox="1"/>
          <p:nvPr/>
        </p:nvSpPr>
        <p:spPr>
          <a:xfrm>
            <a:off x="11432855" y="792189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Ticket Routing</a:t>
            </a:r>
            <a:endParaRPr sz="800" i="0" u="none" strike="noStrike" cap="none">
              <a:latin typeface="Salesforce Sans"/>
              <a:ea typeface="Salesforce Sans"/>
              <a:cs typeface="Salesforce Sans"/>
              <a:sym typeface="Salesforce Sans"/>
            </a:endParaRPr>
          </a:p>
        </p:txBody>
      </p:sp>
      <p:sp>
        <p:nvSpPr>
          <p:cNvPr id="6604" name="Google Shape;6604;p173"/>
          <p:cNvSpPr txBox="1"/>
          <p:nvPr/>
        </p:nvSpPr>
        <p:spPr>
          <a:xfrm>
            <a:off x="11432855" y="8237713"/>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Support Knowledge</a:t>
            </a:r>
            <a:endParaRPr sz="800" i="0" u="none" strike="noStrike" cap="none">
              <a:latin typeface="Salesforce Sans"/>
              <a:ea typeface="Salesforce Sans"/>
              <a:cs typeface="Salesforce Sans"/>
              <a:sym typeface="Salesforce Sans"/>
            </a:endParaRPr>
          </a:p>
        </p:txBody>
      </p:sp>
      <p:sp>
        <p:nvSpPr>
          <p:cNvPr id="6605" name="Google Shape;6605;p173"/>
          <p:cNvSpPr txBox="1"/>
          <p:nvPr/>
        </p:nvSpPr>
        <p:spPr>
          <a:xfrm>
            <a:off x="11432855" y="839898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Generation</a:t>
            </a:r>
            <a:endParaRPr sz="800" i="0" u="none" strike="noStrike" cap="none">
              <a:latin typeface="Salesforce Sans"/>
              <a:ea typeface="Salesforce Sans"/>
              <a:cs typeface="Salesforce Sans"/>
              <a:sym typeface="Salesforce Sans"/>
            </a:endParaRPr>
          </a:p>
        </p:txBody>
      </p:sp>
      <p:sp>
        <p:nvSpPr>
          <p:cNvPr id="6606" name="Google Shape;6606;p173"/>
          <p:cNvSpPr txBox="1"/>
          <p:nvPr/>
        </p:nvSpPr>
        <p:spPr>
          <a:xfrm>
            <a:off x="11432855" y="8096368"/>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Policy Compliance</a:t>
            </a:r>
            <a:endParaRPr sz="800" i="0" u="none" strike="noStrike" cap="none">
              <a:latin typeface="Salesforce Sans"/>
              <a:ea typeface="Salesforce Sans"/>
              <a:cs typeface="Salesforce Sans"/>
              <a:sym typeface="Salesforce Sans"/>
            </a:endParaRPr>
          </a:p>
        </p:txBody>
      </p:sp>
      <p:sp>
        <p:nvSpPr>
          <p:cNvPr id="6607" name="Google Shape;6607;p173"/>
          <p:cNvSpPr txBox="1"/>
          <p:nvPr/>
        </p:nvSpPr>
        <p:spPr>
          <a:xfrm>
            <a:off x="11432855" y="853683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Code Review</a:t>
            </a:r>
            <a:endParaRPr sz="800" i="0" u="none" strike="noStrike" cap="none">
              <a:latin typeface="Salesforce Sans"/>
              <a:ea typeface="Salesforce Sans"/>
              <a:cs typeface="Salesforce Sans"/>
              <a:sym typeface="Salesforce Sans"/>
            </a:endParaRPr>
          </a:p>
        </p:txBody>
      </p:sp>
      <p:sp>
        <p:nvSpPr>
          <p:cNvPr id="6608" name="Google Shape;6608;p173"/>
          <p:cNvSpPr txBox="1"/>
          <p:nvPr/>
        </p:nvSpPr>
        <p:spPr>
          <a:xfrm>
            <a:off x="11432855" y="8864257"/>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Test Case Generator</a:t>
            </a:r>
            <a:endParaRPr sz="800" i="0" u="none" strike="noStrike" cap="none">
              <a:latin typeface="Salesforce Sans"/>
              <a:ea typeface="Salesforce Sans"/>
              <a:cs typeface="Salesforce Sans"/>
              <a:sym typeface="Salesforce Sans"/>
            </a:endParaRPr>
          </a:p>
        </p:txBody>
      </p:sp>
      <p:sp>
        <p:nvSpPr>
          <p:cNvPr id="6609" name="Google Shape;6609;p173"/>
          <p:cNvSpPr txBox="1"/>
          <p:nvPr/>
        </p:nvSpPr>
        <p:spPr>
          <a:xfrm>
            <a:off x="11432855" y="914694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Defect Triage</a:t>
            </a:r>
            <a:endParaRPr sz="800" i="0" u="none" strike="noStrike" cap="none">
              <a:latin typeface="Salesforce Sans"/>
              <a:ea typeface="Salesforce Sans"/>
              <a:cs typeface="Salesforce Sans"/>
              <a:sym typeface="Salesforce Sans"/>
            </a:endParaRPr>
          </a:p>
        </p:txBody>
      </p:sp>
      <p:sp>
        <p:nvSpPr>
          <p:cNvPr id="6610" name="Google Shape;6610;p173"/>
          <p:cNvSpPr txBox="1"/>
          <p:nvPr/>
        </p:nvSpPr>
        <p:spPr>
          <a:xfrm>
            <a:off x="11432855" y="9463746"/>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Incident Response</a:t>
            </a:r>
            <a:endParaRPr sz="800" i="0" u="none" strike="noStrike" cap="none">
              <a:latin typeface="Salesforce Sans"/>
              <a:ea typeface="Salesforce Sans"/>
              <a:cs typeface="Salesforce Sans"/>
              <a:sym typeface="Salesforce Sans"/>
            </a:endParaRPr>
          </a:p>
        </p:txBody>
      </p:sp>
      <p:sp>
        <p:nvSpPr>
          <p:cNvPr id="6611" name="Google Shape;6611;p173"/>
          <p:cNvSpPr txBox="1"/>
          <p:nvPr/>
        </p:nvSpPr>
        <p:spPr>
          <a:xfrm>
            <a:off x="11432855" y="9598063"/>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Forensics</a:t>
            </a:r>
            <a:endParaRPr sz="800" i="0" u="none" strike="noStrike" cap="none">
              <a:latin typeface="Salesforce Sans"/>
              <a:ea typeface="Salesforce Sans"/>
              <a:cs typeface="Salesforce Sans"/>
              <a:sym typeface="Salesforce Sans"/>
            </a:endParaRPr>
          </a:p>
        </p:txBody>
      </p:sp>
      <p:sp>
        <p:nvSpPr>
          <p:cNvPr id="6612" name="Google Shape;6612;p173"/>
          <p:cNvSpPr txBox="1"/>
          <p:nvPr/>
        </p:nvSpPr>
        <p:spPr>
          <a:xfrm>
            <a:off x="11432855" y="8674690"/>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Software Performance</a:t>
            </a:r>
            <a:endParaRPr sz="800" i="0" u="none" strike="noStrike" cap="none">
              <a:latin typeface="Salesforce Sans"/>
              <a:ea typeface="Salesforce Sans"/>
              <a:cs typeface="Salesforce Sans"/>
              <a:sym typeface="Salesforce Sans"/>
            </a:endParaRPr>
          </a:p>
        </p:txBody>
      </p:sp>
      <p:sp>
        <p:nvSpPr>
          <p:cNvPr id="6613" name="Google Shape;6613;p173"/>
          <p:cNvSpPr txBox="1"/>
          <p:nvPr/>
        </p:nvSpPr>
        <p:spPr>
          <a:xfrm>
            <a:off x="11432855" y="900560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CI/CD Validation</a:t>
            </a:r>
            <a:endParaRPr sz="800" i="0" u="none" strike="noStrike" cap="none">
              <a:latin typeface="Salesforce Sans"/>
              <a:ea typeface="Salesforce Sans"/>
              <a:cs typeface="Salesforce Sans"/>
              <a:sym typeface="Salesforce Sans"/>
            </a:endParaRPr>
          </a:p>
        </p:txBody>
      </p:sp>
      <p:sp>
        <p:nvSpPr>
          <p:cNvPr id="6614" name="Google Shape;6614;p173"/>
          <p:cNvSpPr txBox="1"/>
          <p:nvPr/>
        </p:nvSpPr>
        <p:spPr>
          <a:xfrm>
            <a:off x="11432855" y="9322401"/>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Threat Detection</a:t>
            </a:r>
            <a:endParaRPr sz="800" i="0" u="none" strike="noStrike" cap="none">
              <a:latin typeface="Salesforce Sans"/>
              <a:ea typeface="Salesforce Sans"/>
              <a:cs typeface="Salesforce Sans"/>
              <a:sym typeface="Salesforce Sans"/>
            </a:endParaRPr>
          </a:p>
        </p:txBody>
      </p:sp>
      <p:sp>
        <p:nvSpPr>
          <p:cNvPr id="6615" name="Google Shape;6615;p173"/>
          <p:cNvSpPr/>
          <p:nvPr/>
        </p:nvSpPr>
        <p:spPr>
          <a:xfrm>
            <a:off x="11297160" y="552137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16" name="Google Shape;6616;p173"/>
          <p:cNvSpPr/>
          <p:nvPr/>
        </p:nvSpPr>
        <p:spPr>
          <a:xfrm>
            <a:off x="11297160" y="596664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17" name="Google Shape;6617;p173"/>
          <p:cNvSpPr/>
          <p:nvPr/>
        </p:nvSpPr>
        <p:spPr>
          <a:xfrm>
            <a:off x="11297160" y="566979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18" name="Google Shape;6618;p173"/>
          <p:cNvSpPr/>
          <p:nvPr/>
        </p:nvSpPr>
        <p:spPr>
          <a:xfrm>
            <a:off x="11297160" y="58182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19" name="Google Shape;6619;p173"/>
          <p:cNvSpPr/>
          <p:nvPr/>
        </p:nvSpPr>
        <p:spPr>
          <a:xfrm>
            <a:off x="11297160" y="186020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0" name="Google Shape;6620;p173"/>
          <p:cNvSpPr/>
          <p:nvPr/>
        </p:nvSpPr>
        <p:spPr>
          <a:xfrm>
            <a:off x="11297160" y="2008173"/>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1" name="Google Shape;6621;p173"/>
          <p:cNvSpPr/>
          <p:nvPr/>
        </p:nvSpPr>
        <p:spPr>
          <a:xfrm>
            <a:off x="11297160" y="215657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2" name="Google Shape;6622;p173"/>
          <p:cNvSpPr/>
          <p:nvPr/>
        </p:nvSpPr>
        <p:spPr>
          <a:xfrm>
            <a:off x="11297160" y="23051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3" name="Google Shape;6623;p173"/>
          <p:cNvSpPr/>
          <p:nvPr/>
        </p:nvSpPr>
        <p:spPr>
          <a:xfrm>
            <a:off x="11297160" y="24531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4" name="Google Shape;6624;p173"/>
          <p:cNvSpPr/>
          <p:nvPr/>
        </p:nvSpPr>
        <p:spPr>
          <a:xfrm>
            <a:off x="11297160" y="2601555"/>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5" name="Google Shape;6625;p173"/>
          <p:cNvSpPr/>
          <p:nvPr/>
        </p:nvSpPr>
        <p:spPr>
          <a:xfrm>
            <a:off x="11297160" y="27703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6" name="Google Shape;6626;p173"/>
          <p:cNvSpPr/>
          <p:nvPr/>
        </p:nvSpPr>
        <p:spPr>
          <a:xfrm>
            <a:off x="11297160" y="29183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7" name="Google Shape;6627;p173"/>
          <p:cNvSpPr/>
          <p:nvPr/>
        </p:nvSpPr>
        <p:spPr>
          <a:xfrm>
            <a:off x="11297160" y="30667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8" name="Google Shape;6628;p173"/>
          <p:cNvSpPr/>
          <p:nvPr/>
        </p:nvSpPr>
        <p:spPr>
          <a:xfrm>
            <a:off x="11297160" y="32155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29" name="Google Shape;6629;p173"/>
          <p:cNvSpPr/>
          <p:nvPr/>
        </p:nvSpPr>
        <p:spPr>
          <a:xfrm>
            <a:off x="11297160" y="33635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0" name="Google Shape;6630;p173"/>
          <p:cNvSpPr/>
          <p:nvPr/>
        </p:nvSpPr>
        <p:spPr>
          <a:xfrm>
            <a:off x="11297160" y="353228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1" name="Google Shape;6631;p173"/>
          <p:cNvSpPr/>
          <p:nvPr/>
        </p:nvSpPr>
        <p:spPr>
          <a:xfrm>
            <a:off x="11297160" y="36802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2" name="Google Shape;6632;p173"/>
          <p:cNvSpPr/>
          <p:nvPr/>
        </p:nvSpPr>
        <p:spPr>
          <a:xfrm>
            <a:off x="11297160" y="38286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3" name="Google Shape;6633;p173"/>
          <p:cNvSpPr/>
          <p:nvPr/>
        </p:nvSpPr>
        <p:spPr>
          <a:xfrm>
            <a:off x="11297160" y="397726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4" name="Google Shape;6634;p173"/>
          <p:cNvSpPr/>
          <p:nvPr/>
        </p:nvSpPr>
        <p:spPr>
          <a:xfrm>
            <a:off x="11297160" y="414588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5" name="Google Shape;6635;p173"/>
          <p:cNvSpPr/>
          <p:nvPr/>
        </p:nvSpPr>
        <p:spPr>
          <a:xfrm>
            <a:off x="11297160" y="42938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6" name="Google Shape;6636;p173"/>
          <p:cNvSpPr/>
          <p:nvPr/>
        </p:nvSpPr>
        <p:spPr>
          <a:xfrm>
            <a:off x="11297160" y="44422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7" name="Google Shape;6637;p173"/>
          <p:cNvSpPr/>
          <p:nvPr/>
        </p:nvSpPr>
        <p:spPr>
          <a:xfrm>
            <a:off x="11297160" y="459086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8" name="Google Shape;6638;p173"/>
          <p:cNvSpPr/>
          <p:nvPr/>
        </p:nvSpPr>
        <p:spPr>
          <a:xfrm>
            <a:off x="11297160" y="47595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39" name="Google Shape;6639;p173"/>
          <p:cNvSpPr/>
          <p:nvPr/>
        </p:nvSpPr>
        <p:spPr>
          <a:xfrm>
            <a:off x="11297160" y="49075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0" name="Google Shape;6640;p173"/>
          <p:cNvSpPr/>
          <p:nvPr/>
        </p:nvSpPr>
        <p:spPr>
          <a:xfrm>
            <a:off x="11297160" y="50559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1" name="Google Shape;6641;p173"/>
          <p:cNvSpPr/>
          <p:nvPr/>
        </p:nvSpPr>
        <p:spPr>
          <a:xfrm>
            <a:off x="11297160" y="520479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2" name="Google Shape;6642;p173"/>
          <p:cNvSpPr/>
          <p:nvPr/>
        </p:nvSpPr>
        <p:spPr>
          <a:xfrm>
            <a:off x="11297160" y="53527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3" name="Google Shape;6643;p173"/>
          <p:cNvSpPr/>
          <p:nvPr/>
        </p:nvSpPr>
        <p:spPr>
          <a:xfrm>
            <a:off x="11297160" y="613493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4" name="Google Shape;6644;p173"/>
          <p:cNvSpPr/>
          <p:nvPr/>
        </p:nvSpPr>
        <p:spPr>
          <a:xfrm>
            <a:off x="11297160" y="658020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5" name="Google Shape;6645;p173"/>
          <p:cNvSpPr/>
          <p:nvPr/>
        </p:nvSpPr>
        <p:spPr>
          <a:xfrm>
            <a:off x="11297160" y="628336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6" name="Google Shape;6646;p173"/>
          <p:cNvSpPr/>
          <p:nvPr/>
        </p:nvSpPr>
        <p:spPr>
          <a:xfrm>
            <a:off x="11297160" y="643178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7" name="Google Shape;6647;p173"/>
          <p:cNvSpPr/>
          <p:nvPr/>
        </p:nvSpPr>
        <p:spPr>
          <a:xfrm>
            <a:off x="11297160" y="704539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8" name="Google Shape;6648;p173"/>
          <p:cNvSpPr/>
          <p:nvPr/>
        </p:nvSpPr>
        <p:spPr>
          <a:xfrm>
            <a:off x="11297160" y="674854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49" name="Google Shape;6649;p173"/>
          <p:cNvSpPr/>
          <p:nvPr/>
        </p:nvSpPr>
        <p:spPr>
          <a:xfrm>
            <a:off x="11297160" y="689697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0" name="Google Shape;6650;p173"/>
          <p:cNvSpPr/>
          <p:nvPr/>
        </p:nvSpPr>
        <p:spPr>
          <a:xfrm>
            <a:off x="11297160" y="751053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1" name="Google Shape;6651;p173"/>
          <p:cNvSpPr/>
          <p:nvPr/>
        </p:nvSpPr>
        <p:spPr>
          <a:xfrm>
            <a:off x="11297160" y="721368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2" name="Google Shape;6652;p173"/>
          <p:cNvSpPr/>
          <p:nvPr/>
        </p:nvSpPr>
        <p:spPr>
          <a:xfrm>
            <a:off x="11297160" y="736211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3" name="Google Shape;6653;p173"/>
          <p:cNvSpPr/>
          <p:nvPr/>
        </p:nvSpPr>
        <p:spPr>
          <a:xfrm>
            <a:off x="11297160" y="767889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4" name="Google Shape;6654;p173"/>
          <p:cNvSpPr/>
          <p:nvPr/>
        </p:nvSpPr>
        <p:spPr>
          <a:xfrm>
            <a:off x="11297160" y="795810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55" name="Google Shape;6655;p173"/>
          <p:cNvSpPr/>
          <p:nvPr/>
        </p:nvSpPr>
        <p:spPr>
          <a:xfrm>
            <a:off x="11297160" y="7800862"/>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56" name="Google Shape;6656;p173"/>
          <p:cNvSpPr/>
          <p:nvPr/>
        </p:nvSpPr>
        <p:spPr>
          <a:xfrm>
            <a:off x="11297160" y="8249267"/>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7" name="Google Shape;6657;p173"/>
          <p:cNvSpPr/>
          <p:nvPr/>
        </p:nvSpPr>
        <p:spPr>
          <a:xfrm>
            <a:off x="11297160" y="8114954"/>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8" name="Google Shape;6658;p173"/>
          <p:cNvSpPr/>
          <p:nvPr/>
        </p:nvSpPr>
        <p:spPr>
          <a:xfrm>
            <a:off x="11297160" y="84175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59" name="Google Shape;6659;p173"/>
          <p:cNvSpPr/>
          <p:nvPr/>
        </p:nvSpPr>
        <p:spPr>
          <a:xfrm>
            <a:off x="11297160" y="871444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0" name="Google Shape;6660;p173"/>
          <p:cNvSpPr/>
          <p:nvPr/>
        </p:nvSpPr>
        <p:spPr>
          <a:xfrm>
            <a:off x="11297160" y="8566017"/>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1" name="Google Shape;6661;p173"/>
          <p:cNvSpPr/>
          <p:nvPr/>
        </p:nvSpPr>
        <p:spPr>
          <a:xfrm>
            <a:off x="11297160" y="8882831"/>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2" name="Google Shape;6662;p173"/>
          <p:cNvSpPr/>
          <p:nvPr/>
        </p:nvSpPr>
        <p:spPr>
          <a:xfrm>
            <a:off x="11297160" y="917967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3" name="Google Shape;6663;p173"/>
          <p:cNvSpPr/>
          <p:nvPr/>
        </p:nvSpPr>
        <p:spPr>
          <a:xfrm>
            <a:off x="11297160" y="903125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4" name="Google Shape;6664;p173"/>
          <p:cNvSpPr/>
          <p:nvPr/>
        </p:nvSpPr>
        <p:spPr>
          <a:xfrm>
            <a:off x="11297160" y="9348045"/>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5" name="Google Shape;6665;p173"/>
          <p:cNvSpPr/>
          <p:nvPr/>
        </p:nvSpPr>
        <p:spPr>
          <a:xfrm>
            <a:off x="11297160" y="97210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6" name="Google Shape;6666;p173"/>
          <p:cNvSpPr/>
          <p:nvPr/>
        </p:nvSpPr>
        <p:spPr>
          <a:xfrm>
            <a:off x="11297160" y="9496469"/>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67" name="Google Shape;6667;p173"/>
          <p:cNvSpPr txBox="1"/>
          <p:nvPr/>
        </p:nvSpPr>
        <p:spPr>
          <a:xfrm>
            <a:off x="11432855" y="1836850"/>
            <a:ext cx="1681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Demand Forecasting</a:t>
            </a:r>
            <a:endParaRPr sz="800" i="0" u="none" strike="noStrike" cap="none">
              <a:latin typeface="Salesforce Sans"/>
              <a:ea typeface="Salesforce Sans"/>
              <a:cs typeface="Salesforce Sans"/>
              <a:sym typeface="Salesforce Sans"/>
            </a:endParaRPr>
          </a:p>
        </p:txBody>
      </p:sp>
      <p:sp>
        <p:nvSpPr>
          <p:cNvPr id="6668" name="Google Shape;6668;p173"/>
          <p:cNvSpPr/>
          <p:nvPr/>
        </p:nvSpPr>
        <p:spPr>
          <a:xfrm>
            <a:off x="11297160" y="185530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69" name="Google Shape;6669;p173"/>
          <p:cNvSpPr/>
          <p:nvPr/>
        </p:nvSpPr>
        <p:spPr>
          <a:xfrm>
            <a:off x="11297160" y="277936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0" name="Google Shape;6670;p173"/>
          <p:cNvSpPr/>
          <p:nvPr/>
        </p:nvSpPr>
        <p:spPr>
          <a:xfrm>
            <a:off x="11297160" y="3354585"/>
            <a:ext cx="91200" cy="912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71" name="Google Shape;6671;p173"/>
          <p:cNvSpPr/>
          <p:nvPr/>
        </p:nvSpPr>
        <p:spPr>
          <a:xfrm>
            <a:off x="11297160" y="476855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2" name="Google Shape;6672;p173"/>
          <p:cNvSpPr/>
          <p:nvPr/>
        </p:nvSpPr>
        <p:spPr>
          <a:xfrm>
            <a:off x="11297160" y="627343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3" name="Google Shape;6673;p173"/>
          <p:cNvSpPr/>
          <p:nvPr/>
        </p:nvSpPr>
        <p:spPr>
          <a:xfrm>
            <a:off x="11297160" y="8258336"/>
            <a:ext cx="91200" cy="912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4" name="Google Shape;6674;p173"/>
          <p:cNvSpPr/>
          <p:nvPr/>
        </p:nvSpPr>
        <p:spPr>
          <a:xfrm>
            <a:off x="11297160" y="842689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5" name="Google Shape;6675;p173"/>
          <p:cNvSpPr/>
          <p:nvPr/>
        </p:nvSpPr>
        <p:spPr>
          <a:xfrm>
            <a:off x="11297160" y="85696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66AFE"/>
              </a:solidFill>
              <a:highlight>
                <a:srgbClr val="022AC0"/>
              </a:highlight>
              <a:latin typeface="Salesforce Sans"/>
              <a:ea typeface="Salesforce Sans"/>
              <a:cs typeface="Salesforce Sans"/>
              <a:sym typeface="Salesforce Sans"/>
            </a:endParaRPr>
          </a:p>
        </p:txBody>
      </p:sp>
      <p:sp>
        <p:nvSpPr>
          <p:cNvPr id="6676" name="Google Shape;6676;p173"/>
          <p:cNvSpPr txBox="1"/>
          <p:nvPr/>
        </p:nvSpPr>
        <p:spPr>
          <a:xfrm>
            <a:off x="8975201"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677" name="Google Shape;6677;p173"/>
          <p:cNvSpPr txBox="1"/>
          <p:nvPr/>
        </p:nvSpPr>
        <p:spPr>
          <a:xfrm>
            <a:off x="10174969"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678" name="Google Shape;6678;p173"/>
          <p:cNvGrpSpPr/>
          <p:nvPr/>
        </p:nvGrpSpPr>
        <p:grpSpPr>
          <a:xfrm>
            <a:off x="8994853" y="1867456"/>
            <a:ext cx="952525" cy="449700"/>
            <a:chOff x="755165" y="1905021"/>
            <a:chExt cx="1322400" cy="449700"/>
          </a:xfrm>
        </p:grpSpPr>
        <p:sp>
          <p:nvSpPr>
            <p:cNvPr id="6679" name="Google Shape;6679;p173"/>
            <p:cNvSpPr/>
            <p:nvPr/>
          </p:nvSpPr>
          <p:spPr>
            <a:xfrm>
              <a:off x="755165" y="19050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680" name="Google Shape;6680;p173"/>
            <p:cNvSpPr txBox="1"/>
            <p:nvPr/>
          </p:nvSpPr>
          <p:spPr>
            <a:xfrm>
              <a:off x="888815" y="2067471"/>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6681" name="Google Shape;6681;p173"/>
          <p:cNvSpPr txBox="1"/>
          <p:nvPr/>
        </p:nvSpPr>
        <p:spPr>
          <a:xfrm>
            <a:off x="11433831"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682" name="Google Shape;6682;p173"/>
          <p:cNvSpPr txBox="1"/>
          <p:nvPr/>
        </p:nvSpPr>
        <p:spPr>
          <a:xfrm>
            <a:off x="10174976" y="1843250"/>
            <a:ext cx="11052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Core and Access Network Planning and Design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6683" name="Google Shape;6683;p173"/>
          <p:cNvGrpSpPr/>
          <p:nvPr/>
        </p:nvGrpSpPr>
        <p:grpSpPr>
          <a:xfrm>
            <a:off x="8994853" y="7223868"/>
            <a:ext cx="952525" cy="449700"/>
            <a:chOff x="755165" y="1866174"/>
            <a:chExt cx="1322400" cy="449700"/>
          </a:xfrm>
        </p:grpSpPr>
        <p:sp>
          <p:nvSpPr>
            <p:cNvPr id="6684" name="Google Shape;6684;p173"/>
            <p:cNvSpPr/>
            <p:nvPr/>
          </p:nvSpPr>
          <p:spPr>
            <a:xfrm>
              <a:off x="755165" y="1866174"/>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685" name="Google Shape;6685;p173"/>
            <p:cNvSpPr txBox="1"/>
            <p:nvPr/>
          </p:nvSpPr>
          <p:spPr>
            <a:xfrm>
              <a:off x="888815" y="2028624"/>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686" name="Google Shape;6686;p173"/>
          <p:cNvSpPr/>
          <p:nvPr/>
        </p:nvSpPr>
        <p:spPr>
          <a:xfrm>
            <a:off x="15887397" y="9721093"/>
            <a:ext cx="91200" cy="912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687" name="Google Shape;6687;p173"/>
          <p:cNvSpPr txBox="1"/>
          <p:nvPr/>
        </p:nvSpPr>
        <p:spPr>
          <a:xfrm>
            <a:off x="15698457" y="184028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Ingestion</a:t>
            </a:r>
            <a:endParaRPr sz="800" i="0" u="none" strike="noStrike" cap="none">
              <a:latin typeface="Salesforce Sans"/>
              <a:ea typeface="Salesforce Sans"/>
              <a:cs typeface="Salesforce Sans"/>
              <a:sym typeface="Salesforce Sans"/>
            </a:endParaRPr>
          </a:p>
        </p:txBody>
      </p:sp>
      <p:sp>
        <p:nvSpPr>
          <p:cNvPr id="6688" name="Google Shape;6688;p173"/>
          <p:cNvSpPr/>
          <p:nvPr/>
        </p:nvSpPr>
        <p:spPr>
          <a:xfrm>
            <a:off x="14438141" y="2335613"/>
            <a:ext cx="891900" cy="14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AI / ML </a:t>
            </a:r>
            <a:endParaRPr sz="900" b="1" i="0" u="none" strike="noStrike" cap="none">
              <a:solidFill>
                <a:srgbClr val="066AFE"/>
              </a:solidFill>
              <a:latin typeface="Salesforce Sans"/>
              <a:ea typeface="Salesforce Sans"/>
              <a:cs typeface="Salesforce Sans"/>
              <a:sym typeface="Salesforce Sans"/>
            </a:endParaRPr>
          </a:p>
        </p:txBody>
      </p:sp>
      <p:sp>
        <p:nvSpPr>
          <p:cNvPr id="6689" name="Google Shape;6689;p173"/>
          <p:cNvSpPr/>
          <p:nvPr/>
        </p:nvSpPr>
        <p:spPr>
          <a:xfrm>
            <a:off x="14438141" y="2967173"/>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Strategy &amp; Planning </a:t>
            </a:r>
            <a:endParaRPr sz="900" b="1" i="0" u="none" strike="noStrike" cap="none">
              <a:solidFill>
                <a:srgbClr val="066AFE"/>
              </a:solidFill>
              <a:latin typeface="Salesforce Sans"/>
              <a:ea typeface="Salesforce Sans"/>
              <a:cs typeface="Salesforce Sans"/>
              <a:sym typeface="Salesforce Sans"/>
            </a:endParaRPr>
          </a:p>
        </p:txBody>
      </p:sp>
      <p:sp>
        <p:nvSpPr>
          <p:cNvPr id="6690" name="Google Shape;6690;p173"/>
          <p:cNvSpPr/>
          <p:nvPr/>
        </p:nvSpPr>
        <p:spPr>
          <a:xfrm>
            <a:off x="14438141" y="3448880"/>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Attraction </a:t>
            </a:r>
            <a:endParaRPr sz="900" b="1" i="0" u="none" strike="noStrike" cap="none">
              <a:solidFill>
                <a:srgbClr val="066AFE"/>
              </a:solidFill>
              <a:latin typeface="Salesforce Sans"/>
              <a:ea typeface="Salesforce Sans"/>
              <a:cs typeface="Salesforce Sans"/>
              <a:sym typeface="Salesforce Sans"/>
            </a:endParaRPr>
          </a:p>
        </p:txBody>
      </p:sp>
      <p:sp>
        <p:nvSpPr>
          <p:cNvPr id="6691" name="Google Shape;6691;p173"/>
          <p:cNvSpPr/>
          <p:nvPr/>
        </p:nvSpPr>
        <p:spPr>
          <a:xfrm>
            <a:off x="14438141" y="4080440"/>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Mgmt &amp; Development </a:t>
            </a:r>
            <a:endParaRPr sz="900" b="1" i="0" u="none" strike="noStrike" cap="none">
              <a:solidFill>
                <a:srgbClr val="066AFE"/>
              </a:solidFill>
              <a:latin typeface="Salesforce Sans"/>
              <a:ea typeface="Salesforce Sans"/>
              <a:cs typeface="Salesforce Sans"/>
              <a:sym typeface="Salesforce Sans"/>
            </a:endParaRPr>
          </a:p>
        </p:txBody>
      </p:sp>
      <p:sp>
        <p:nvSpPr>
          <p:cNvPr id="6692" name="Google Shape;6692;p173"/>
          <p:cNvSpPr/>
          <p:nvPr/>
        </p:nvSpPr>
        <p:spPr>
          <a:xfrm>
            <a:off x="14438141" y="5182191"/>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Contractor Management Agent</a:t>
            </a:r>
            <a:endParaRPr sz="900" b="1" i="0" u="none" strike="noStrike" cap="none">
              <a:solidFill>
                <a:srgbClr val="066AFE"/>
              </a:solidFill>
              <a:latin typeface="Salesforce Sans"/>
              <a:ea typeface="Salesforce Sans"/>
              <a:cs typeface="Salesforce Sans"/>
              <a:sym typeface="Salesforce Sans"/>
            </a:endParaRPr>
          </a:p>
        </p:txBody>
      </p:sp>
      <p:sp>
        <p:nvSpPr>
          <p:cNvPr id="6693" name="Google Shape;6693;p173"/>
          <p:cNvSpPr/>
          <p:nvPr/>
        </p:nvSpPr>
        <p:spPr>
          <a:xfrm>
            <a:off x="14438141" y="6160482"/>
            <a:ext cx="8919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Procurement and Financial Operations </a:t>
            </a:r>
            <a:endParaRPr sz="900" b="1" i="0" u="none" strike="noStrike" cap="none">
              <a:solidFill>
                <a:srgbClr val="066AFE"/>
              </a:solidFill>
              <a:latin typeface="Salesforce Sans"/>
              <a:ea typeface="Salesforce Sans"/>
              <a:cs typeface="Salesforce Sans"/>
              <a:sym typeface="Salesforce Sans"/>
            </a:endParaRPr>
          </a:p>
        </p:txBody>
      </p:sp>
      <p:sp>
        <p:nvSpPr>
          <p:cNvPr id="6694" name="Google Shape;6694;p173"/>
          <p:cNvSpPr/>
          <p:nvPr/>
        </p:nvSpPr>
        <p:spPr>
          <a:xfrm>
            <a:off x="14438141" y="6782979"/>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Store Operations </a:t>
            </a:r>
            <a:endParaRPr sz="900" b="1" i="0" u="none" strike="noStrike" cap="none">
              <a:solidFill>
                <a:srgbClr val="066AFE"/>
              </a:solidFill>
              <a:latin typeface="Salesforce Sans"/>
              <a:ea typeface="Salesforce Sans"/>
              <a:cs typeface="Salesforce Sans"/>
              <a:sym typeface="Salesforce Sans"/>
            </a:endParaRPr>
          </a:p>
        </p:txBody>
      </p:sp>
      <p:sp>
        <p:nvSpPr>
          <p:cNvPr id="6695" name="Google Shape;6695;p173"/>
          <p:cNvSpPr/>
          <p:nvPr/>
        </p:nvSpPr>
        <p:spPr>
          <a:xfrm>
            <a:off x="14438141" y="7092455"/>
            <a:ext cx="891900" cy="14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Treasury </a:t>
            </a:r>
            <a:endParaRPr sz="900" b="1" i="0" u="none" strike="noStrike" cap="none">
              <a:solidFill>
                <a:srgbClr val="066AFE"/>
              </a:solidFill>
              <a:latin typeface="Salesforce Sans"/>
              <a:ea typeface="Salesforce Sans"/>
              <a:cs typeface="Salesforce Sans"/>
              <a:sym typeface="Salesforce Sans"/>
            </a:endParaRPr>
          </a:p>
        </p:txBody>
      </p:sp>
      <p:sp>
        <p:nvSpPr>
          <p:cNvPr id="6696" name="Google Shape;6696;p173"/>
          <p:cNvSpPr/>
          <p:nvPr/>
        </p:nvSpPr>
        <p:spPr>
          <a:xfrm>
            <a:off x="14438141" y="7424296"/>
            <a:ext cx="9261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Tax &amp; Com</a:t>
            </a:r>
            <a:r>
              <a:rPr lang="en" sz="900" b="1">
                <a:solidFill>
                  <a:srgbClr val="066AFE"/>
                </a:solidFill>
                <a:latin typeface="Salesforce Sans"/>
                <a:ea typeface="Salesforce Sans"/>
                <a:cs typeface="Salesforce Sans"/>
                <a:sym typeface="Salesforce Sans"/>
              </a:rPr>
              <a:t>pliance</a:t>
            </a:r>
            <a:r>
              <a:rPr lang="en" sz="900" b="1" i="0" u="none" strike="noStrike" cap="none">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6697" name="Google Shape;6697;p173"/>
          <p:cNvSpPr/>
          <p:nvPr/>
        </p:nvSpPr>
        <p:spPr>
          <a:xfrm>
            <a:off x="14438141" y="5663898"/>
            <a:ext cx="8919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Financial Strategy &amp; Planning </a:t>
            </a:r>
            <a:endParaRPr sz="900" b="1" i="0" u="none" strike="noStrike" cap="none">
              <a:solidFill>
                <a:srgbClr val="066AFE"/>
              </a:solidFill>
              <a:latin typeface="Salesforce Sans"/>
              <a:ea typeface="Salesforce Sans"/>
              <a:cs typeface="Salesforce Sans"/>
              <a:sym typeface="Salesforce Sans"/>
            </a:endParaRPr>
          </a:p>
        </p:txBody>
      </p:sp>
      <p:sp>
        <p:nvSpPr>
          <p:cNvPr id="6698" name="Google Shape;6698;p173"/>
          <p:cNvSpPr/>
          <p:nvPr/>
        </p:nvSpPr>
        <p:spPr>
          <a:xfrm>
            <a:off x="14438141" y="8178368"/>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Litigation and Dispute </a:t>
            </a:r>
            <a:endParaRPr sz="900" b="1" i="0" u="none" strike="noStrike" cap="none">
              <a:solidFill>
                <a:srgbClr val="066AFE"/>
              </a:solidFill>
              <a:latin typeface="Salesforce Sans"/>
              <a:ea typeface="Salesforce Sans"/>
              <a:cs typeface="Salesforce Sans"/>
              <a:sym typeface="Salesforce Sans"/>
            </a:endParaRPr>
          </a:p>
        </p:txBody>
      </p:sp>
      <p:sp>
        <p:nvSpPr>
          <p:cNvPr id="6699" name="Google Shape;6699;p173"/>
          <p:cNvSpPr/>
          <p:nvPr/>
        </p:nvSpPr>
        <p:spPr>
          <a:xfrm>
            <a:off x="14438141" y="7753653"/>
            <a:ext cx="971400" cy="442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Mgmt. &amp; Board Reporting Gen</a:t>
            </a:r>
            <a:r>
              <a:rPr lang="en" sz="900" b="1">
                <a:solidFill>
                  <a:srgbClr val="066AFE"/>
                </a:solidFill>
                <a:latin typeface="Salesforce Sans"/>
                <a:ea typeface="Salesforce Sans"/>
                <a:cs typeface="Salesforce Sans"/>
                <a:sym typeface="Salesforce Sans"/>
              </a:rPr>
              <a:t>. </a:t>
            </a:r>
            <a:endParaRPr sz="900" b="1" i="0" u="none" strike="noStrike" cap="none">
              <a:solidFill>
                <a:srgbClr val="066AFE"/>
              </a:solidFill>
              <a:latin typeface="Salesforce Sans"/>
              <a:ea typeface="Salesforce Sans"/>
              <a:cs typeface="Salesforce Sans"/>
              <a:sym typeface="Salesforce Sans"/>
            </a:endParaRPr>
          </a:p>
        </p:txBody>
      </p:sp>
      <p:sp>
        <p:nvSpPr>
          <p:cNvPr id="6700" name="Google Shape;6700;p173"/>
          <p:cNvSpPr/>
          <p:nvPr/>
        </p:nvSpPr>
        <p:spPr>
          <a:xfrm>
            <a:off x="14438141" y="4538334"/>
            <a:ext cx="891900" cy="28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People Operations </a:t>
            </a:r>
            <a:endParaRPr sz="900" b="1" i="0" u="none" strike="noStrike" cap="none">
              <a:solidFill>
                <a:srgbClr val="066AFE"/>
              </a:solidFill>
              <a:latin typeface="Salesforce Sans"/>
              <a:ea typeface="Salesforce Sans"/>
              <a:cs typeface="Salesforce Sans"/>
              <a:sym typeface="Salesforce Sans"/>
            </a:endParaRPr>
          </a:p>
        </p:txBody>
      </p:sp>
      <p:sp>
        <p:nvSpPr>
          <p:cNvPr id="6701" name="Google Shape;6701;p173"/>
          <p:cNvSpPr txBox="1"/>
          <p:nvPr/>
        </p:nvSpPr>
        <p:spPr>
          <a:xfrm>
            <a:off x="15698457" y="200375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Quality</a:t>
            </a:r>
            <a:endParaRPr sz="800" i="0" u="none" strike="noStrike" cap="none">
              <a:latin typeface="Salesforce Sans"/>
              <a:ea typeface="Salesforce Sans"/>
              <a:cs typeface="Salesforce Sans"/>
              <a:sym typeface="Salesforce Sans"/>
            </a:endParaRPr>
          </a:p>
        </p:txBody>
      </p:sp>
      <p:sp>
        <p:nvSpPr>
          <p:cNvPr id="6702" name="Google Shape;6702;p173"/>
          <p:cNvSpPr txBox="1"/>
          <p:nvPr/>
        </p:nvSpPr>
        <p:spPr>
          <a:xfrm>
            <a:off x="15698457" y="215360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Security</a:t>
            </a:r>
            <a:endParaRPr sz="800" i="0" u="none" strike="noStrike" cap="none">
              <a:latin typeface="Salesforce Sans"/>
              <a:ea typeface="Salesforce Sans"/>
              <a:cs typeface="Salesforce Sans"/>
              <a:sym typeface="Salesforce Sans"/>
            </a:endParaRPr>
          </a:p>
        </p:txBody>
      </p:sp>
      <p:sp>
        <p:nvSpPr>
          <p:cNvPr id="6703" name="Google Shape;6703;p173"/>
          <p:cNvSpPr txBox="1"/>
          <p:nvPr/>
        </p:nvSpPr>
        <p:spPr>
          <a:xfrm>
            <a:off x="15698457" y="2485458"/>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Performance</a:t>
            </a:r>
            <a:endParaRPr sz="800" i="0" u="none" strike="noStrike" cap="none">
              <a:latin typeface="Salesforce Sans"/>
              <a:ea typeface="Salesforce Sans"/>
              <a:cs typeface="Salesforce Sans"/>
              <a:sym typeface="Salesforce Sans"/>
            </a:endParaRPr>
          </a:p>
        </p:txBody>
      </p:sp>
      <p:sp>
        <p:nvSpPr>
          <p:cNvPr id="6704" name="Google Shape;6704;p173"/>
          <p:cNvSpPr txBox="1"/>
          <p:nvPr/>
        </p:nvSpPr>
        <p:spPr>
          <a:xfrm>
            <a:off x="15698457" y="263531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Deployment</a:t>
            </a:r>
            <a:endParaRPr sz="800" i="0" u="none" strike="noStrike" cap="none">
              <a:latin typeface="Salesforce Sans"/>
              <a:ea typeface="Salesforce Sans"/>
              <a:cs typeface="Salesforce Sans"/>
              <a:sym typeface="Salesforce Sans"/>
            </a:endParaRPr>
          </a:p>
        </p:txBody>
      </p:sp>
      <p:sp>
        <p:nvSpPr>
          <p:cNvPr id="6705" name="Google Shape;6705;p173"/>
          <p:cNvSpPr txBox="1"/>
          <p:nvPr/>
        </p:nvSpPr>
        <p:spPr>
          <a:xfrm>
            <a:off x="15698457" y="278516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Model Governance</a:t>
            </a:r>
            <a:endParaRPr sz="800" i="0" u="none" strike="noStrike" cap="none">
              <a:latin typeface="Salesforce Sans"/>
              <a:ea typeface="Salesforce Sans"/>
              <a:cs typeface="Salesforce Sans"/>
              <a:sym typeface="Salesforce Sans"/>
            </a:endParaRPr>
          </a:p>
        </p:txBody>
      </p:sp>
      <p:sp>
        <p:nvSpPr>
          <p:cNvPr id="6706" name="Google Shape;6706;p173"/>
          <p:cNvSpPr txBox="1"/>
          <p:nvPr/>
        </p:nvSpPr>
        <p:spPr>
          <a:xfrm>
            <a:off x="15698457" y="23356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Data Preparation</a:t>
            </a:r>
            <a:endParaRPr sz="800" i="0" u="none" strike="noStrike" cap="none">
              <a:latin typeface="Salesforce Sans"/>
              <a:ea typeface="Salesforce Sans"/>
              <a:cs typeface="Salesforce Sans"/>
              <a:sym typeface="Salesforce Sans"/>
            </a:endParaRPr>
          </a:p>
        </p:txBody>
      </p:sp>
      <p:sp>
        <p:nvSpPr>
          <p:cNvPr id="6707" name="Google Shape;6707;p173"/>
          <p:cNvSpPr txBox="1"/>
          <p:nvPr/>
        </p:nvSpPr>
        <p:spPr>
          <a:xfrm>
            <a:off x="15698457" y="296729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Of Future And Skills Assessment</a:t>
            </a:r>
            <a:endParaRPr sz="800" i="0" u="none" strike="noStrike" cap="none">
              <a:latin typeface="Salesforce Sans"/>
              <a:ea typeface="Salesforce Sans"/>
              <a:cs typeface="Salesforce Sans"/>
              <a:sym typeface="Salesforce Sans"/>
            </a:endParaRPr>
          </a:p>
        </p:txBody>
      </p:sp>
      <p:sp>
        <p:nvSpPr>
          <p:cNvPr id="6708" name="Google Shape;6708;p173"/>
          <p:cNvSpPr txBox="1"/>
          <p:nvPr/>
        </p:nvSpPr>
        <p:spPr>
          <a:xfrm>
            <a:off x="15698457" y="408043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6709" name="Google Shape;6709;p173"/>
          <p:cNvSpPr txBox="1"/>
          <p:nvPr/>
        </p:nvSpPr>
        <p:spPr>
          <a:xfrm>
            <a:off x="15698457" y="5000320"/>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Compliance &amp; Labour Relations Monitoring</a:t>
            </a:r>
            <a:endParaRPr sz="800" i="0" u="none" strike="noStrike" cap="none">
              <a:latin typeface="Salesforce Sans"/>
              <a:ea typeface="Salesforce Sans"/>
              <a:cs typeface="Salesforce Sans"/>
              <a:sym typeface="Salesforce Sans"/>
            </a:endParaRPr>
          </a:p>
        </p:txBody>
      </p:sp>
      <p:sp>
        <p:nvSpPr>
          <p:cNvPr id="6710" name="Google Shape;6710;p173"/>
          <p:cNvSpPr txBox="1"/>
          <p:nvPr/>
        </p:nvSpPr>
        <p:spPr>
          <a:xfrm>
            <a:off x="15698457" y="518218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Onboarding</a:t>
            </a:r>
            <a:endParaRPr sz="800" i="0" u="none" strike="noStrike" cap="none">
              <a:latin typeface="Salesforce Sans"/>
              <a:ea typeface="Salesforce Sans"/>
              <a:cs typeface="Salesforce Sans"/>
              <a:sym typeface="Salesforce Sans"/>
            </a:endParaRPr>
          </a:p>
        </p:txBody>
      </p:sp>
      <p:sp>
        <p:nvSpPr>
          <p:cNvPr id="6711" name="Google Shape;6711;p173"/>
          <p:cNvSpPr txBox="1"/>
          <p:nvPr/>
        </p:nvSpPr>
        <p:spPr>
          <a:xfrm>
            <a:off x="15698457" y="677187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Inventory Optimization</a:t>
            </a:r>
            <a:endParaRPr sz="800" i="0" u="none" strike="noStrike" cap="none">
              <a:latin typeface="Salesforce Sans"/>
              <a:ea typeface="Salesforce Sans"/>
              <a:cs typeface="Salesforce Sans"/>
              <a:sym typeface="Salesforce Sans"/>
            </a:endParaRPr>
          </a:p>
        </p:txBody>
      </p:sp>
      <p:sp>
        <p:nvSpPr>
          <p:cNvPr id="6712" name="Google Shape;6712;p173"/>
          <p:cNvSpPr txBox="1"/>
          <p:nvPr/>
        </p:nvSpPr>
        <p:spPr>
          <a:xfrm>
            <a:off x="15698457" y="709245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Cash &amp; Liquidity Management</a:t>
            </a:r>
            <a:endParaRPr sz="800" i="0" u="none" strike="noStrike" cap="none">
              <a:latin typeface="Salesforce Sans"/>
              <a:ea typeface="Salesforce Sans"/>
              <a:cs typeface="Salesforce Sans"/>
              <a:sym typeface="Salesforce Sans"/>
            </a:endParaRPr>
          </a:p>
        </p:txBody>
      </p:sp>
      <p:sp>
        <p:nvSpPr>
          <p:cNvPr id="6713" name="Google Shape;6713;p173"/>
          <p:cNvSpPr txBox="1"/>
          <p:nvPr/>
        </p:nvSpPr>
        <p:spPr>
          <a:xfrm>
            <a:off x="15698457" y="689891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Facilities Maintenance</a:t>
            </a:r>
            <a:endParaRPr sz="800" i="0" u="none" strike="noStrike" cap="none">
              <a:latin typeface="Salesforce Sans"/>
              <a:ea typeface="Salesforce Sans"/>
              <a:cs typeface="Salesforce Sans"/>
              <a:sym typeface="Salesforce Sans"/>
            </a:endParaRPr>
          </a:p>
        </p:txBody>
      </p:sp>
      <p:sp>
        <p:nvSpPr>
          <p:cNvPr id="6714" name="Google Shape;6714;p173"/>
          <p:cNvSpPr txBox="1"/>
          <p:nvPr/>
        </p:nvSpPr>
        <p:spPr>
          <a:xfrm>
            <a:off x="15698457" y="72423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Risk Management</a:t>
            </a:r>
            <a:endParaRPr sz="800" i="0" u="none" strike="noStrike" cap="none">
              <a:latin typeface="Salesforce Sans"/>
              <a:ea typeface="Salesforce Sans"/>
              <a:cs typeface="Salesforce Sans"/>
              <a:sym typeface="Salesforce Sans"/>
            </a:endParaRPr>
          </a:p>
        </p:txBody>
      </p:sp>
      <p:sp>
        <p:nvSpPr>
          <p:cNvPr id="6715" name="Google Shape;6715;p173"/>
          <p:cNvSpPr txBox="1"/>
          <p:nvPr/>
        </p:nvSpPr>
        <p:spPr>
          <a:xfrm>
            <a:off x="15698457" y="742430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Tax Filing</a:t>
            </a:r>
            <a:endParaRPr sz="800" i="0" u="none" strike="noStrike" cap="none">
              <a:latin typeface="Salesforce Sans"/>
              <a:ea typeface="Salesforce Sans"/>
              <a:cs typeface="Salesforce Sans"/>
              <a:sym typeface="Salesforce Sans"/>
            </a:endParaRPr>
          </a:p>
        </p:txBody>
      </p:sp>
      <p:sp>
        <p:nvSpPr>
          <p:cNvPr id="6716" name="Google Shape;6716;p173"/>
          <p:cNvSpPr txBox="1"/>
          <p:nvPr/>
        </p:nvSpPr>
        <p:spPr>
          <a:xfrm>
            <a:off x="15698457" y="790368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6717" name="Google Shape;6717;p173"/>
          <p:cNvSpPr txBox="1"/>
          <p:nvPr/>
        </p:nvSpPr>
        <p:spPr>
          <a:xfrm>
            <a:off x="15698457" y="615351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Transaction Monitoring</a:t>
            </a:r>
            <a:endParaRPr sz="800" i="0" u="none" strike="noStrike" cap="none">
              <a:latin typeface="Salesforce Sans"/>
              <a:ea typeface="Salesforce Sans"/>
              <a:cs typeface="Salesforce Sans"/>
              <a:sym typeface="Salesforce Sans"/>
            </a:endParaRPr>
          </a:p>
        </p:txBody>
      </p:sp>
      <p:sp>
        <p:nvSpPr>
          <p:cNvPr id="6718" name="Google Shape;6718;p173"/>
          <p:cNvSpPr txBox="1"/>
          <p:nvPr/>
        </p:nvSpPr>
        <p:spPr>
          <a:xfrm>
            <a:off x="15698457" y="3898238"/>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6719" name="Google Shape;6719;p173"/>
          <p:cNvSpPr/>
          <p:nvPr/>
        </p:nvSpPr>
        <p:spPr>
          <a:xfrm>
            <a:off x="15557918" y="3913915"/>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20" name="Google Shape;6720;p173"/>
          <p:cNvSpPr txBox="1"/>
          <p:nvPr/>
        </p:nvSpPr>
        <p:spPr>
          <a:xfrm>
            <a:off x="15698457" y="359854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6721" name="Google Shape;6721;p173"/>
          <p:cNvSpPr/>
          <p:nvPr/>
        </p:nvSpPr>
        <p:spPr>
          <a:xfrm>
            <a:off x="15557918" y="3614223"/>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22" name="Google Shape;6722;p173"/>
          <p:cNvSpPr txBox="1"/>
          <p:nvPr/>
        </p:nvSpPr>
        <p:spPr>
          <a:xfrm>
            <a:off x="15698457" y="374839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Talent Coaching</a:t>
            </a:r>
            <a:endParaRPr sz="800" i="0" u="none" strike="noStrike" cap="none">
              <a:latin typeface="Salesforce Sans"/>
              <a:ea typeface="Salesforce Sans"/>
              <a:cs typeface="Salesforce Sans"/>
              <a:sym typeface="Salesforce Sans"/>
            </a:endParaRPr>
          </a:p>
        </p:txBody>
      </p:sp>
      <p:sp>
        <p:nvSpPr>
          <p:cNvPr id="6723" name="Google Shape;6723;p173"/>
          <p:cNvSpPr/>
          <p:nvPr/>
        </p:nvSpPr>
        <p:spPr>
          <a:xfrm>
            <a:off x="15557918" y="376406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24" name="Google Shape;6724;p173"/>
          <p:cNvSpPr txBox="1"/>
          <p:nvPr/>
        </p:nvSpPr>
        <p:spPr>
          <a:xfrm>
            <a:off x="15698457" y="344871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6725" name="Google Shape;6725;p173"/>
          <p:cNvSpPr/>
          <p:nvPr/>
        </p:nvSpPr>
        <p:spPr>
          <a:xfrm>
            <a:off x="15557918" y="3464391"/>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26" name="Google Shape;6726;p173"/>
          <p:cNvSpPr txBox="1"/>
          <p:nvPr/>
        </p:nvSpPr>
        <p:spPr>
          <a:xfrm>
            <a:off x="15698457" y="454662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Comp. &amp; Benefit Creation &amp; Delivery</a:t>
            </a:r>
            <a:endParaRPr sz="800" i="0" u="none" strike="noStrike" cap="none">
              <a:latin typeface="Salesforce Sans"/>
              <a:ea typeface="Salesforce Sans"/>
              <a:cs typeface="Salesforce Sans"/>
              <a:sym typeface="Salesforce Sans"/>
            </a:endParaRPr>
          </a:p>
        </p:txBody>
      </p:sp>
      <p:sp>
        <p:nvSpPr>
          <p:cNvPr id="6727" name="Google Shape;6727;p173"/>
          <p:cNvSpPr/>
          <p:nvPr/>
        </p:nvSpPr>
        <p:spPr>
          <a:xfrm>
            <a:off x="15557918" y="4561931"/>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28" name="Google Shape;6728;p173"/>
          <p:cNvSpPr txBox="1"/>
          <p:nvPr/>
        </p:nvSpPr>
        <p:spPr>
          <a:xfrm>
            <a:off x="15698457" y="470024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Employee Experience &amp; Health Monitoring</a:t>
            </a:r>
            <a:endParaRPr sz="800" i="0" u="none" strike="noStrike" cap="none">
              <a:latin typeface="Salesforce Sans"/>
              <a:ea typeface="Salesforce Sans"/>
              <a:cs typeface="Salesforce Sans"/>
              <a:sym typeface="Salesforce Sans"/>
            </a:endParaRPr>
          </a:p>
        </p:txBody>
      </p:sp>
      <p:sp>
        <p:nvSpPr>
          <p:cNvPr id="6729" name="Google Shape;6729;p173"/>
          <p:cNvSpPr/>
          <p:nvPr/>
        </p:nvSpPr>
        <p:spPr>
          <a:xfrm>
            <a:off x="15557918" y="4715923"/>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30" name="Google Shape;6730;p173"/>
          <p:cNvSpPr txBox="1"/>
          <p:nvPr/>
        </p:nvSpPr>
        <p:spPr>
          <a:xfrm>
            <a:off x="15698457" y="581359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Financial Forecasting &amp; Scenario Modeling</a:t>
            </a:r>
            <a:endParaRPr sz="800" i="0" u="none" strike="noStrike" cap="none">
              <a:latin typeface="Salesforce Sans"/>
              <a:ea typeface="Salesforce Sans"/>
              <a:cs typeface="Salesforce Sans"/>
              <a:sym typeface="Salesforce Sans"/>
            </a:endParaRPr>
          </a:p>
        </p:txBody>
      </p:sp>
      <p:sp>
        <p:nvSpPr>
          <p:cNvPr id="6731" name="Google Shape;6731;p173"/>
          <p:cNvSpPr/>
          <p:nvPr/>
        </p:nvSpPr>
        <p:spPr>
          <a:xfrm>
            <a:off x="15557918" y="582913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32" name="Google Shape;6732;p173"/>
          <p:cNvSpPr txBox="1"/>
          <p:nvPr/>
        </p:nvSpPr>
        <p:spPr>
          <a:xfrm>
            <a:off x="15698457" y="5963294"/>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lang="en" sz="800" i="0" u="none" strike="noStrike" cap="none">
                <a:latin typeface="Salesforce Sans"/>
                <a:ea typeface="Salesforce Sans"/>
                <a:cs typeface="Salesforce Sans"/>
                <a:sym typeface="Salesforce Sans"/>
              </a:rPr>
              <a:t> Monitoring</a:t>
            </a:r>
            <a:endParaRPr sz="800" i="0" u="none" strike="noStrike" cap="none">
              <a:latin typeface="Salesforce Sans"/>
              <a:ea typeface="Salesforce Sans"/>
              <a:cs typeface="Salesforce Sans"/>
              <a:sym typeface="Salesforce Sans"/>
            </a:endParaRPr>
          </a:p>
        </p:txBody>
      </p:sp>
      <p:sp>
        <p:nvSpPr>
          <p:cNvPr id="6733" name="Google Shape;6733;p173"/>
          <p:cNvSpPr/>
          <p:nvPr/>
        </p:nvSpPr>
        <p:spPr>
          <a:xfrm>
            <a:off x="15557918" y="598869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34" name="Google Shape;6734;p173"/>
          <p:cNvSpPr txBox="1"/>
          <p:nvPr/>
        </p:nvSpPr>
        <p:spPr>
          <a:xfrm>
            <a:off x="15698457" y="566361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Long-Term &amp; Annual Budgeting</a:t>
            </a:r>
            <a:endParaRPr sz="800" i="0" u="none" strike="noStrike" cap="none">
              <a:latin typeface="Salesforce Sans"/>
              <a:ea typeface="Salesforce Sans"/>
              <a:cs typeface="Salesforce Sans"/>
              <a:sym typeface="Salesforce Sans"/>
            </a:endParaRPr>
          </a:p>
        </p:txBody>
      </p:sp>
      <p:sp>
        <p:nvSpPr>
          <p:cNvPr id="6735" name="Google Shape;6735;p173"/>
          <p:cNvSpPr/>
          <p:nvPr/>
        </p:nvSpPr>
        <p:spPr>
          <a:xfrm>
            <a:off x="15557918" y="5679291"/>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36" name="Google Shape;6736;p173"/>
          <p:cNvSpPr txBox="1"/>
          <p:nvPr/>
        </p:nvSpPr>
        <p:spPr>
          <a:xfrm>
            <a:off x="15698457" y="629803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Quote-To-Cash Management</a:t>
            </a:r>
            <a:endParaRPr sz="800" i="0" u="none" strike="noStrike" cap="none">
              <a:latin typeface="Salesforce Sans"/>
              <a:ea typeface="Salesforce Sans"/>
              <a:cs typeface="Salesforce Sans"/>
              <a:sym typeface="Salesforce Sans"/>
            </a:endParaRPr>
          </a:p>
        </p:txBody>
      </p:sp>
      <p:sp>
        <p:nvSpPr>
          <p:cNvPr id="6737" name="Google Shape;6737;p173"/>
          <p:cNvSpPr/>
          <p:nvPr/>
        </p:nvSpPr>
        <p:spPr>
          <a:xfrm>
            <a:off x="15557918" y="6317574"/>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38" name="Google Shape;6738;p173"/>
          <p:cNvSpPr txBox="1"/>
          <p:nvPr/>
        </p:nvSpPr>
        <p:spPr>
          <a:xfrm>
            <a:off x="15698457" y="644256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sp>
        <p:nvSpPr>
          <p:cNvPr id="6739" name="Google Shape;6739;p173"/>
          <p:cNvSpPr/>
          <p:nvPr/>
        </p:nvSpPr>
        <p:spPr>
          <a:xfrm>
            <a:off x="15557918" y="6464230"/>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0" name="Google Shape;6740;p173"/>
          <p:cNvSpPr txBox="1"/>
          <p:nvPr/>
        </p:nvSpPr>
        <p:spPr>
          <a:xfrm>
            <a:off x="15698457" y="756250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Regulatory Reporting</a:t>
            </a:r>
            <a:endParaRPr sz="800" i="0" u="none" strike="noStrike" cap="none">
              <a:latin typeface="Salesforce Sans"/>
              <a:ea typeface="Salesforce Sans"/>
              <a:cs typeface="Salesforce Sans"/>
              <a:sym typeface="Salesforce Sans"/>
            </a:endParaRPr>
          </a:p>
        </p:txBody>
      </p:sp>
      <p:sp>
        <p:nvSpPr>
          <p:cNvPr id="6741" name="Google Shape;6741;p173"/>
          <p:cNvSpPr/>
          <p:nvPr/>
        </p:nvSpPr>
        <p:spPr>
          <a:xfrm>
            <a:off x="15557918" y="7589461"/>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2" name="Google Shape;6742;p173"/>
          <p:cNvSpPr txBox="1"/>
          <p:nvPr/>
        </p:nvSpPr>
        <p:spPr>
          <a:xfrm>
            <a:off x="15698457" y="775580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6743" name="Google Shape;6743;p173"/>
          <p:cNvSpPr/>
          <p:nvPr/>
        </p:nvSpPr>
        <p:spPr>
          <a:xfrm>
            <a:off x="15557918" y="7776675"/>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4" name="Google Shape;6744;p173"/>
          <p:cNvSpPr txBox="1"/>
          <p:nvPr/>
        </p:nvSpPr>
        <p:spPr>
          <a:xfrm>
            <a:off x="15698457" y="8177950"/>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Legal Document Analysis</a:t>
            </a:r>
            <a:endParaRPr sz="800" i="0" u="none" strike="noStrike" cap="none">
              <a:latin typeface="Salesforce Sans"/>
              <a:ea typeface="Salesforce Sans"/>
              <a:cs typeface="Salesforce Sans"/>
              <a:sym typeface="Salesforce Sans"/>
            </a:endParaRPr>
          </a:p>
        </p:txBody>
      </p:sp>
      <p:sp>
        <p:nvSpPr>
          <p:cNvPr id="6745" name="Google Shape;6745;p173"/>
          <p:cNvSpPr/>
          <p:nvPr/>
        </p:nvSpPr>
        <p:spPr>
          <a:xfrm>
            <a:off x="15557918" y="8193634"/>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6" name="Google Shape;6746;p173"/>
          <p:cNvSpPr txBox="1"/>
          <p:nvPr/>
        </p:nvSpPr>
        <p:spPr>
          <a:xfrm>
            <a:off x="15698457" y="311686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6747" name="Google Shape;6747;p173"/>
          <p:cNvSpPr/>
          <p:nvPr/>
        </p:nvSpPr>
        <p:spPr>
          <a:xfrm>
            <a:off x="15557918" y="3132537"/>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8" name="Google Shape;6748;p173"/>
          <p:cNvSpPr/>
          <p:nvPr/>
        </p:nvSpPr>
        <p:spPr>
          <a:xfrm>
            <a:off x="15557918" y="3142079"/>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49" name="Google Shape;6749;p173"/>
          <p:cNvSpPr txBox="1"/>
          <p:nvPr/>
        </p:nvSpPr>
        <p:spPr>
          <a:xfrm>
            <a:off x="15698457" y="32667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People Measurement &amp; Reporting</a:t>
            </a:r>
            <a:endParaRPr sz="800" i="0" u="none" strike="noStrike" cap="none">
              <a:latin typeface="Salesforce Sans"/>
              <a:ea typeface="Salesforce Sans"/>
              <a:cs typeface="Salesforce Sans"/>
              <a:sym typeface="Salesforce Sans"/>
            </a:endParaRPr>
          </a:p>
        </p:txBody>
      </p:sp>
      <p:sp>
        <p:nvSpPr>
          <p:cNvPr id="6750" name="Google Shape;6750;p173"/>
          <p:cNvSpPr/>
          <p:nvPr/>
        </p:nvSpPr>
        <p:spPr>
          <a:xfrm>
            <a:off x="15557918" y="3282385"/>
            <a:ext cx="91800" cy="864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51" name="Google Shape;6751;p173"/>
          <p:cNvSpPr/>
          <p:nvPr/>
        </p:nvSpPr>
        <p:spPr>
          <a:xfrm>
            <a:off x="15557918" y="3283291"/>
            <a:ext cx="912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752" name="Google Shape;6752;p173"/>
          <p:cNvSpPr txBox="1"/>
          <p:nvPr/>
        </p:nvSpPr>
        <p:spPr>
          <a:xfrm>
            <a:off x="15698457" y="423007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Content Design &amp; Delivery</a:t>
            </a:r>
            <a:endParaRPr sz="800" i="0" u="none" strike="noStrike" cap="none">
              <a:latin typeface="Salesforce Sans"/>
              <a:ea typeface="Salesforce Sans"/>
              <a:cs typeface="Salesforce Sans"/>
              <a:sym typeface="Salesforce Sans"/>
            </a:endParaRPr>
          </a:p>
        </p:txBody>
      </p:sp>
      <p:sp>
        <p:nvSpPr>
          <p:cNvPr id="6753" name="Google Shape;6753;p173"/>
          <p:cNvSpPr/>
          <p:nvPr/>
        </p:nvSpPr>
        <p:spPr>
          <a:xfrm>
            <a:off x="15557918" y="424575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54" name="Google Shape;6754;p173"/>
          <p:cNvSpPr/>
          <p:nvPr/>
        </p:nvSpPr>
        <p:spPr>
          <a:xfrm>
            <a:off x="15557918" y="4247141"/>
            <a:ext cx="912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755" name="Google Shape;6755;p173"/>
          <p:cNvSpPr txBox="1"/>
          <p:nvPr/>
        </p:nvSpPr>
        <p:spPr>
          <a:xfrm>
            <a:off x="15698457" y="437992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Management</a:t>
            </a:r>
            <a:endParaRPr sz="800" i="0" u="none" strike="noStrike" cap="none">
              <a:latin typeface="Salesforce Sans"/>
              <a:ea typeface="Salesforce Sans"/>
              <a:cs typeface="Salesforce Sans"/>
              <a:sym typeface="Salesforce Sans"/>
            </a:endParaRPr>
          </a:p>
        </p:txBody>
      </p:sp>
      <p:sp>
        <p:nvSpPr>
          <p:cNvPr id="6756" name="Google Shape;6756;p173"/>
          <p:cNvSpPr/>
          <p:nvPr/>
        </p:nvSpPr>
        <p:spPr>
          <a:xfrm>
            <a:off x="15557918" y="4395601"/>
            <a:ext cx="91800" cy="915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57" name="Google Shape;6757;p173"/>
          <p:cNvSpPr/>
          <p:nvPr/>
        </p:nvSpPr>
        <p:spPr>
          <a:xfrm>
            <a:off x="15557918" y="4388451"/>
            <a:ext cx="91200" cy="834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758" name="Google Shape;6758;p173"/>
          <p:cNvSpPr txBox="1"/>
          <p:nvPr/>
        </p:nvSpPr>
        <p:spPr>
          <a:xfrm>
            <a:off x="15698457" y="4865766"/>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Payroll &amp; Vacation Monitoring</a:t>
            </a:r>
            <a:endParaRPr sz="800" i="0" u="none" strike="noStrike" cap="none">
              <a:latin typeface="Salesforce Sans"/>
              <a:ea typeface="Salesforce Sans"/>
              <a:cs typeface="Salesforce Sans"/>
              <a:sym typeface="Salesforce Sans"/>
            </a:endParaRPr>
          </a:p>
        </p:txBody>
      </p:sp>
      <p:sp>
        <p:nvSpPr>
          <p:cNvPr id="6759" name="Google Shape;6759;p173"/>
          <p:cNvSpPr/>
          <p:nvPr/>
        </p:nvSpPr>
        <p:spPr>
          <a:xfrm>
            <a:off x="15557918" y="4881445"/>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0" name="Google Shape;6760;p173"/>
          <p:cNvSpPr/>
          <p:nvPr/>
        </p:nvSpPr>
        <p:spPr>
          <a:xfrm>
            <a:off x="15557918" y="4881445"/>
            <a:ext cx="91800" cy="915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1" name="Google Shape;6761;p173"/>
          <p:cNvSpPr txBox="1"/>
          <p:nvPr/>
        </p:nvSpPr>
        <p:spPr>
          <a:xfrm>
            <a:off x="15698457" y="533177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sz="800" i="0" u="none" strike="noStrike" cap="none">
              <a:latin typeface="Salesforce Sans"/>
              <a:ea typeface="Salesforce Sans"/>
              <a:cs typeface="Salesforce Sans"/>
              <a:sym typeface="Salesforce Sans"/>
            </a:endParaRPr>
          </a:p>
        </p:txBody>
      </p:sp>
      <p:sp>
        <p:nvSpPr>
          <p:cNvPr id="6762" name="Google Shape;6762;p173"/>
          <p:cNvSpPr/>
          <p:nvPr/>
        </p:nvSpPr>
        <p:spPr>
          <a:xfrm>
            <a:off x="15557918" y="534745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3" name="Google Shape;6763;p173"/>
          <p:cNvSpPr/>
          <p:nvPr/>
        </p:nvSpPr>
        <p:spPr>
          <a:xfrm>
            <a:off x="15557918" y="5347445"/>
            <a:ext cx="91800" cy="915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4" name="Google Shape;6764;p173"/>
          <p:cNvSpPr txBox="1"/>
          <p:nvPr/>
        </p:nvSpPr>
        <p:spPr>
          <a:xfrm>
            <a:off x="15698457" y="548162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Performance Tracking</a:t>
            </a:r>
            <a:endParaRPr sz="800" i="0" u="none" strike="noStrike" cap="none">
              <a:latin typeface="Salesforce Sans"/>
              <a:ea typeface="Salesforce Sans"/>
              <a:cs typeface="Salesforce Sans"/>
              <a:sym typeface="Salesforce Sans"/>
            </a:endParaRPr>
          </a:p>
        </p:txBody>
      </p:sp>
      <p:sp>
        <p:nvSpPr>
          <p:cNvPr id="6765" name="Google Shape;6765;p173"/>
          <p:cNvSpPr/>
          <p:nvPr/>
        </p:nvSpPr>
        <p:spPr>
          <a:xfrm>
            <a:off x="15557918" y="5497301"/>
            <a:ext cx="91800" cy="915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6" name="Google Shape;6766;p173"/>
          <p:cNvSpPr/>
          <p:nvPr/>
        </p:nvSpPr>
        <p:spPr>
          <a:xfrm>
            <a:off x="15557918" y="5490825"/>
            <a:ext cx="91200" cy="83400"/>
          </a:xfrm>
          <a:prstGeom prst="ellipse">
            <a:avLst/>
          </a:prstGeom>
          <a:solidFill>
            <a:srgbClr val="F6922C"/>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767" name="Google Shape;6767;p173"/>
          <p:cNvSpPr txBox="1"/>
          <p:nvPr/>
        </p:nvSpPr>
        <p:spPr>
          <a:xfrm>
            <a:off x="15698457" y="6587087"/>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6768" name="Google Shape;6768;p173"/>
          <p:cNvSpPr/>
          <p:nvPr/>
        </p:nvSpPr>
        <p:spPr>
          <a:xfrm>
            <a:off x="15557918" y="6678968"/>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69" name="Google Shape;6769;p173"/>
          <p:cNvSpPr/>
          <p:nvPr/>
        </p:nvSpPr>
        <p:spPr>
          <a:xfrm>
            <a:off x="15557918" y="6617473"/>
            <a:ext cx="91800" cy="915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70" name="Google Shape;6770;p173"/>
          <p:cNvSpPr/>
          <p:nvPr/>
        </p:nvSpPr>
        <p:spPr>
          <a:xfrm>
            <a:off x="14438150" y="8485747"/>
            <a:ext cx="1164900" cy="615600"/>
          </a:xfrm>
          <a:prstGeom prst="rect">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Partner / </a:t>
            </a:r>
            <a:r>
              <a:rPr lang="en" sz="900" b="1">
                <a:solidFill>
                  <a:srgbClr val="066AFE"/>
                </a:solidFill>
                <a:latin typeface="Salesforce Sans"/>
                <a:ea typeface="Salesforce Sans"/>
                <a:cs typeface="Salesforce Sans"/>
                <a:sym typeface="Salesforce Sans"/>
              </a:rPr>
              <a:t>W</a:t>
            </a:r>
            <a:r>
              <a:rPr lang="en" sz="900" b="1" i="0" u="none" strike="noStrike" cap="none">
                <a:solidFill>
                  <a:srgbClr val="066AFE"/>
                </a:solidFill>
                <a:latin typeface="Salesforce Sans"/>
                <a:ea typeface="Salesforce Sans"/>
                <a:cs typeface="Salesforce Sans"/>
                <a:sym typeface="Salesforce Sans"/>
              </a:rPr>
              <a:t>holesaler </a:t>
            </a:r>
            <a:r>
              <a:rPr lang="en" sz="900" b="1">
                <a:solidFill>
                  <a:srgbClr val="066AFE"/>
                </a:solidFill>
                <a:latin typeface="Salesforce Sans"/>
                <a:ea typeface="Salesforce Sans"/>
                <a:cs typeface="Salesforce Sans"/>
                <a:sym typeface="Salesforce Sans"/>
              </a:rPr>
              <a:t>O</a:t>
            </a:r>
            <a:r>
              <a:rPr lang="en" sz="900" b="1" i="0" u="none" strike="noStrike" cap="none">
                <a:solidFill>
                  <a:srgbClr val="066AFE"/>
                </a:solidFill>
                <a:latin typeface="Salesforce Sans"/>
                <a:ea typeface="Salesforce Sans"/>
                <a:cs typeface="Salesforce Sans"/>
                <a:sym typeface="Salesforce Sans"/>
              </a:rPr>
              <a:t>nboarding and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upport </a:t>
            </a:r>
            <a:br>
              <a:rPr lang="en" sz="900" b="1" i="0" u="none" strike="noStrike" cap="none">
                <a:solidFill>
                  <a:srgbClr val="066AFE"/>
                </a:solidFill>
                <a:latin typeface="Salesforce Sans"/>
                <a:ea typeface="Salesforce Sans"/>
                <a:cs typeface="Salesforce Sans"/>
                <a:sym typeface="Salesforce Sans"/>
              </a:rPr>
            </a:br>
            <a:endParaRPr sz="900" b="1" i="0" u="none" strike="noStrike" cap="none">
              <a:solidFill>
                <a:srgbClr val="066AFE"/>
              </a:solidFill>
              <a:latin typeface="Salesforce Sans"/>
              <a:ea typeface="Salesforce Sans"/>
              <a:cs typeface="Salesforce Sans"/>
              <a:sym typeface="Salesforce Sans"/>
            </a:endParaRPr>
          </a:p>
        </p:txBody>
      </p:sp>
      <p:sp>
        <p:nvSpPr>
          <p:cNvPr id="6771" name="Google Shape;6771;p173"/>
          <p:cNvSpPr txBox="1"/>
          <p:nvPr/>
        </p:nvSpPr>
        <p:spPr>
          <a:xfrm>
            <a:off x="15698457" y="8928655"/>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6772" name="Google Shape;6772;p173"/>
          <p:cNvSpPr txBox="1"/>
          <p:nvPr/>
        </p:nvSpPr>
        <p:spPr>
          <a:xfrm>
            <a:off x="15698457" y="84754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Partner Onboarding</a:t>
            </a:r>
            <a:endParaRPr sz="2800" i="0" u="none" strike="noStrike" cap="none">
              <a:latin typeface="Salesforce Sans"/>
              <a:ea typeface="Salesforce Sans"/>
              <a:cs typeface="Salesforce Sans"/>
              <a:sym typeface="Salesforce Sans"/>
            </a:endParaRPr>
          </a:p>
        </p:txBody>
      </p:sp>
      <p:sp>
        <p:nvSpPr>
          <p:cNvPr id="6773" name="Google Shape;6773;p173"/>
          <p:cNvSpPr txBox="1"/>
          <p:nvPr/>
        </p:nvSpPr>
        <p:spPr>
          <a:xfrm>
            <a:off x="15698457" y="862649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Partner Support</a:t>
            </a:r>
            <a:endParaRPr sz="2800" i="0" u="none" strike="noStrike" cap="none">
              <a:latin typeface="Salesforce Sans"/>
              <a:ea typeface="Salesforce Sans"/>
              <a:cs typeface="Salesforce Sans"/>
              <a:sym typeface="Salesforce Sans"/>
            </a:endParaRPr>
          </a:p>
        </p:txBody>
      </p:sp>
      <p:sp>
        <p:nvSpPr>
          <p:cNvPr id="6774" name="Google Shape;6774;p173"/>
          <p:cNvSpPr txBox="1"/>
          <p:nvPr/>
        </p:nvSpPr>
        <p:spPr>
          <a:xfrm>
            <a:off x="15698457" y="8777573"/>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Procurement &amp; Vendor Management</a:t>
            </a:r>
            <a:endParaRPr sz="800" i="0" u="none" strike="noStrike" cap="none">
              <a:latin typeface="Salesforce Sans"/>
              <a:ea typeface="Salesforce Sans"/>
              <a:cs typeface="Salesforce Sans"/>
              <a:sym typeface="Salesforce Sans"/>
            </a:endParaRPr>
          </a:p>
        </p:txBody>
      </p:sp>
      <p:sp>
        <p:nvSpPr>
          <p:cNvPr id="6775" name="Google Shape;6775;p173"/>
          <p:cNvSpPr/>
          <p:nvPr/>
        </p:nvSpPr>
        <p:spPr>
          <a:xfrm>
            <a:off x="14438141" y="9122238"/>
            <a:ext cx="1022400" cy="42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66AFE"/>
                </a:solidFill>
                <a:latin typeface="Salesforce Sans"/>
                <a:ea typeface="Salesforce Sans"/>
                <a:cs typeface="Salesforce Sans"/>
                <a:sym typeface="Salesforce Sans"/>
              </a:rPr>
              <a:t>Supplier </a:t>
            </a:r>
            <a:r>
              <a:rPr lang="en" sz="900" b="1">
                <a:solidFill>
                  <a:srgbClr val="066AFE"/>
                </a:solidFill>
                <a:latin typeface="Salesforce Sans"/>
                <a:ea typeface="Salesforce Sans"/>
                <a:cs typeface="Salesforce Sans"/>
                <a:sym typeface="Salesforce Sans"/>
              </a:rPr>
              <a:t>O</a:t>
            </a:r>
            <a:r>
              <a:rPr lang="en" sz="900" b="1" i="0" u="none" strike="noStrike" cap="none">
                <a:solidFill>
                  <a:srgbClr val="066AFE"/>
                </a:solidFill>
                <a:latin typeface="Salesforce Sans"/>
                <a:ea typeface="Salesforce Sans"/>
                <a:cs typeface="Salesforce Sans"/>
                <a:sym typeface="Salesforce Sans"/>
              </a:rPr>
              <a:t>nboarding and </a:t>
            </a:r>
            <a:r>
              <a:rPr lang="en" sz="900" b="1">
                <a:solidFill>
                  <a:srgbClr val="066AFE"/>
                </a:solidFill>
                <a:latin typeface="Salesforce Sans"/>
                <a:ea typeface="Salesforce Sans"/>
                <a:cs typeface="Salesforce Sans"/>
                <a:sym typeface="Salesforce Sans"/>
              </a:rPr>
              <a:t>S</a:t>
            </a:r>
            <a:r>
              <a:rPr lang="en" sz="900" b="1" i="0" u="none" strike="noStrike" cap="none">
                <a:solidFill>
                  <a:srgbClr val="066AFE"/>
                </a:solidFill>
                <a:latin typeface="Salesforce Sans"/>
                <a:ea typeface="Salesforce Sans"/>
                <a:cs typeface="Salesforce Sans"/>
                <a:sym typeface="Salesforce Sans"/>
              </a:rPr>
              <a:t>upport </a:t>
            </a:r>
            <a:endParaRPr sz="900" b="1" i="0" u="none" strike="noStrike" cap="none">
              <a:solidFill>
                <a:srgbClr val="066AFE"/>
              </a:solidFill>
              <a:latin typeface="Salesforce Sans"/>
              <a:ea typeface="Salesforce Sans"/>
              <a:cs typeface="Salesforce Sans"/>
              <a:sym typeface="Salesforce Sans"/>
            </a:endParaRPr>
          </a:p>
        </p:txBody>
      </p:sp>
      <p:sp>
        <p:nvSpPr>
          <p:cNvPr id="6776" name="Google Shape;6776;p173"/>
          <p:cNvSpPr txBox="1"/>
          <p:nvPr/>
        </p:nvSpPr>
        <p:spPr>
          <a:xfrm>
            <a:off x="15698457" y="9122821"/>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lang="en" sz="800" i="0" u="none" strike="noStrike" cap="none">
                <a:latin typeface="Salesforce Sans"/>
                <a:ea typeface="Salesforce Sans"/>
                <a:cs typeface="Salesforce Sans"/>
                <a:sym typeface="Salesforce Sans"/>
              </a:rPr>
              <a:t>nablement</a:t>
            </a:r>
            <a:endParaRPr sz="2800" i="0" u="none" strike="noStrike" cap="none">
              <a:latin typeface="Salesforce Sans"/>
              <a:ea typeface="Salesforce Sans"/>
              <a:cs typeface="Salesforce Sans"/>
              <a:sym typeface="Salesforce Sans"/>
            </a:endParaRPr>
          </a:p>
        </p:txBody>
      </p:sp>
      <p:sp>
        <p:nvSpPr>
          <p:cNvPr id="6777" name="Google Shape;6777;p173"/>
          <p:cNvSpPr txBox="1"/>
          <p:nvPr/>
        </p:nvSpPr>
        <p:spPr>
          <a:xfrm>
            <a:off x="15698457" y="9452482"/>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i="0" u="none" strike="noStrike" cap="non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lang="en" sz="800" i="0" u="none" strike="noStrike" cap="none">
                <a:latin typeface="Salesforce Sans"/>
                <a:ea typeface="Salesforce Sans"/>
                <a:cs typeface="Salesforce Sans"/>
                <a:sym typeface="Salesforce Sans"/>
              </a:rPr>
              <a:t>anagement</a:t>
            </a:r>
            <a:endParaRPr sz="2800" i="0" u="none" strike="noStrike" cap="none">
              <a:latin typeface="Salesforce Sans"/>
              <a:ea typeface="Salesforce Sans"/>
              <a:cs typeface="Salesforce Sans"/>
              <a:sym typeface="Salesforce Sans"/>
            </a:endParaRPr>
          </a:p>
        </p:txBody>
      </p:sp>
      <p:sp>
        <p:nvSpPr>
          <p:cNvPr id="6778" name="Google Shape;6778;p173"/>
          <p:cNvSpPr txBox="1"/>
          <p:nvPr/>
        </p:nvSpPr>
        <p:spPr>
          <a:xfrm>
            <a:off x="15698457" y="9283109"/>
            <a:ext cx="2185200" cy="128100"/>
          </a:xfrm>
          <a:prstGeom prst="rect">
            <a:avLst/>
          </a:prstGeom>
          <a:noFill/>
          <a:ln>
            <a:noFill/>
          </a:ln>
        </p:spPr>
        <p:txBody>
          <a:bodyPr spcFirstLastPara="1" wrap="square" lIns="4950" tIns="4950" rIns="4950" bIns="0" anchor="ctr" anchorCtr="0">
            <a:spAutoFit/>
          </a:bodyPr>
          <a:lstStyle/>
          <a:p>
            <a:pPr marL="0" marR="0" lvl="0" indent="0" algn="l" rtl="0">
              <a:lnSpc>
                <a:spcPct val="115000"/>
              </a:lnSpc>
              <a:spcBef>
                <a:spcPts val="0"/>
              </a:spcBef>
              <a:spcAft>
                <a:spcPts val="0"/>
              </a:spcAft>
              <a:buClr>
                <a:srgbClr val="002775"/>
              </a:buClr>
              <a:buSzPts val="2200"/>
              <a:buFont typeface="Arial"/>
              <a:buNone/>
            </a:pPr>
            <a:r>
              <a:rPr lang="en" sz="800" i="0" u="none" strike="noStrike" cap="none">
                <a:latin typeface="Salesforce Sans"/>
                <a:ea typeface="Salesforce Sans"/>
                <a:cs typeface="Salesforce Sans"/>
                <a:sym typeface="Salesforce Sans"/>
              </a:rPr>
              <a:t>Supplier Onboarding</a:t>
            </a:r>
            <a:endParaRPr sz="2800" i="0" u="none" strike="noStrike" cap="none">
              <a:latin typeface="Salesforce Sans"/>
              <a:ea typeface="Salesforce Sans"/>
              <a:cs typeface="Salesforce Sans"/>
              <a:sym typeface="Salesforce Sans"/>
            </a:endParaRPr>
          </a:p>
        </p:txBody>
      </p:sp>
      <p:sp>
        <p:nvSpPr>
          <p:cNvPr id="6779" name="Google Shape;6779;p173"/>
          <p:cNvSpPr/>
          <p:nvPr/>
        </p:nvSpPr>
        <p:spPr>
          <a:xfrm>
            <a:off x="15557918" y="8591243"/>
            <a:ext cx="91800" cy="86400"/>
          </a:xfrm>
          <a:prstGeom prst="ellipse">
            <a:avLst/>
          </a:prstGeom>
          <a:no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780" name="Google Shape;6780;p173"/>
          <p:cNvSpPr txBox="1"/>
          <p:nvPr/>
        </p:nvSpPr>
        <p:spPr>
          <a:xfrm>
            <a:off x="13238352" y="1521600"/>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781" name="Google Shape;6781;p173"/>
          <p:cNvSpPr txBox="1"/>
          <p:nvPr/>
        </p:nvSpPr>
        <p:spPr>
          <a:xfrm>
            <a:off x="14438120" y="1521600"/>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782" name="Google Shape;6782;p173"/>
          <p:cNvGrpSpPr/>
          <p:nvPr/>
        </p:nvGrpSpPr>
        <p:grpSpPr>
          <a:xfrm>
            <a:off x="13258005" y="1867456"/>
            <a:ext cx="952525" cy="449700"/>
            <a:chOff x="755165" y="1905021"/>
            <a:chExt cx="1322400" cy="449700"/>
          </a:xfrm>
        </p:grpSpPr>
        <p:sp>
          <p:nvSpPr>
            <p:cNvPr id="6783" name="Google Shape;6783;p173"/>
            <p:cNvSpPr/>
            <p:nvPr/>
          </p:nvSpPr>
          <p:spPr>
            <a:xfrm>
              <a:off x="755165" y="1905021"/>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784" name="Google Shape;6784;p173"/>
            <p:cNvSpPr txBox="1"/>
            <p:nvPr/>
          </p:nvSpPr>
          <p:spPr>
            <a:xfrm>
              <a:off x="888815" y="2067471"/>
              <a:ext cx="1055100" cy="124800"/>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785" name="Google Shape;6785;p173"/>
          <p:cNvSpPr txBox="1"/>
          <p:nvPr/>
        </p:nvSpPr>
        <p:spPr>
          <a:xfrm>
            <a:off x="15696982" y="1521600"/>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786" name="Google Shape;6786;p173"/>
          <p:cNvSpPr txBox="1"/>
          <p:nvPr/>
        </p:nvSpPr>
        <p:spPr>
          <a:xfrm>
            <a:off x="14438140" y="1843250"/>
            <a:ext cx="11052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Data Engineering Processing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6787" name="Google Shape;6787;p173"/>
          <p:cNvGrpSpPr/>
          <p:nvPr/>
        </p:nvGrpSpPr>
        <p:grpSpPr>
          <a:xfrm>
            <a:off x="13258005" y="3001220"/>
            <a:ext cx="952525" cy="449700"/>
            <a:chOff x="755165" y="1856649"/>
            <a:chExt cx="1322400" cy="449700"/>
          </a:xfrm>
        </p:grpSpPr>
        <p:sp>
          <p:nvSpPr>
            <p:cNvPr id="6788" name="Google Shape;6788;p173"/>
            <p:cNvSpPr/>
            <p:nvPr/>
          </p:nvSpPr>
          <p:spPr>
            <a:xfrm>
              <a:off x="755165" y="1856649"/>
              <a:ext cx="13224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789" name="Google Shape;6789;p173"/>
            <p:cNvSpPr txBox="1"/>
            <p:nvPr/>
          </p:nvSpPr>
          <p:spPr>
            <a:xfrm>
              <a:off x="888815" y="2019099"/>
              <a:ext cx="1055100" cy="1248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matchingName="Industry_Manufacturing">
  <p:cSld name="TITLE_AND_BODY_5_1_1_1_1_1_2">
    <p:spTree>
      <p:nvGrpSpPr>
        <p:cNvPr id="1" name="Shape 6790"/>
        <p:cNvGrpSpPr/>
        <p:nvPr/>
      </p:nvGrpSpPr>
      <p:grpSpPr>
        <a:xfrm>
          <a:off x="0" y="0"/>
          <a:ext cx="0" cy="0"/>
          <a:chOff x="0" y="0"/>
          <a:chExt cx="0" cy="0"/>
        </a:xfrm>
      </p:grpSpPr>
      <p:sp>
        <p:nvSpPr>
          <p:cNvPr id="6791" name="Google Shape;6791;p174"/>
          <p:cNvSpPr txBox="1"/>
          <p:nvPr/>
        </p:nvSpPr>
        <p:spPr>
          <a:xfrm>
            <a:off x="270000" y="228600"/>
            <a:ext cx="17748000" cy="5127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6792" name="Google Shape;6792;p174"/>
          <p:cNvGrpSpPr/>
          <p:nvPr/>
        </p:nvGrpSpPr>
        <p:grpSpPr>
          <a:xfrm>
            <a:off x="5987400" y="703350"/>
            <a:ext cx="6313200" cy="307800"/>
            <a:chOff x="22663550" y="1349273"/>
            <a:chExt cx="6313200" cy="307800"/>
          </a:xfrm>
        </p:grpSpPr>
        <p:grpSp>
          <p:nvGrpSpPr>
            <p:cNvPr id="6793" name="Google Shape;6793;p174"/>
            <p:cNvGrpSpPr/>
            <p:nvPr/>
          </p:nvGrpSpPr>
          <p:grpSpPr>
            <a:xfrm>
              <a:off x="22663550" y="1349273"/>
              <a:ext cx="6313200" cy="307800"/>
              <a:chOff x="11238000" y="958400"/>
              <a:chExt cx="6313200" cy="307800"/>
            </a:xfrm>
          </p:grpSpPr>
          <p:sp>
            <p:nvSpPr>
              <p:cNvPr id="6794" name="Google Shape;6794;p174"/>
              <p:cNvSpPr/>
              <p:nvPr/>
            </p:nvSpPr>
            <p:spPr>
              <a:xfrm>
                <a:off x="11238000" y="959900"/>
                <a:ext cx="6313200" cy="304800"/>
              </a:xfrm>
              <a:prstGeom prst="roundRect">
                <a:avLst>
                  <a:gd name="adj" fmla="val 16667"/>
                </a:avLst>
              </a:prstGeom>
              <a:solidFill>
                <a:srgbClr val="EAF5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lesforce Sans"/>
                  <a:ea typeface="Salesforce Sans"/>
                  <a:cs typeface="Salesforce Sans"/>
                  <a:sym typeface="Salesforce Sans"/>
                </a:endParaRPr>
              </a:p>
            </p:txBody>
          </p:sp>
          <p:sp>
            <p:nvSpPr>
              <p:cNvPr id="6795" name="Google Shape;6795;p174"/>
              <p:cNvSpPr/>
              <p:nvPr/>
            </p:nvSpPr>
            <p:spPr>
              <a:xfrm>
                <a:off x="11390145" y="1039400"/>
                <a:ext cx="146400" cy="145800"/>
              </a:xfrm>
              <a:prstGeom prst="ellipse">
                <a:avLst/>
              </a:prstGeom>
              <a:solidFill>
                <a:srgbClr val="06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796" name="Google Shape;6796;p174"/>
              <p:cNvSpPr/>
              <p:nvPr/>
            </p:nvSpPr>
            <p:spPr>
              <a:xfrm>
                <a:off x="15110612" y="1039400"/>
                <a:ext cx="146400" cy="1458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797" name="Google Shape;6797;p174"/>
              <p:cNvSpPr/>
              <p:nvPr/>
            </p:nvSpPr>
            <p:spPr>
              <a:xfrm>
                <a:off x="12895687" y="1039400"/>
                <a:ext cx="146400" cy="145800"/>
              </a:xfrm>
              <a:prstGeom prst="ellipse">
                <a:avLst/>
              </a:prstGeom>
              <a:solidFill>
                <a:srgbClr val="1AB9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798" name="Google Shape;6798;p174"/>
              <p:cNvSpPr/>
              <p:nvPr/>
            </p:nvSpPr>
            <p:spPr>
              <a:xfrm>
                <a:off x="16605176" y="1039400"/>
                <a:ext cx="146400" cy="145800"/>
              </a:xfrm>
              <a:prstGeom prst="ellipse">
                <a:avLst/>
              </a:prstGeom>
              <a:solidFill>
                <a:srgbClr val="F38303"/>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2600" i="0" u="none" strike="noStrike" cap="none">
                  <a:solidFill>
                    <a:srgbClr val="FFFFFF"/>
                  </a:solidFill>
                  <a:latin typeface="Salesforce Sans"/>
                  <a:ea typeface="Salesforce Sans"/>
                  <a:cs typeface="Salesforce Sans"/>
                  <a:sym typeface="Salesforce Sans"/>
                </a:endParaRPr>
              </a:p>
            </p:txBody>
          </p:sp>
          <p:sp>
            <p:nvSpPr>
              <p:cNvPr id="6799" name="Google Shape;6799;p174"/>
              <p:cNvSpPr/>
              <p:nvPr/>
            </p:nvSpPr>
            <p:spPr>
              <a:xfrm>
                <a:off x="13031244" y="989150"/>
                <a:ext cx="27267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800" name="Google Shape;6800;p174"/>
              <p:cNvSpPr/>
              <p:nvPr/>
            </p:nvSpPr>
            <p:spPr>
              <a:xfrm>
                <a:off x="15260068" y="958400"/>
                <a:ext cx="1481400" cy="30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801" name="Google Shape;6801;p174"/>
              <p:cNvSpPr/>
              <p:nvPr/>
            </p:nvSpPr>
            <p:spPr>
              <a:xfrm>
                <a:off x="11547549" y="980450"/>
                <a:ext cx="1846800" cy="263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802" name="Google Shape;6802;p174"/>
            <p:cNvSpPr txBox="1"/>
            <p:nvPr/>
          </p:nvSpPr>
          <p:spPr>
            <a:xfrm>
              <a:off x="28232448" y="1423675"/>
              <a:ext cx="576000" cy="159000"/>
            </a:xfrm>
            <a:prstGeom prst="rect">
              <a:avLst/>
            </a:prstGeom>
            <a:noFill/>
            <a:ln>
              <a:noFill/>
            </a:ln>
          </p:spPr>
          <p:txBody>
            <a:bodyPr spcFirstLastPara="1" wrap="square" lIns="4950" tIns="4950" rIns="4950" bIns="0" anchor="ctr" anchorCtr="0">
              <a:noAutofit/>
            </a:bodyPr>
            <a:lstStyle/>
            <a:p>
              <a:pPr marL="0" marR="0" lvl="0" indent="0" algn="l" rtl="0">
                <a:lnSpc>
                  <a:spcPct val="100000"/>
                </a:lnSpc>
                <a:spcBef>
                  <a:spcPts val="0"/>
                </a:spcBef>
                <a:spcAft>
                  <a:spcPts val="0"/>
                </a:spcAft>
                <a:buClr>
                  <a:srgbClr val="002775"/>
                </a:buClr>
                <a:buSzPts val="2800"/>
                <a:buFont typeface="Arial"/>
                <a:buNone/>
              </a:pPr>
              <a:r>
                <a:rPr lang="en" sz="1000" i="0" u="none" strike="noStrike" cap="none">
                  <a:solidFill>
                    <a:srgbClr val="002775"/>
                  </a:solidFill>
                  <a:latin typeface="Salesforce Sans"/>
                  <a:ea typeface="Salesforce Sans"/>
                  <a:cs typeface="Salesforce Sans"/>
                  <a:sym typeface="Salesforce Sans"/>
                </a:rPr>
                <a:t>Partner*</a:t>
              </a:r>
              <a:endParaRPr sz="1000" i="0" u="none" strike="noStrike" cap="none">
                <a:solidFill>
                  <a:srgbClr val="000000"/>
                </a:solidFill>
                <a:latin typeface="Salesforce Sans"/>
                <a:ea typeface="Salesforce Sans"/>
                <a:cs typeface="Salesforce Sans"/>
                <a:sym typeface="Salesforce Sans"/>
              </a:endParaRPr>
            </a:p>
          </p:txBody>
        </p:sp>
      </p:grpSp>
      <p:grpSp>
        <p:nvGrpSpPr>
          <p:cNvPr id="6803" name="Google Shape;6803;p174"/>
          <p:cNvGrpSpPr/>
          <p:nvPr/>
        </p:nvGrpSpPr>
        <p:grpSpPr>
          <a:xfrm>
            <a:off x="1451611" y="1113234"/>
            <a:ext cx="5688463" cy="8985603"/>
            <a:chOff x="800611" y="1189434"/>
            <a:chExt cx="5688463" cy="8985603"/>
          </a:xfrm>
        </p:grpSpPr>
        <p:sp>
          <p:nvSpPr>
            <p:cNvPr id="6804" name="Google Shape;6804;p174"/>
            <p:cNvSpPr txBox="1"/>
            <p:nvPr/>
          </p:nvSpPr>
          <p:spPr>
            <a:xfrm>
              <a:off x="2000372" y="8385118"/>
              <a:ext cx="868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Asset Service Estimation</a:t>
              </a:r>
              <a:endParaRPr sz="800" b="1" i="0" u="none" strike="noStrike" cap="none">
                <a:solidFill>
                  <a:srgbClr val="086AFE"/>
                </a:solidFill>
                <a:latin typeface="Salesforce Sans"/>
                <a:ea typeface="Salesforce Sans"/>
                <a:cs typeface="Salesforce Sans"/>
                <a:sym typeface="Salesforce Sans"/>
              </a:endParaRPr>
            </a:p>
          </p:txBody>
        </p:sp>
        <p:sp>
          <p:nvSpPr>
            <p:cNvPr id="6805" name="Google Shape;6805;p174"/>
            <p:cNvSpPr txBox="1"/>
            <p:nvPr/>
          </p:nvSpPr>
          <p:spPr>
            <a:xfrm>
              <a:off x="2000372" y="2792202"/>
              <a:ext cx="8766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Testing &amp; Validation </a:t>
              </a:r>
              <a:endParaRPr sz="800" b="1" i="0" u="none" strike="noStrike" cap="none">
                <a:solidFill>
                  <a:srgbClr val="086AFE"/>
                </a:solidFill>
                <a:latin typeface="Salesforce Sans"/>
                <a:ea typeface="Salesforce Sans"/>
                <a:cs typeface="Salesforce Sans"/>
                <a:sym typeface="Salesforce Sans"/>
              </a:endParaRPr>
            </a:p>
          </p:txBody>
        </p:sp>
        <p:sp>
          <p:nvSpPr>
            <p:cNvPr id="6806" name="Google Shape;6806;p174"/>
            <p:cNvSpPr txBox="1"/>
            <p:nvPr/>
          </p:nvSpPr>
          <p:spPr>
            <a:xfrm>
              <a:off x="2000372" y="2031501"/>
              <a:ext cx="8766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Design </a:t>
              </a:r>
              <a:endParaRPr sz="800" b="1" i="0" u="none" strike="noStrike" cap="none">
                <a:solidFill>
                  <a:srgbClr val="086AFE"/>
                </a:solidFill>
                <a:latin typeface="Salesforce Sans"/>
                <a:ea typeface="Salesforce Sans"/>
                <a:cs typeface="Salesforce Sans"/>
                <a:sym typeface="Salesforce Sans"/>
              </a:endParaRPr>
            </a:p>
          </p:txBody>
        </p:sp>
        <p:sp>
          <p:nvSpPr>
            <p:cNvPr id="6807" name="Google Shape;6807;p174"/>
            <p:cNvSpPr txBox="1"/>
            <p:nvPr/>
          </p:nvSpPr>
          <p:spPr>
            <a:xfrm>
              <a:off x="2000372" y="9749038"/>
              <a:ext cx="8418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Asset Service Work Order Management</a:t>
              </a:r>
              <a:endParaRPr sz="800" b="1" i="0" u="none" strike="noStrike" cap="none">
                <a:solidFill>
                  <a:srgbClr val="086AFE"/>
                </a:solidFill>
                <a:latin typeface="Salesforce Sans"/>
                <a:ea typeface="Salesforce Sans"/>
                <a:cs typeface="Salesforce Sans"/>
                <a:sym typeface="Salesforce Sans"/>
              </a:endParaRPr>
            </a:p>
          </p:txBody>
        </p:sp>
        <p:sp>
          <p:nvSpPr>
            <p:cNvPr id="6808" name="Google Shape;6808;p174"/>
            <p:cNvSpPr txBox="1"/>
            <p:nvPr/>
          </p:nvSpPr>
          <p:spPr>
            <a:xfrm>
              <a:off x="2000372" y="4634265"/>
              <a:ext cx="841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Hyper-personalized Marketing  Outreach </a:t>
              </a:r>
              <a:endParaRPr sz="800" b="1" i="0" u="none" strike="noStrike" cap="none">
                <a:solidFill>
                  <a:srgbClr val="086AFE"/>
                </a:solidFill>
                <a:latin typeface="Salesforce Sans"/>
                <a:ea typeface="Salesforce Sans"/>
                <a:cs typeface="Salesforce Sans"/>
                <a:sym typeface="Salesforce Sans"/>
              </a:endParaRPr>
            </a:p>
          </p:txBody>
        </p:sp>
        <p:sp>
          <p:nvSpPr>
            <p:cNvPr id="6809" name="Google Shape;6809;p174"/>
            <p:cNvSpPr txBox="1"/>
            <p:nvPr/>
          </p:nvSpPr>
          <p:spPr>
            <a:xfrm>
              <a:off x="2000372" y="6055539"/>
              <a:ext cx="8418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Product Upsell and Cross-Sell</a:t>
              </a:r>
              <a:endParaRPr sz="800" b="1" i="0" u="none" strike="noStrike" cap="none">
                <a:solidFill>
                  <a:srgbClr val="086AFE"/>
                </a:solidFill>
                <a:latin typeface="Salesforce Sans"/>
                <a:ea typeface="Salesforce Sans"/>
                <a:cs typeface="Salesforce Sans"/>
                <a:sym typeface="Salesforce Sans"/>
              </a:endParaRPr>
            </a:p>
          </p:txBody>
        </p:sp>
        <p:sp>
          <p:nvSpPr>
            <p:cNvPr id="6810" name="Google Shape;6810;p174"/>
            <p:cNvSpPr txBox="1"/>
            <p:nvPr/>
          </p:nvSpPr>
          <p:spPr>
            <a:xfrm>
              <a:off x="2000372" y="7448827"/>
              <a:ext cx="8418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Rebate</a:t>
              </a:r>
              <a:r>
                <a:rPr lang="en" sz="800" b="1">
                  <a:solidFill>
                    <a:srgbClr val="086AFE"/>
                  </a:solidFill>
                  <a:latin typeface="Salesforce Sans"/>
                  <a:ea typeface="Salesforce Sans"/>
                  <a:cs typeface="Salesforce Sans"/>
                  <a:sym typeface="Salesforce Sans"/>
                </a:rPr>
                <a:t> Management</a:t>
              </a:r>
              <a:endParaRPr sz="800" b="1" i="0" u="none" strike="noStrike" cap="none">
                <a:solidFill>
                  <a:srgbClr val="086AFE"/>
                </a:solidFill>
                <a:latin typeface="Salesforce Sans"/>
                <a:ea typeface="Salesforce Sans"/>
                <a:cs typeface="Salesforce Sans"/>
                <a:sym typeface="Salesforce Sans"/>
              </a:endParaRPr>
            </a:p>
          </p:txBody>
        </p:sp>
        <p:sp>
          <p:nvSpPr>
            <p:cNvPr id="6811" name="Google Shape;6811;p174"/>
            <p:cNvSpPr txBox="1"/>
            <p:nvPr/>
          </p:nvSpPr>
          <p:spPr>
            <a:xfrm>
              <a:off x="2000372" y="4004777"/>
              <a:ext cx="841800" cy="246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Lead Generation &amp; Management </a:t>
              </a:r>
              <a:endParaRPr sz="800" b="1" i="0" u="none" strike="noStrike" cap="none">
                <a:solidFill>
                  <a:srgbClr val="086AFE"/>
                </a:solidFill>
                <a:latin typeface="Salesforce Sans"/>
                <a:ea typeface="Salesforce Sans"/>
                <a:cs typeface="Salesforce Sans"/>
                <a:sym typeface="Salesforce Sans"/>
              </a:endParaRPr>
            </a:p>
          </p:txBody>
        </p:sp>
        <p:sp>
          <p:nvSpPr>
            <p:cNvPr id="6812" name="Google Shape;6812;p174"/>
            <p:cNvSpPr txBox="1"/>
            <p:nvPr/>
          </p:nvSpPr>
          <p:spPr>
            <a:xfrm>
              <a:off x="2000372" y="5274390"/>
              <a:ext cx="841800" cy="41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800" b="1" i="0" u="none" strike="noStrike" cap="none">
                  <a:solidFill>
                    <a:srgbClr val="086AFE"/>
                  </a:solidFill>
                  <a:latin typeface="Salesforce Sans"/>
                  <a:ea typeface="Salesforce Sans"/>
                  <a:cs typeface="Salesforce Sans"/>
                  <a:sym typeface="Salesforce Sans"/>
                </a:rPr>
                <a:t>Sales Agreement Configuration &amp; Mgmt. </a:t>
              </a:r>
              <a:endParaRPr sz="800" b="1" i="0" u="none" strike="noStrike" cap="none">
                <a:solidFill>
                  <a:srgbClr val="086AFE"/>
                </a:solidFill>
                <a:latin typeface="Salesforce Sans"/>
                <a:ea typeface="Salesforce Sans"/>
                <a:cs typeface="Salesforce Sans"/>
                <a:sym typeface="Salesforce Sans"/>
              </a:endParaRPr>
            </a:p>
          </p:txBody>
        </p:sp>
        <p:sp>
          <p:nvSpPr>
            <p:cNvPr id="6813" name="Google Shape;6813;p174"/>
            <p:cNvSpPr txBox="1"/>
            <p:nvPr/>
          </p:nvSpPr>
          <p:spPr>
            <a:xfrm>
              <a:off x="2000372" y="6823579"/>
              <a:ext cx="841800" cy="36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b="1">
                  <a:solidFill>
                    <a:srgbClr val="086AFE"/>
                  </a:solidFill>
                  <a:latin typeface="Salesforce Sans"/>
                  <a:ea typeface="Salesforce Sans"/>
                  <a:cs typeface="Salesforce Sans"/>
                  <a:sym typeface="Salesforce Sans"/>
                </a:rPr>
                <a:t>Channel</a:t>
              </a:r>
              <a:r>
                <a:rPr lang="en" sz="800" b="1" i="0" u="none" strike="noStrike" cap="none">
                  <a:solidFill>
                    <a:srgbClr val="086AFE"/>
                  </a:solidFill>
                  <a:latin typeface="Salesforce Sans"/>
                  <a:ea typeface="Salesforce Sans"/>
                  <a:cs typeface="Salesforce Sans"/>
                  <a:sym typeface="Salesforce Sans"/>
                </a:rPr>
                <a:t> /Partner  </a:t>
              </a:r>
              <a:r>
                <a:rPr lang="en" sz="800" b="1">
                  <a:solidFill>
                    <a:srgbClr val="086AFE"/>
                  </a:solidFill>
                  <a:latin typeface="Salesforce Sans"/>
                  <a:ea typeface="Salesforce Sans"/>
                  <a:cs typeface="Salesforce Sans"/>
                  <a:sym typeface="Salesforce Sans"/>
                </a:rPr>
                <a:t>Management</a:t>
              </a:r>
              <a:endParaRPr sz="800" b="1" i="0" u="none" strike="noStrike" cap="none">
                <a:solidFill>
                  <a:srgbClr val="086AFE"/>
                </a:solidFill>
                <a:latin typeface="Salesforce Sans"/>
                <a:ea typeface="Salesforce Sans"/>
                <a:cs typeface="Salesforce Sans"/>
                <a:sym typeface="Salesforce Sans"/>
              </a:endParaRPr>
            </a:p>
          </p:txBody>
        </p:sp>
        <p:sp>
          <p:nvSpPr>
            <p:cNvPr id="6814" name="Google Shape;6814;p174"/>
            <p:cNvSpPr txBox="1"/>
            <p:nvPr/>
          </p:nvSpPr>
          <p:spPr>
            <a:xfrm>
              <a:off x="3342383" y="2031995"/>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sz="800" i="0" u="none" strike="noStrike" cap="none">
                <a:latin typeface="Salesforce Sans"/>
                <a:ea typeface="Salesforce Sans"/>
                <a:cs typeface="Salesforce Sans"/>
                <a:sym typeface="Salesforce Sans"/>
              </a:endParaRPr>
            </a:p>
          </p:txBody>
        </p:sp>
        <p:sp>
          <p:nvSpPr>
            <p:cNvPr id="6815" name="Google Shape;6815;p174"/>
            <p:cNvSpPr txBox="1"/>
            <p:nvPr/>
          </p:nvSpPr>
          <p:spPr>
            <a:xfrm>
              <a:off x="3342383" y="218060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sz="800" i="0" u="none" strike="noStrike" cap="none">
                <a:latin typeface="Salesforce Sans"/>
                <a:ea typeface="Salesforce Sans"/>
                <a:cs typeface="Salesforce Sans"/>
                <a:sym typeface="Salesforce Sans"/>
              </a:endParaRPr>
            </a:p>
          </p:txBody>
        </p:sp>
        <p:sp>
          <p:nvSpPr>
            <p:cNvPr id="6816" name="Google Shape;6816;p174"/>
            <p:cNvSpPr txBox="1"/>
            <p:nvPr/>
          </p:nvSpPr>
          <p:spPr>
            <a:xfrm>
              <a:off x="3342383" y="2329214"/>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sz="800" i="0" u="none" strike="noStrike" cap="none">
                <a:latin typeface="Salesforce Sans"/>
                <a:ea typeface="Salesforce Sans"/>
                <a:cs typeface="Salesforce Sans"/>
                <a:sym typeface="Salesforce Sans"/>
              </a:endParaRPr>
            </a:p>
          </p:txBody>
        </p:sp>
        <p:sp>
          <p:nvSpPr>
            <p:cNvPr id="6817" name="Google Shape;6817;p174"/>
            <p:cNvSpPr txBox="1"/>
            <p:nvPr/>
          </p:nvSpPr>
          <p:spPr>
            <a:xfrm>
              <a:off x="3342383" y="278767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sz="800" i="0" u="none" strike="noStrike" cap="none">
                <a:latin typeface="Salesforce Sans"/>
                <a:ea typeface="Salesforce Sans"/>
                <a:cs typeface="Salesforce Sans"/>
                <a:sym typeface="Salesforce Sans"/>
              </a:endParaRPr>
            </a:p>
          </p:txBody>
        </p:sp>
        <p:sp>
          <p:nvSpPr>
            <p:cNvPr id="6818" name="Google Shape;6818;p174"/>
            <p:cNvSpPr txBox="1"/>
            <p:nvPr/>
          </p:nvSpPr>
          <p:spPr>
            <a:xfrm>
              <a:off x="3342382" y="29274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sz="800" i="0" u="none" strike="noStrike" cap="none">
                <a:latin typeface="Salesforce Sans"/>
                <a:ea typeface="Salesforce Sans"/>
                <a:cs typeface="Salesforce Sans"/>
                <a:sym typeface="Salesforce Sans"/>
              </a:endParaRPr>
            </a:p>
          </p:txBody>
        </p:sp>
        <p:sp>
          <p:nvSpPr>
            <p:cNvPr id="6819" name="Google Shape;6819;p174"/>
            <p:cNvSpPr txBox="1"/>
            <p:nvPr/>
          </p:nvSpPr>
          <p:spPr>
            <a:xfrm>
              <a:off x="3342383" y="13873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6820" name="Google Shape;6820;p174"/>
            <p:cNvSpPr txBox="1"/>
            <p:nvPr/>
          </p:nvSpPr>
          <p:spPr>
            <a:xfrm>
              <a:off x="3342382" y="1542400"/>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6821" name="Google Shape;6821;p174"/>
            <p:cNvSpPr/>
            <p:nvPr/>
          </p:nvSpPr>
          <p:spPr>
            <a:xfrm>
              <a:off x="3206336" y="1560847"/>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22" name="Google Shape;6822;p174"/>
            <p:cNvSpPr txBox="1"/>
            <p:nvPr/>
          </p:nvSpPr>
          <p:spPr>
            <a:xfrm>
              <a:off x="3342383" y="1697406"/>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6823" name="Google Shape;6823;p174"/>
            <p:cNvSpPr txBox="1"/>
            <p:nvPr/>
          </p:nvSpPr>
          <p:spPr>
            <a:xfrm>
              <a:off x="3342382" y="1858200"/>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6824" name="Google Shape;6824;p174"/>
            <p:cNvSpPr txBox="1"/>
            <p:nvPr/>
          </p:nvSpPr>
          <p:spPr>
            <a:xfrm>
              <a:off x="800611" y="11894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825" name="Google Shape;6825;p174"/>
            <p:cNvSpPr txBox="1"/>
            <p:nvPr/>
          </p:nvSpPr>
          <p:spPr>
            <a:xfrm>
              <a:off x="2000379" y="11894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826" name="Google Shape;6826;p174"/>
            <p:cNvGrpSpPr/>
            <p:nvPr/>
          </p:nvGrpSpPr>
          <p:grpSpPr>
            <a:xfrm>
              <a:off x="820222" y="1412656"/>
              <a:ext cx="952541" cy="449700"/>
              <a:chOff x="5812280" y="1793656"/>
              <a:chExt cx="952541" cy="449700"/>
            </a:xfrm>
          </p:grpSpPr>
          <p:sp>
            <p:nvSpPr>
              <p:cNvPr id="6827" name="Google Shape;6827;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828" name="Google Shape;6828;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6829" name="Google Shape;6829;p174"/>
            <p:cNvSpPr txBox="1"/>
            <p:nvPr/>
          </p:nvSpPr>
          <p:spPr>
            <a:xfrm>
              <a:off x="3344212" y="11894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830" name="Google Shape;6830;p174"/>
            <p:cNvSpPr txBox="1"/>
            <p:nvPr/>
          </p:nvSpPr>
          <p:spPr>
            <a:xfrm>
              <a:off x="2000372" y="13908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Market Research &amp; Ideation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6831" name="Google Shape;6831;p174"/>
            <p:cNvSpPr txBox="1"/>
            <p:nvPr/>
          </p:nvSpPr>
          <p:spPr>
            <a:xfrm>
              <a:off x="3342383" y="307801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sz="800" i="0" u="none" strike="noStrike" cap="none">
                <a:latin typeface="Salesforce Sans"/>
                <a:ea typeface="Salesforce Sans"/>
                <a:cs typeface="Salesforce Sans"/>
                <a:sym typeface="Salesforce Sans"/>
              </a:endParaRPr>
            </a:p>
          </p:txBody>
        </p:sp>
        <p:sp>
          <p:nvSpPr>
            <p:cNvPr id="6832" name="Google Shape;6832;p174"/>
            <p:cNvSpPr txBox="1"/>
            <p:nvPr/>
          </p:nvSpPr>
          <p:spPr>
            <a:xfrm>
              <a:off x="3342383" y="3226210"/>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sz="800" i="0" u="none" strike="noStrike" cap="none">
                <a:latin typeface="Salesforce Sans"/>
                <a:ea typeface="Salesforce Sans"/>
                <a:cs typeface="Salesforce Sans"/>
                <a:sym typeface="Salesforce Sans"/>
              </a:endParaRPr>
            </a:p>
          </p:txBody>
        </p:sp>
        <p:sp>
          <p:nvSpPr>
            <p:cNvPr id="6833" name="Google Shape;6833;p174"/>
            <p:cNvSpPr txBox="1"/>
            <p:nvPr/>
          </p:nvSpPr>
          <p:spPr>
            <a:xfrm>
              <a:off x="3342383" y="400727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sz="800" i="0" u="none" strike="noStrike" cap="none">
                <a:latin typeface="Salesforce Sans"/>
                <a:ea typeface="Salesforce Sans"/>
                <a:cs typeface="Salesforce Sans"/>
                <a:sym typeface="Salesforce Sans"/>
              </a:endParaRPr>
            </a:p>
          </p:txBody>
        </p:sp>
        <p:sp>
          <p:nvSpPr>
            <p:cNvPr id="6834" name="Google Shape;6834;p174"/>
            <p:cNvSpPr txBox="1"/>
            <p:nvPr/>
          </p:nvSpPr>
          <p:spPr>
            <a:xfrm>
              <a:off x="3342383" y="415847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i="0" u="none" strike="noStrike" cap="none">
                <a:latin typeface="Salesforce Sans"/>
                <a:ea typeface="Salesforce Sans"/>
                <a:cs typeface="Salesforce Sans"/>
                <a:sym typeface="Salesforce Sans"/>
              </a:endParaRPr>
            </a:p>
          </p:txBody>
        </p:sp>
        <p:sp>
          <p:nvSpPr>
            <p:cNvPr id="6835" name="Google Shape;6835;p174"/>
            <p:cNvSpPr txBox="1"/>
            <p:nvPr/>
          </p:nvSpPr>
          <p:spPr>
            <a:xfrm>
              <a:off x="3342382" y="4298266"/>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6836" name="Google Shape;6836;p174"/>
            <p:cNvSpPr/>
            <p:nvPr/>
          </p:nvSpPr>
          <p:spPr>
            <a:xfrm>
              <a:off x="3206336" y="402587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37" name="Google Shape;6837;p174"/>
            <p:cNvSpPr/>
            <p:nvPr/>
          </p:nvSpPr>
          <p:spPr>
            <a:xfrm>
              <a:off x="3206336" y="41770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38" name="Google Shape;6838;p174"/>
            <p:cNvSpPr/>
            <p:nvPr/>
          </p:nvSpPr>
          <p:spPr>
            <a:xfrm>
              <a:off x="3206336" y="43168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39" name="Google Shape;6839;p174"/>
            <p:cNvSpPr/>
            <p:nvPr/>
          </p:nvSpPr>
          <p:spPr>
            <a:xfrm>
              <a:off x="3206336" y="324481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40" name="Google Shape;6840;p174"/>
            <p:cNvSpPr txBox="1"/>
            <p:nvPr/>
          </p:nvSpPr>
          <p:spPr>
            <a:xfrm>
              <a:off x="3342383" y="444881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sz="800" i="0" u="none" strike="noStrike" cap="none">
                <a:latin typeface="Salesforce Sans"/>
                <a:ea typeface="Salesforce Sans"/>
                <a:cs typeface="Salesforce Sans"/>
                <a:sym typeface="Salesforce Sans"/>
              </a:endParaRPr>
            </a:p>
          </p:txBody>
        </p:sp>
        <p:sp>
          <p:nvSpPr>
            <p:cNvPr id="6841" name="Google Shape;6841;p174"/>
            <p:cNvSpPr/>
            <p:nvPr/>
          </p:nvSpPr>
          <p:spPr>
            <a:xfrm>
              <a:off x="3206336" y="446741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42" name="Google Shape;6842;p174"/>
            <p:cNvSpPr txBox="1"/>
            <p:nvPr/>
          </p:nvSpPr>
          <p:spPr>
            <a:xfrm>
              <a:off x="3342384" y="4634194"/>
              <a:ext cx="1899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i="0" u="none" strike="noStrike" cap="none">
                <a:latin typeface="Salesforce Sans"/>
                <a:ea typeface="Salesforce Sans"/>
                <a:cs typeface="Salesforce Sans"/>
                <a:sym typeface="Salesforce Sans"/>
              </a:endParaRPr>
            </a:p>
          </p:txBody>
        </p:sp>
        <p:sp>
          <p:nvSpPr>
            <p:cNvPr id="6843" name="Google Shape;6843;p174"/>
            <p:cNvSpPr txBox="1"/>
            <p:nvPr/>
          </p:nvSpPr>
          <p:spPr>
            <a:xfrm>
              <a:off x="3342377" y="4782802"/>
              <a:ext cx="1903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i="0" u="none" strike="noStrike" cap="none">
                <a:latin typeface="Salesforce Sans"/>
                <a:ea typeface="Salesforce Sans"/>
                <a:cs typeface="Salesforce Sans"/>
                <a:sym typeface="Salesforce Sans"/>
              </a:endParaRPr>
            </a:p>
          </p:txBody>
        </p:sp>
        <p:sp>
          <p:nvSpPr>
            <p:cNvPr id="6844" name="Google Shape;6844;p174"/>
            <p:cNvSpPr txBox="1"/>
            <p:nvPr/>
          </p:nvSpPr>
          <p:spPr>
            <a:xfrm>
              <a:off x="3342377" y="4931423"/>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sz="800" i="0" u="none" strike="noStrike" cap="none">
                <a:latin typeface="Salesforce Sans"/>
                <a:ea typeface="Salesforce Sans"/>
                <a:cs typeface="Salesforce Sans"/>
                <a:sym typeface="Salesforce Sans"/>
              </a:endParaRPr>
            </a:p>
          </p:txBody>
        </p:sp>
        <p:sp>
          <p:nvSpPr>
            <p:cNvPr id="6845" name="Google Shape;6845;p174"/>
            <p:cNvSpPr txBox="1"/>
            <p:nvPr/>
          </p:nvSpPr>
          <p:spPr>
            <a:xfrm>
              <a:off x="3342377" y="5082619"/>
              <a:ext cx="2063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6846" name="Google Shape;6846;p174"/>
            <p:cNvSpPr/>
            <p:nvPr/>
          </p:nvSpPr>
          <p:spPr>
            <a:xfrm>
              <a:off x="3206336" y="480140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47" name="Google Shape;6847;p174"/>
            <p:cNvSpPr/>
            <p:nvPr/>
          </p:nvSpPr>
          <p:spPr>
            <a:xfrm>
              <a:off x="3206336" y="495001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48" name="Google Shape;6848;p174"/>
            <p:cNvSpPr/>
            <p:nvPr/>
          </p:nvSpPr>
          <p:spPr>
            <a:xfrm>
              <a:off x="3206336" y="51012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49" name="Google Shape;6849;p174"/>
            <p:cNvSpPr/>
            <p:nvPr/>
          </p:nvSpPr>
          <p:spPr>
            <a:xfrm>
              <a:off x="3206336" y="46527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50" name="Google Shape;6850;p174"/>
            <p:cNvSpPr txBox="1"/>
            <p:nvPr/>
          </p:nvSpPr>
          <p:spPr>
            <a:xfrm>
              <a:off x="3342376" y="604412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sz="800" i="0" u="none" strike="noStrike" cap="none">
                <a:latin typeface="Salesforce Sans"/>
                <a:ea typeface="Salesforce Sans"/>
                <a:cs typeface="Salesforce Sans"/>
                <a:sym typeface="Salesforce Sans"/>
              </a:endParaRPr>
            </a:p>
          </p:txBody>
        </p:sp>
        <p:sp>
          <p:nvSpPr>
            <p:cNvPr id="6851" name="Google Shape;6851;p174"/>
            <p:cNvSpPr txBox="1"/>
            <p:nvPr/>
          </p:nvSpPr>
          <p:spPr>
            <a:xfrm>
              <a:off x="3342376" y="619273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sz="800" i="0" u="none" strike="noStrike" cap="none">
                <a:latin typeface="Salesforce Sans"/>
                <a:ea typeface="Salesforce Sans"/>
                <a:cs typeface="Salesforce Sans"/>
                <a:sym typeface="Salesforce Sans"/>
              </a:endParaRPr>
            </a:p>
          </p:txBody>
        </p:sp>
        <p:sp>
          <p:nvSpPr>
            <p:cNvPr id="6852" name="Google Shape;6852;p174"/>
            <p:cNvSpPr txBox="1"/>
            <p:nvPr/>
          </p:nvSpPr>
          <p:spPr>
            <a:xfrm>
              <a:off x="3342375" y="6341350"/>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6853" name="Google Shape;6853;p174"/>
            <p:cNvSpPr txBox="1"/>
            <p:nvPr/>
          </p:nvSpPr>
          <p:spPr>
            <a:xfrm>
              <a:off x="3342376" y="649254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sz="800" i="0" u="none" strike="noStrike" cap="none">
                <a:latin typeface="Salesforce Sans"/>
                <a:ea typeface="Salesforce Sans"/>
                <a:cs typeface="Salesforce Sans"/>
                <a:sym typeface="Salesforce Sans"/>
              </a:endParaRPr>
            </a:p>
          </p:txBody>
        </p:sp>
        <p:sp>
          <p:nvSpPr>
            <p:cNvPr id="6854" name="Google Shape;6854;p174"/>
            <p:cNvSpPr txBox="1"/>
            <p:nvPr/>
          </p:nvSpPr>
          <p:spPr>
            <a:xfrm>
              <a:off x="3342376" y="663233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sz="800" i="0" u="none" strike="noStrike" cap="none">
                <a:latin typeface="Salesforce Sans"/>
                <a:ea typeface="Salesforce Sans"/>
                <a:cs typeface="Salesforce Sans"/>
                <a:sym typeface="Salesforce Sans"/>
              </a:endParaRPr>
            </a:p>
          </p:txBody>
        </p:sp>
        <p:sp>
          <p:nvSpPr>
            <p:cNvPr id="6855" name="Google Shape;6855;p174"/>
            <p:cNvSpPr/>
            <p:nvPr/>
          </p:nvSpPr>
          <p:spPr>
            <a:xfrm>
              <a:off x="3206336" y="621133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56" name="Google Shape;6856;p174"/>
            <p:cNvSpPr/>
            <p:nvPr/>
          </p:nvSpPr>
          <p:spPr>
            <a:xfrm>
              <a:off x="3206336" y="635994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57" name="Google Shape;6857;p174"/>
            <p:cNvSpPr/>
            <p:nvPr/>
          </p:nvSpPr>
          <p:spPr>
            <a:xfrm>
              <a:off x="3206336" y="651115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58" name="Google Shape;6858;p174"/>
            <p:cNvSpPr/>
            <p:nvPr/>
          </p:nvSpPr>
          <p:spPr>
            <a:xfrm>
              <a:off x="3206336" y="665094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59" name="Google Shape;6859;p174"/>
            <p:cNvSpPr/>
            <p:nvPr/>
          </p:nvSpPr>
          <p:spPr>
            <a:xfrm>
              <a:off x="3206336" y="60627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6860" name="Google Shape;6860;p174"/>
            <p:cNvGrpSpPr/>
            <p:nvPr/>
          </p:nvGrpSpPr>
          <p:grpSpPr>
            <a:xfrm>
              <a:off x="820222" y="4022796"/>
              <a:ext cx="952541" cy="449700"/>
              <a:chOff x="5812280" y="1793656"/>
              <a:chExt cx="952541" cy="449700"/>
            </a:xfrm>
          </p:grpSpPr>
          <p:sp>
            <p:nvSpPr>
              <p:cNvPr id="6861" name="Google Shape;6861;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862" name="Google Shape;6862;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6863" name="Google Shape;6863;p174"/>
            <p:cNvGrpSpPr/>
            <p:nvPr/>
          </p:nvGrpSpPr>
          <p:grpSpPr>
            <a:xfrm>
              <a:off x="820222" y="8394540"/>
              <a:ext cx="952541" cy="449700"/>
              <a:chOff x="5812280" y="1793656"/>
              <a:chExt cx="952541" cy="449700"/>
            </a:xfrm>
          </p:grpSpPr>
          <p:sp>
            <p:nvSpPr>
              <p:cNvPr id="6864" name="Google Shape;6864;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865" name="Google Shape;6865;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6866" name="Google Shape;6866;p174"/>
            <p:cNvSpPr txBox="1"/>
            <p:nvPr/>
          </p:nvSpPr>
          <p:spPr>
            <a:xfrm>
              <a:off x="3342382" y="2627147"/>
              <a:ext cx="12810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6867" name="Google Shape;6867;p174"/>
            <p:cNvSpPr/>
            <p:nvPr/>
          </p:nvSpPr>
          <p:spPr>
            <a:xfrm>
              <a:off x="3206336" y="264559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68" name="Google Shape;6868;p174"/>
            <p:cNvSpPr txBox="1"/>
            <p:nvPr/>
          </p:nvSpPr>
          <p:spPr>
            <a:xfrm>
              <a:off x="3342383" y="2475302"/>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sz="800" i="0" u="none" strike="noStrike" cap="none">
                <a:latin typeface="Salesforce Sans"/>
                <a:ea typeface="Salesforce Sans"/>
                <a:cs typeface="Salesforce Sans"/>
                <a:sym typeface="Salesforce Sans"/>
              </a:endParaRPr>
            </a:p>
          </p:txBody>
        </p:sp>
        <p:sp>
          <p:nvSpPr>
            <p:cNvPr id="6869" name="Google Shape;6869;p174"/>
            <p:cNvSpPr txBox="1"/>
            <p:nvPr/>
          </p:nvSpPr>
          <p:spPr>
            <a:xfrm>
              <a:off x="3342383" y="337968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sz="800" i="0" u="none" strike="noStrike" cap="none">
                <a:latin typeface="Salesforce Sans"/>
                <a:ea typeface="Salesforce Sans"/>
                <a:cs typeface="Salesforce Sans"/>
                <a:sym typeface="Salesforce Sans"/>
              </a:endParaRPr>
            </a:p>
          </p:txBody>
        </p:sp>
        <p:sp>
          <p:nvSpPr>
            <p:cNvPr id="6870" name="Google Shape;6870;p174"/>
            <p:cNvSpPr txBox="1"/>
            <p:nvPr/>
          </p:nvSpPr>
          <p:spPr>
            <a:xfrm>
              <a:off x="3342383" y="353088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sz="800" i="0" u="none" strike="noStrike" cap="none">
                <a:latin typeface="Salesforce Sans"/>
                <a:ea typeface="Salesforce Sans"/>
                <a:cs typeface="Salesforce Sans"/>
                <a:sym typeface="Salesforce Sans"/>
              </a:endParaRPr>
            </a:p>
          </p:txBody>
        </p:sp>
        <p:sp>
          <p:nvSpPr>
            <p:cNvPr id="6871" name="Google Shape;6871;p174"/>
            <p:cNvSpPr txBox="1"/>
            <p:nvPr/>
          </p:nvSpPr>
          <p:spPr>
            <a:xfrm>
              <a:off x="3342382" y="367067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sz="800" i="0" u="none" strike="noStrike" cap="none">
                <a:latin typeface="Salesforce Sans"/>
                <a:ea typeface="Salesforce Sans"/>
                <a:cs typeface="Salesforce Sans"/>
                <a:sym typeface="Salesforce Sans"/>
              </a:endParaRPr>
            </a:p>
          </p:txBody>
        </p:sp>
        <p:sp>
          <p:nvSpPr>
            <p:cNvPr id="6872" name="Google Shape;6872;p174"/>
            <p:cNvSpPr/>
            <p:nvPr/>
          </p:nvSpPr>
          <p:spPr>
            <a:xfrm>
              <a:off x="3206336" y="33982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73" name="Google Shape;6873;p174"/>
            <p:cNvSpPr txBox="1"/>
            <p:nvPr/>
          </p:nvSpPr>
          <p:spPr>
            <a:xfrm>
              <a:off x="3342383" y="3821225"/>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sz="800" i="0" u="none" strike="noStrike" cap="none">
                <a:latin typeface="Salesforce Sans"/>
                <a:ea typeface="Salesforce Sans"/>
                <a:cs typeface="Salesforce Sans"/>
                <a:sym typeface="Salesforce Sans"/>
              </a:endParaRPr>
            </a:p>
          </p:txBody>
        </p:sp>
        <p:sp>
          <p:nvSpPr>
            <p:cNvPr id="6874" name="Google Shape;6874;p174"/>
            <p:cNvSpPr txBox="1"/>
            <p:nvPr/>
          </p:nvSpPr>
          <p:spPr>
            <a:xfrm>
              <a:off x="3342374" y="5270897"/>
              <a:ext cx="29649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sz="800" i="0" u="none" strike="noStrike" cap="none">
                <a:latin typeface="Salesforce Sans"/>
                <a:ea typeface="Salesforce Sans"/>
                <a:cs typeface="Salesforce Sans"/>
                <a:sym typeface="Salesforce Sans"/>
              </a:endParaRPr>
            </a:p>
          </p:txBody>
        </p:sp>
        <p:sp>
          <p:nvSpPr>
            <p:cNvPr id="6875" name="Google Shape;6875;p174"/>
            <p:cNvSpPr txBox="1"/>
            <p:nvPr/>
          </p:nvSpPr>
          <p:spPr>
            <a:xfrm>
              <a:off x="3342376" y="541949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sz="800" i="0" u="none" strike="noStrike" cap="none">
                <a:latin typeface="Salesforce Sans"/>
                <a:ea typeface="Salesforce Sans"/>
                <a:cs typeface="Salesforce Sans"/>
                <a:sym typeface="Salesforce Sans"/>
              </a:endParaRPr>
            </a:p>
          </p:txBody>
        </p:sp>
        <p:sp>
          <p:nvSpPr>
            <p:cNvPr id="6876" name="Google Shape;6876;p174"/>
            <p:cNvSpPr txBox="1"/>
            <p:nvPr/>
          </p:nvSpPr>
          <p:spPr>
            <a:xfrm>
              <a:off x="3342376" y="556809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sz="800" i="0" u="none" strike="noStrike" cap="none">
                <a:latin typeface="Salesforce Sans"/>
                <a:ea typeface="Salesforce Sans"/>
                <a:cs typeface="Salesforce Sans"/>
                <a:sym typeface="Salesforce Sans"/>
              </a:endParaRPr>
            </a:p>
          </p:txBody>
        </p:sp>
        <p:sp>
          <p:nvSpPr>
            <p:cNvPr id="6877" name="Google Shape;6877;p174"/>
            <p:cNvSpPr txBox="1"/>
            <p:nvPr/>
          </p:nvSpPr>
          <p:spPr>
            <a:xfrm>
              <a:off x="3342374" y="5719297"/>
              <a:ext cx="31467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6878" name="Google Shape;6878;p174"/>
            <p:cNvSpPr txBox="1"/>
            <p:nvPr/>
          </p:nvSpPr>
          <p:spPr>
            <a:xfrm>
              <a:off x="3342375" y="5859097"/>
              <a:ext cx="24735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sz="800" i="0" u="none" strike="noStrike" cap="none">
                <a:latin typeface="Salesforce Sans"/>
                <a:ea typeface="Salesforce Sans"/>
                <a:cs typeface="Salesforce Sans"/>
                <a:sym typeface="Salesforce Sans"/>
              </a:endParaRPr>
            </a:p>
          </p:txBody>
        </p:sp>
        <p:sp>
          <p:nvSpPr>
            <p:cNvPr id="6879" name="Google Shape;6879;p174"/>
            <p:cNvSpPr/>
            <p:nvPr/>
          </p:nvSpPr>
          <p:spPr>
            <a:xfrm>
              <a:off x="3206336" y="543809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80" name="Google Shape;6880;p174"/>
            <p:cNvSpPr/>
            <p:nvPr/>
          </p:nvSpPr>
          <p:spPr>
            <a:xfrm>
              <a:off x="3206336" y="558670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81" name="Google Shape;6881;p174"/>
            <p:cNvSpPr/>
            <p:nvPr/>
          </p:nvSpPr>
          <p:spPr>
            <a:xfrm>
              <a:off x="3206336" y="573791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82" name="Google Shape;6882;p174"/>
            <p:cNvSpPr/>
            <p:nvPr/>
          </p:nvSpPr>
          <p:spPr>
            <a:xfrm>
              <a:off x="3206336" y="5877701"/>
              <a:ext cx="91200" cy="91200"/>
            </a:xfrm>
            <a:prstGeom prst="ellipse">
              <a:avLst/>
            </a:prstGeom>
            <a:solidFill>
              <a:srgbClr val="17BA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83" name="Google Shape;6883;p174"/>
            <p:cNvSpPr/>
            <p:nvPr/>
          </p:nvSpPr>
          <p:spPr>
            <a:xfrm>
              <a:off x="3206336" y="528948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84" name="Google Shape;6884;p174"/>
            <p:cNvSpPr txBox="1"/>
            <p:nvPr/>
          </p:nvSpPr>
          <p:spPr>
            <a:xfrm>
              <a:off x="3342376" y="836991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sz="800" i="0" u="none" strike="noStrike" cap="none">
                <a:latin typeface="Salesforce Sans"/>
                <a:ea typeface="Salesforce Sans"/>
                <a:cs typeface="Salesforce Sans"/>
                <a:sym typeface="Salesforce Sans"/>
              </a:endParaRPr>
            </a:p>
          </p:txBody>
        </p:sp>
        <p:sp>
          <p:nvSpPr>
            <p:cNvPr id="6885" name="Google Shape;6885;p174"/>
            <p:cNvSpPr txBox="1"/>
            <p:nvPr/>
          </p:nvSpPr>
          <p:spPr>
            <a:xfrm>
              <a:off x="3342376" y="851851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sz="800" i="0" u="none" strike="noStrike" cap="none">
                <a:latin typeface="Salesforce Sans"/>
                <a:ea typeface="Salesforce Sans"/>
                <a:cs typeface="Salesforce Sans"/>
                <a:sym typeface="Salesforce Sans"/>
              </a:endParaRPr>
            </a:p>
          </p:txBody>
        </p:sp>
        <p:sp>
          <p:nvSpPr>
            <p:cNvPr id="6886" name="Google Shape;6886;p174"/>
            <p:cNvSpPr txBox="1"/>
            <p:nvPr/>
          </p:nvSpPr>
          <p:spPr>
            <a:xfrm>
              <a:off x="3342376" y="866712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sz="800" i="0" u="none" strike="noStrike" cap="none">
                <a:latin typeface="Salesforce Sans"/>
                <a:ea typeface="Salesforce Sans"/>
                <a:cs typeface="Salesforce Sans"/>
                <a:sym typeface="Salesforce Sans"/>
              </a:endParaRPr>
            </a:p>
          </p:txBody>
        </p:sp>
        <p:sp>
          <p:nvSpPr>
            <p:cNvPr id="6887" name="Google Shape;6887;p174"/>
            <p:cNvSpPr txBox="1"/>
            <p:nvPr/>
          </p:nvSpPr>
          <p:spPr>
            <a:xfrm>
              <a:off x="3342376" y="881832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sz="800" i="0" u="none" strike="noStrike" cap="none">
                <a:latin typeface="Salesforce Sans"/>
                <a:ea typeface="Salesforce Sans"/>
                <a:cs typeface="Salesforce Sans"/>
                <a:sym typeface="Salesforce Sans"/>
              </a:endParaRPr>
            </a:p>
          </p:txBody>
        </p:sp>
        <p:sp>
          <p:nvSpPr>
            <p:cNvPr id="6888" name="Google Shape;6888;p174"/>
            <p:cNvSpPr txBox="1"/>
            <p:nvPr/>
          </p:nvSpPr>
          <p:spPr>
            <a:xfrm>
              <a:off x="3342376" y="895811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sz="800" i="0" u="none" strike="noStrike" cap="none">
                <a:latin typeface="Salesforce Sans"/>
                <a:ea typeface="Salesforce Sans"/>
                <a:cs typeface="Salesforce Sans"/>
                <a:sym typeface="Salesforce Sans"/>
              </a:endParaRPr>
            </a:p>
          </p:txBody>
        </p:sp>
        <p:sp>
          <p:nvSpPr>
            <p:cNvPr id="6889" name="Google Shape;6889;p174"/>
            <p:cNvSpPr/>
            <p:nvPr/>
          </p:nvSpPr>
          <p:spPr>
            <a:xfrm>
              <a:off x="3206336" y="853711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90" name="Google Shape;6890;p174"/>
            <p:cNvSpPr/>
            <p:nvPr/>
          </p:nvSpPr>
          <p:spPr>
            <a:xfrm>
              <a:off x="3206336" y="868572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91" name="Google Shape;6891;p174"/>
            <p:cNvSpPr/>
            <p:nvPr/>
          </p:nvSpPr>
          <p:spPr>
            <a:xfrm>
              <a:off x="3206336" y="883693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92" name="Google Shape;6892;p174"/>
            <p:cNvSpPr/>
            <p:nvPr/>
          </p:nvSpPr>
          <p:spPr>
            <a:xfrm>
              <a:off x="3206336" y="897672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93" name="Google Shape;6893;p174"/>
            <p:cNvSpPr/>
            <p:nvPr/>
          </p:nvSpPr>
          <p:spPr>
            <a:xfrm>
              <a:off x="3206336" y="838850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894" name="Google Shape;6894;p174"/>
            <p:cNvSpPr txBox="1"/>
            <p:nvPr/>
          </p:nvSpPr>
          <p:spPr>
            <a:xfrm>
              <a:off x="3342376" y="910865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6895" name="Google Shape;6895;p174"/>
            <p:cNvSpPr/>
            <p:nvPr/>
          </p:nvSpPr>
          <p:spPr>
            <a:xfrm>
              <a:off x="3206336" y="912727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896" name="Google Shape;6896;p174"/>
            <p:cNvSpPr txBox="1"/>
            <p:nvPr/>
          </p:nvSpPr>
          <p:spPr>
            <a:xfrm>
              <a:off x="3342382" y="9747124"/>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sz="800" i="0" u="none" strike="noStrike" cap="none">
                <a:latin typeface="Salesforce Sans"/>
                <a:ea typeface="Salesforce Sans"/>
                <a:cs typeface="Salesforce Sans"/>
                <a:sym typeface="Salesforce Sans"/>
              </a:endParaRPr>
            </a:p>
          </p:txBody>
        </p:sp>
        <p:sp>
          <p:nvSpPr>
            <p:cNvPr id="6897" name="Google Shape;6897;p174"/>
            <p:cNvSpPr txBox="1"/>
            <p:nvPr/>
          </p:nvSpPr>
          <p:spPr>
            <a:xfrm>
              <a:off x="3342382" y="9895731"/>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sz="800" i="0" u="none" strike="noStrike" cap="none">
                <a:latin typeface="Salesforce Sans"/>
                <a:ea typeface="Salesforce Sans"/>
                <a:cs typeface="Salesforce Sans"/>
                <a:sym typeface="Salesforce Sans"/>
              </a:endParaRPr>
            </a:p>
          </p:txBody>
        </p:sp>
        <p:sp>
          <p:nvSpPr>
            <p:cNvPr id="6898" name="Google Shape;6898;p174"/>
            <p:cNvSpPr txBox="1"/>
            <p:nvPr/>
          </p:nvSpPr>
          <p:spPr>
            <a:xfrm>
              <a:off x="3342382" y="10046937"/>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sz="800" i="0" u="none" strike="noStrike" cap="none">
                <a:latin typeface="Salesforce Sans"/>
                <a:ea typeface="Salesforce Sans"/>
                <a:cs typeface="Salesforce Sans"/>
                <a:sym typeface="Salesforce Sans"/>
              </a:endParaRPr>
            </a:p>
          </p:txBody>
        </p:sp>
        <p:sp>
          <p:nvSpPr>
            <p:cNvPr id="6899" name="Google Shape;6899;p174"/>
            <p:cNvSpPr/>
            <p:nvPr/>
          </p:nvSpPr>
          <p:spPr>
            <a:xfrm>
              <a:off x="3206336" y="97657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00" name="Google Shape;6900;p174"/>
            <p:cNvSpPr/>
            <p:nvPr/>
          </p:nvSpPr>
          <p:spPr>
            <a:xfrm>
              <a:off x="3206336" y="991433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01" name="Google Shape;6901;p174"/>
            <p:cNvSpPr/>
            <p:nvPr/>
          </p:nvSpPr>
          <p:spPr>
            <a:xfrm>
              <a:off x="3206336" y="100655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02" name="Google Shape;6902;p174"/>
            <p:cNvSpPr txBox="1"/>
            <p:nvPr/>
          </p:nvSpPr>
          <p:spPr>
            <a:xfrm>
              <a:off x="3342376" y="926850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sz="800" i="0" u="none" strike="noStrike" cap="none">
                <a:latin typeface="Salesforce Sans"/>
                <a:ea typeface="Salesforce Sans"/>
                <a:cs typeface="Salesforce Sans"/>
                <a:sym typeface="Salesforce Sans"/>
              </a:endParaRPr>
            </a:p>
          </p:txBody>
        </p:sp>
        <p:sp>
          <p:nvSpPr>
            <p:cNvPr id="6903" name="Google Shape;6903;p174"/>
            <p:cNvSpPr txBox="1"/>
            <p:nvPr/>
          </p:nvSpPr>
          <p:spPr>
            <a:xfrm>
              <a:off x="3342376" y="941971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sz="800" i="0" u="none" strike="noStrike" cap="none">
                <a:latin typeface="Salesforce Sans"/>
                <a:ea typeface="Salesforce Sans"/>
                <a:cs typeface="Salesforce Sans"/>
                <a:sym typeface="Salesforce Sans"/>
              </a:endParaRPr>
            </a:p>
          </p:txBody>
        </p:sp>
        <p:sp>
          <p:nvSpPr>
            <p:cNvPr id="6904" name="Google Shape;6904;p174"/>
            <p:cNvSpPr txBox="1"/>
            <p:nvPr/>
          </p:nvSpPr>
          <p:spPr>
            <a:xfrm>
              <a:off x="3342382" y="9559509"/>
              <a:ext cx="2008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i="0" u="none" strike="noStrike" cap="none">
                <a:latin typeface="Salesforce Sans"/>
                <a:ea typeface="Salesforce Sans"/>
                <a:cs typeface="Salesforce Sans"/>
                <a:sym typeface="Salesforce Sans"/>
              </a:endParaRPr>
            </a:p>
          </p:txBody>
        </p:sp>
        <p:sp>
          <p:nvSpPr>
            <p:cNvPr id="6905" name="Google Shape;6905;p174"/>
            <p:cNvSpPr/>
            <p:nvPr/>
          </p:nvSpPr>
          <p:spPr>
            <a:xfrm>
              <a:off x="3206336" y="928711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06" name="Google Shape;6906;p174"/>
            <p:cNvSpPr/>
            <p:nvPr/>
          </p:nvSpPr>
          <p:spPr>
            <a:xfrm>
              <a:off x="3206336" y="9438323"/>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07" name="Google Shape;6907;p174"/>
            <p:cNvSpPr/>
            <p:nvPr/>
          </p:nvSpPr>
          <p:spPr>
            <a:xfrm>
              <a:off x="3206336" y="95781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08" name="Google Shape;6908;p174"/>
            <p:cNvSpPr txBox="1"/>
            <p:nvPr/>
          </p:nvSpPr>
          <p:spPr>
            <a:xfrm>
              <a:off x="3342376" y="68213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sz="800" i="0" u="none" strike="noStrike" cap="none">
                <a:latin typeface="Salesforce Sans"/>
                <a:ea typeface="Salesforce Sans"/>
                <a:cs typeface="Salesforce Sans"/>
                <a:sym typeface="Salesforce Sans"/>
              </a:endParaRPr>
            </a:p>
          </p:txBody>
        </p:sp>
        <p:sp>
          <p:nvSpPr>
            <p:cNvPr id="6909" name="Google Shape;6909;p174"/>
            <p:cNvSpPr txBox="1"/>
            <p:nvPr/>
          </p:nvSpPr>
          <p:spPr>
            <a:xfrm>
              <a:off x="3342375" y="69699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6910" name="Google Shape;6910;p174"/>
            <p:cNvSpPr txBox="1"/>
            <p:nvPr/>
          </p:nvSpPr>
          <p:spPr>
            <a:xfrm>
              <a:off x="3342374" y="71211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sz="800" i="0" u="none" strike="noStrike" cap="none">
                <a:latin typeface="Salesforce Sans"/>
                <a:ea typeface="Salesforce Sans"/>
                <a:cs typeface="Salesforce Sans"/>
                <a:sym typeface="Salesforce Sans"/>
              </a:endParaRPr>
            </a:p>
          </p:txBody>
        </p:sp>
        <p:sp>
          <p:nvSpPr>
            <p:cNvPr id="6911" name="Google Shape;6911;p174"/>
            <p:cNvSpPr txBox="1"/>
            <p:nvPr/>
          </p:nvSpPr>
          <p:spPr>
            <a:xfrm>
              <a:off x="3342376" y="7260946"/>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sz="800" i="0" u="none" strike="noStrike" cap="none">
                <a:latin typeface="Salesforce Sans"/>
                <a:ea typeface="Salesforce Sans"/>
                <a:cs typeface="Salesforce Sans"/>
                <a:sym typeface="Salesforce Sans"/>
              </a:endParaRPr>
            </a:p>
          </p:txBody>
        </p:sp>
        <p:sp>
          <p:nvSpPr>
            <p:cNvPr id="6912" name="Google Shape;6912;p174"/>
            <p:cNvSpPr/>
            <p:nvPr/>
          </p:nvSpPr>
          <p:spPr>
            <a:xfrm>
              <a:off x="3206336" y="683994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13" name="Google Shape;6913;p174"/>
            <p:cNvSpPr/>
            <p:nvPr/>
          </p:nvSpPr>
          <p:spPr>
            <a:xfrm>
              <a:off x="3206336" y="698855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14" name="Google Shape;6914;p174"/>
            <p:cNvSpPr/>
            <p:nvPr/>
          </p:nvSpPr>
          <p:spPr>
            <a:xfrm>
              <a:off x="3206336" y="71397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15" name="Google Shape;6915;p174"/>
            <p:cNvSpPr/>
            <p:nvPr/>
          </p:nvSpPr>
          <p:spPr>
            <a:xfrm>
              <a:off x="3206336" y="727955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16" name="Google Shape;6916;p174"/>
            <p:cNvSpPr txBox="1"/>
            <p:nvPr/>
          </p:nvSpPr>
          <p:spPr>
            <a:xfrm>
              <a:off x="3342376" y="744638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sz="800" i="0" u="none" strike="noStrike" cap="none">
                <a:latin typeface="Salesforce Sans"/>
                <a:ea typeface="Salesforce Sans"/>
                <a:cs typeface="Salesforce Sans"/>
                <a:sym typeface="Salesforce Sans"/>
              </a:endParaRPr>
            </a:p>
          </p:txBody>
        </p:sp>
        <p:sp>
          <p:nvSpPr>
            <p:cNvPr id="6917" name="Google Shape;6917;p174"/>
            <p:cNvSpPr txBox="1"/>
            <p:nvPr/>
          </p:nvSpPr>
          <p:spPr>
            <a:xfrm>
              <a:off x="3342375" y="7594981"/>
              <a:ext cx="26583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6918" name="Google Shape;6918;p174"/>
            <p:cNvSpPr txBox="1"/>
            <p:nvPr/>
          </p:nvSpPr>
          <p:spPr>
            <a:xfrm>
              <a:off x="3342375" y="7743606"/>
              <a:ext cx="2425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6919" name="Google Shape;6919;p174"/>
            <p:cNvSpPr txBox="1"/>
            <p:nvPr/>
          </p:nvSpPr>
          <p:spPr>
            <a:xfrm>
              <a:off x="3342375" y="7894806"/>
              <a:ext cx="2740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6920" name="Google Shape;6920;p174"/>
            <p:cNvSpPr txBox="1"/>
            <p:nvPr/>
          </p:nvSpPr>
          <p:spPr>
            <a:xfrm>
              <a:off x="3342376" y="8034587"/>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sz="800" i="0" u="none" strike="noStrike" cap="none">
                <a:latin typeface="Salesforce Sans"/>
                <a:ea typeface="Salesforce Sans"/>
                <a:cs typeface="Salesforce Sans"/>
                <a:sym typeface="Salesforce Sans"/>
              </a:endParaRPr>
            </a:p>
          </p:txBody>
        </p:sp>
        <p:sp>
          <p:nvSpPr>
            <p:cNvPr id="6921" name="Google Shape;6921;p174"/>
            <p:cNvSpPr/>
            <p:nvPr/>
          </p:nvSpPr>
          <p:spPr>
            <a:xfrm>
              <a:off x="3206336" y="76135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22" name="Google Shape;6922;p174"/>
            <p:cNvSpPr/>
            <p:nvPr/>
          </p:nvSpPr>
          <p:spPr>
            <a:xfrm>
              <a:off x="3206336" y="776219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23" name="Google Shape;6923;p174"/>
            <p:cNvSpPr/>
            <p:nvPr/>
          </p:nvSpPr>
          <p:spPr>
            <a:xfrm>
              <a:off x="3206336" y="791340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24" name="Google Shape;6924;p174"/>
            <p:cNvSpPr/>
            <p:nvPr/>
          </p:nvSpPr>
          <p:spPr>
            <a:xfrm>
              <a:off x="3206336" y="8053198"/>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25" name="Google Shape;6925;p174"/>
            <p:cNvSpPr/>
            <p:nvPr/>
          </p:nvSpPr>
          <p:spPr>
            <a:xfrm>
              <a:off x="3206336" y="74649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26" name="Google Shape;6926;p174"/>
            <p:cNvSpPr txBox="1"/>
            <p:nvPr/>
          </p:nvSpPr>
          <p:spPr>
            <a:xfrm>
              <a:off x="3342376" y="818512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6927" name="Google Shape;6927;p174"/>
            <p:cNvSpPr/>
            <p:nvPr/>
          </p:nvSpPr>
          <p:spPr>
            <a:xfrm>
              <a:off x="3206336" y="820374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grpSp>
      <p:grpSp>
        <p:nvGrpSpPr>
          <p:cNvPr id="6928" name="Google Shape;6928;p174"/>
          <p:cNvGrpSpPr/>
          <p:nvPr/>
        </p:nvGrpSpPr>
        <p:grpSpPr>
          <a:xfrm>
            <a:off x="7008236" y="1113234"/>
            <a:ext cx="5884964" cy="9158403"/>
            <a:chOff x="6814436" y="1418034"/>
            <a:chExt cx="5884964" cy="9158403"/>
          </a:xfrm>
        </p:grpSpPr>
        <p:sp>
          <p:nvSpPr>
            <p:cNvPr id="6929" name="Google Shape;6929;p174"/>
            <p:cNvSpPr txBox="1"/>
            <p:nvPr/>
          </p:nvSpPr>
          <p:spPr>
            <a:xfrm>
              <a:off x="8014197" y="4109430"/>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Sales, Inventory &amp; Operations Planning (SIOP)</a:t>
              </a:r>
              <a:endParaRPr sz="900" b="1" i="0" u="none" strike="noStrike" cap="none">
                <a:solidFill>
                  <a:srgbClr val="086AFE"/>
                </a:solidFill>
                <a:latin typeface="Salesforce Sans"/>
                <a:ea typeface="Salesforce Sans"/>
                <a:cs typeface="Salesforce Sans"/>
                <a:sym typeface="Salesforce Sans"/>
              </a:endParaRPr>
            </a:p>
          </p:txBody>
        </p:sp>
        <p:sp>
          <p:nvSpPr>
            <p:cNvPr id="6930" name="Google Shape;6930;p174"/>
            <p:cNvSpPr txBox="1"/>
            <p:nvPr/>
          </p:nvSpPr>
          <p:spPr>
            <a:xfrm>
              <a:off x="8014197" y="4896735"/>
              <a:ext cx="876600" cy="692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Returns, Warranty &amp; Payment Processing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6931" name="Google Shape;6931;p174"/>
            <p:cNvSpPr txBox="1"/>
            <p:nvPr/>
          </p:nvSpPr>
          <p:spPr>
            <a:xfrm>
              <a:off x="8014197" y="5544395"/>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Performance &amp; Compliance </a:t>
              </a:r>
              <a:endParaRPr sz="900" b="1" i="0" u="none" strike="noStrike" cap="none">
                <a:solidFill>
                  <a:srgbClr val="086AFE"/>
                </a:solidFill>
                <a:latin typeface="Salesforce Sans"/>
                <a:ea typeface="Salesforce Sans"/>
                <a:cs typeface="Salesforce Sans"/>
                <a:sym typeface="Salesforce Sans"/>
              </a:endParaRPr>
            </a:p>
          </p:txBody>
        </p:sp>
        <p:sp>
          <p:nvSpPr>
            <p:cNvPr id="6932" name="Google Shape;6932;p174"/>
            <p:cNvSpPr txBox="1"/>
            <p:nvPr/>
          </p:nvSpPr>
          <p:spPr>
            <a:xfrm>
              <a:off x="8014197" y="6842128"/>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Contract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Mgmt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6933" name="Google Shape;6933;p174"/>
            <p:cNvSpPr txBox="1"/>
            <p:nvPr/>
          </p:nvSpPr>
          <p:spPr>
            <a:xfrm>
              <a:off x="8014197" y="7352928"/>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Inventory &amp; Shelf Life Management </a:t>
              </a:r>
              <a:endParaRPr sz="900" b="1" i="0" u="none" strike="noStrike" cap="none">
                <a:solidFill>
                  <a:srgbClr val="086AFE"/>
                </a:solidFill>
                <a:latin typeface="Salesforce Sans"/>
                <a:ea typeface="Salesforce Sans"/>
                <a:cs typeface="Salesforce Sans"/>
                <a:sym typeface="Salesforce Sans"/>
              </a:endParaRPr>
            </a:p>
          </p:txBody>
        </p:sp>
        <p:sp>
          <p:nvSpPr>
            <p:cNvPr id="6934" name="Google Shape;6934;p174"/>
            <p:cNvSpPr txBox="1"/>
            <p:nvPr/>
          </p:nvSpPr>
          <p:spPr>
            <a:xfrm>
              <a:off x="8014197" y="6340916"/>
              <a:ext cx="8766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Invoice Reconciliation </a:t>
              </a:r>
              <a:endParaRPr sz="900" b="1" i="0" u="none" strike="noStrike" cap="none">
                <a:solidFill>
                  <a:srgbClr val="086AFE"/>
                </a:solidFill>
                <a:latin typeface="Salesforce Sans"/>
                <a:ea typeface="Salesforce Sans"/>
                <a:cs typeface="Salesforce Sans"/>
                <a:sym typeface="Salesforce Sans"/>
              </a:endParaRPr>
            </a:p>
          </p:txBody>
        </p:sp>
        <p:sp>
          <p:nvSpPr>
            <p:cNvPr id="6935" name="Google Shape;6935;p174"/>
            <p:cNvSpPr txBox="1"/>
            <p:nvPr/>
          </p:nvSpPr>
          <p:spPr>
            <a:xfrm>
              <a:off x="8014197" y="3301720"/>
              <a:ext cx="8766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Selection &amp; Onboarding </a:t>
              </a:r>
              <a:endParaRPr sz="900" b="1" i="0" u="none" strike="noStrike" cap="none">
                <a:solidFill>
                  <a:srgbClr val="086AFE"/>
                </a:solidFill>
                <a:latin typeface="Salesforce Sans"/>
                <a:ea typeface="Salesforce Sans"/>
                <a:cs typeface="Salesforce Sans"/>
                <a:sym typeface="Salesforce Sans"/>
              </a:endParaRPr>
            </a:p>
          </p:txBody>
        </p:sp>
        <p:sp>
          <p:nvSpPr>
            <p:cNvPr id="6936" name="Google Shape;6936;p174"/>
            <p:cNvSpPr txBox="1"/>
            <p:nvPr/>
          </p:nvSpPr>
          <p:spPr>
            <a:xfrm>
              <a:off x="8014197" y="8382361"/>
              <a:ext cx="8766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Supplier support </a:t>
              </a:r>
              <a:endParaRPr sz="900" b="1" i="0" u="none" strike="noStrike" cap="none">
                <a:solidFill>
                  <a:srgbClr val="086AFE"/>
                </a:solidFill>
                <a:latin typeface="Salesforce Sans"/>
                <a:ea typeface="Salesforce Sans"/>
                <a:cs typeface="Salesforce Sans"/>
                <a:sym typeface="Salesforce Sans"/>
              </a:endParaRPr>
            </a:p>
          </p:txBody>
        </p:sp>
        <p:sp>
          <p:nvSpPr>
            <p:cNvPr id="6937" name="Google Shape;6937;p174"/>
            <p:cNvSpPr txBox="1"/>
            <p:nvPr/>
          </p:nvSpPr>
          <p:spPr>
            <a:xfrm>
              <a:off x="8014197" y="2625173"/>
              <a:ext cx="815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Production Performance </a:t>
              </a:r>
              <a:endParaRPr sz="900" b="1" i="0" u="none" strike="noStrike" cap="none">
                <a:solidFill>
                  <a:srgbClr val="086AFE"/>
                </a:solidFill>
                <a:latin typeface="Salesforce Sans"/>
                <a:ea typeface="Salesforce Sans"/>
                <a:cs typeface="Salesforce Sans"/>
                <a:sym typeface="Salesforce Sans"/>
              </a:endParaRPr>
            </a:p>
          </p:txBody>
        </p:sp>
        <p:sp>
          <p:nvSpPr>
            <p:cNvPr id="6938" name="Google Shape;6938;p174"/>
            <p:cNvSpPr txBox="1"/>
            <p:nvPr/>
          </p:nvSpPr>
          <p:spPr>
            <a:xfrm>
              <a:off x="8014197" y="1977186"/>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Quality &amp; Testing Agent</a:t>
              </a:r>
              <a:endParaRPr sz="900" b="1" i="0" u="none" strike="noStrike" cap="none">
                <a:solidFill>
                  <a:srgbClr val="086AFE"/>
                </a:solidFill>
                <a:latin typeface="Salesforce Sans"/>
                <a:ea typeface="Salesforce Sans"/>
                <a:cs typeface="Salesforce Sans"/>
                <a:sym typeface="Salesforce Sans"/>
              </a:endParaRPr>
            </a:p>
          </p:txBody>
        </p:sp>
        <p:sp>
          <p:nvSpPr>
            <p:cNvPr id="6939" name="Google Shape;6939;p174"/>
            <p:cNvSpPr txBox="1"/>
            <p:nvPr/>
          </p:nvSpPr>
          <p:spPr>
            <a:xfrm>
              <a:off x="8014197" y="2972651"/>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Production </a:t>
              </a:r>
              <a:endParaRPr sz="900" b="1" i="0" u="none" strike="noStrike" cap="none">
                <a:solidFill>
                  <a:srgbClr val="086AFE"/>
                </a:solidFill>
                <a:latin typeface="Salesforce Sans"/>
                <a:ea typeface="Salesforce Sans"/>
                <a:cs typeface="Salesforce Sans"/>
                <a:sym typeface="Salesforce Sans"/>
              </a:endParaRPr>
            </a:p>
          </p:txBody>
        </p:sp>
        <p:sp>
          <p:nvSpPr>
            <p:cNvPr id="6940" name="Google Shape;6940;p174"/>
            <p:cNvSpPr txBox="1"/>
            <p:nvPr/>
          </p:nvSpPr>
          <p:spPr>
            <a:xfrm>
              <a:off x="8014197" y="8946738"/>
              <a:ext cx="815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Field Planning </a:t>
              </a:r>
              <a:endParaRPr sz="900" b="1" i="0" u="none" strike="noStrike" cap="none">
                <a:solidFill>
                  <a:srgbClr val="086AFE"/>
                </a:solidFill>
                <a:latin typeface="Salesforce Sans"/>
                <a:ea typeface="Salesforce Sans"/>
                <a:cs typeface="Salesforce Sans"/>
                <a:sym typeface="Salesforce Sans"/>
              </a:endParaRPr>
            </a:p>
          </p:txBody>
        </p:sp>
        <p:sp>
          <p:nvSpPr>
            <p:cNvPr id="6941" name="Google Shape;6941;p174"/>
            <p:cNvSpPr txBox="1"/>
            <p:nvPr/>
          </p:nvSpPr>
          <p:spPr>
            <a:xfrm>
              <a:off x="8014197" y="9718968"/>
              <a:ext cx="815400" cy="13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Field Support &amp; Excellence </a:t>
              </a:r>
              <a:endParaRPr sz="900" b="1" i="0" u="none" strike="noStrike" cap="none">
                <a:solidFill>
                  <a:srgbClr val="086AFE"/>
                </a:solidFill>
                <a:latin typeface="Salesforce Sans"/>
                <a:ea typeface="Salesforce Sans"/>
                <a:cs typeface="Salesforce Sans"/>
                <a:sym typeface="Salesforce Sans"/>
              </a:endParaRPr>
            </a:p>
          </p:txBody>
        </p:sp>
        <p:sp>
          <p:nvSpPr>
            <p:cNvPr id="6942" name="Google Shape;6942;p174"/>
            <p:cNvSpPr txBox="1"/>
            <p:nvPr/>
          </p:nvSpPr>
          <p:spPr>
            <a:xfrm>
              <a:off x="9356208" y="16159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6943" name="Google Shape;6943;p174"/>
            <p:cNvSpPr txBox="1"/>
            <p:nvPr/>
          </p:nvSpPr>
          <p:spPr>
            <a:xfrm>
              <a:off x="9356195" y="1771000"/>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6944" name="Google Shape;6944;p174"/>
            <p:cNvSpPr/>
            <p:nvPr/>
          </p:nvSpPr>
          <p:spPr>
            <a:xfrm>
              <a:off x="9220161" y="17894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45" name="Google Shape;6945;p174"/>
            <p:cNvSpPr txBox="1"/>
            <p:nvPr/>
          </p:nvSpPr>
          <p:spPr>
            <a:xfrm>
              <a:off x="6814436" y="14180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946" name="Google Shape;6946;p174"/>
            <p:cNvSpPr txBox="1"/>
            <p:nvPr/>
          </p:nvSpPr>
          <p:spPr>
            <a:xfrm>
              <a:off x="8014204" y="14180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947" name="Google Shape;6947;p174"/>
            <p:cNvGrpSpPr/>
            <p:nvPr/>
          </p:nvGrpSpPr>
          <p:grpSpPr>
            <a:xfrm>
              <a:off x="6834047" y="1641256"/>
              <a:ext cx="952541" cy="449700"/>
              <a:chOff x="5812280" y="1793656"/>
              <a:chExt cx="952541" cy="449700"/>
            </a:xfrm>
          </p:grpSpPr>
          <p:sp>
            <p:nvSpPr>
              <p:cNvPr id="6948" name="Google Shape;6948;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949" name="Google Shape;6949;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950" name="Google Shape;6950;p174"/>
            <p:cNvSpPr txBox="1"/>
            <p:nvPr/>
          </p:nvSpPr>
          <p:spPr>
            <a:xfrm>
              <a:off x="9358037" y="14180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951" name="Google Shape;6951;p174"/>
            <p:cNvSpPr txBox="1"/>
            <p:nvPr/>
          </p:nvSpPr>
          <p:spPr>
            <a:xfrm>
              <a:off x="8014197" y="1619425"/>
              <a:ext cx="10224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Internal Asset Management </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sp>
          <p:nvSpPr>
            <p:cNvPr id="6952" name="Google Shape;6952;p174"/>
            <p:cNvSpPr txBox="1"/>
            <p:nvPr/>
          </p:nvSpPr>
          <p:spPr>
            <a:xfrm>
              <a:off x="9356201" y="55417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sz="800" i="0" u="none" strike="noStrike" cap="none">
                <a:latin typeface="Salesforce Sans"/>
                <a:ea typeface="Salesforce Sans"/>
                <a:cs typeface="Salesforce Sans"/>
                <a:sym typeface="Salesforce Sans"/>
              </a:endParaRPr>
            </a:p>
          </p:txBody>
        </p:sp>
        <p:sp>
          <p:nvSpPr>
            <p:cNvPr id="6953" name="Google Shape;6953;p174"/>
            <p:cNvSpPr txBox="1"/>
            <p:nvPr/>
          </p:nvSpPr>
          <p:spPr>
            <a:xfrm>
              <a:off x="9356201" y="56903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sz="800" i="0" u="none" strike="noStrike" cap="none">
                <a:latin typeface="Salesforce Sans"/>
                <a:ea typeface="Salesforce Sans"/>
                <a:cs typeface="Salesforce Sans"/>
                <a:sym typeface="Salesforce Sans"/>
              </a:endParaRPr>
            </a:p>
          </p:txBody>
        </p:sp>
        <p:sp>
          <p:nvSpPr>
            <p:cNvPr id="6954" name="Google Shape;6954;p174"/>
            <p:cNvSpPr txBox="1"/>
            <p:nvPr/>
          </p:nvSpPr>
          <p:spPr>
            <a:xfrm>
              <a:off x="9356200" y="58389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6955" name="Google Shape;6955;p174"/>
            <p:cNvSpPr txBox="1"/>
            <p:nvPr/>
          </p:nvSpPr>
          <p:spPr>
            <a:xfrm>
              <a:off x="9356201" y="59901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sz="800" i="0" u="none" strike="noStrike" cap="none">
                <a:latin typeface="Salesforce Sans"/>
                <a:ea typeface="Salesforce Sans"/>
                <a:cs typeface="Salesforce Sans"/>
                <a:sym typeface="Salesforce Sans"/>
              </a:endParaRPr>
            </a:p>
          </p:txBody>
        </p:sp>
        <p:sp>
          <p:nvSpPr>
            <p:cNvPr id="6956" name="Google Shape;6956;p174"/>
            <p:cNvSpPr txBox="1"/>
            <p:nvPr/>
          </p:nvSpPr>
          <p:spPr>
            <a:xfrm>
              <a:off x="9356201" y="612996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sz="800" i="0" u="none" strike="noStrike" cap="none">
                <a:latin typeface="Salesforce Sans"/>
                <a:ea typeface="Salesforce Sans"/>
                <a:cs typeface="Salesforce Sans"/>
                <a:sym typeface="Salesforce Sans"/>
              </a:endParaRPr>
            </a:p>
          </p:txBody>
        </p:sp>
        <p:sp>
          <p:nvSpPr>
            <p:cNvPr id="6957" name="Google Shape;6957;p174"/>
            <p:cNvSpPr/>
            <p:nvPr/>
          </p:nvSpPr>
          <p:spPr>
            <a:xfrm>
              <a:off x="9220161" y="57089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58" name="Google Shape;6958;p174"/>
            <p:cNvSpPr/>
            <p:nvPr/>
          </p:nvSpPr>
          <p:spPr>
            <a:xfrm>
              <a:off x="9220161" y="58575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59" name="Google Shape;6959;p174"/>
            <p:cNvSpPr/>
            <p:nvPr/>
          </p:nvSpPr>
          <p:spPr>
            <a:xfrm>
              <a:off x="9220161" y="60087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60" name="Google Shape;6960;p174"/>
            <p:cNvSpPr/>
            <p:nvPr/>
          </p:nvSpPr>
          <p:spPr>
            <a:xfrm>
              <a:off x="9220161" y="61485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61" name="Google Shape;6961;p174"/>
            <p:cNvSpPr/>
            <p:nvPr/>
          </p:nvSpPr>
          <p:spPr>
            <a:xfrm>
              <a:off x="9220161" y="55603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nvGrpSpPr>
            <p:cNvPr id="6962" name="Google Shape;6962;p174"/>
            <p:cNvGrpSpPr/>
            <p:nvPr/>
          </p:nvGrpSpPr>
          <p:grpSpPr>
            <a:xfrm>
              <a:off x="6834047" y="3337659"/>
              <a:ext cx="952541" cy="449700"/>
              <a:chOff x="5812280" y="1793656"/>
              <a:chExt cx="952541" cy="449700"/>
            </a:xfrm>
          </p:grpSpPr>
          <p:sp>
            <p:nvSpPr>
              <p:cNvPr id="6963" name="Google Shape;6963;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964" name="Google Shape;6964;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6965" name="Google Shape;6965;p174"/>
            <p:cNvGrpSpPr/>
            <p:nvPr/>
          </p:nvGrpSpPr>
          <p:grpSpPr>
            <a:xfrm>
              <a:off x="6834047" y="8972002"/>
              <a:ext cx="952541" cy="449700"/>
              <a:chOff x="5812280" y="1793656"/>
              <a:chExt cx="952541" cy="449700"/>
            </a:xfrm>
          </p:grpSpPr>
          <p:sp>
            <p:nvSpPr>
              <p:cNvPr id="6966" name="Google Shape;6966;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6967" name="Google Shape;6967;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6968" name="Google Shape;6968;p174"/>
            <p:cNvSpPr txBox="1"/>
            <p:nvPr/>
          </p:nvSpPr>
          <p:spPr>
            <a:xfrm>
              <a:off x="9356201" y="89491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sz="800" i="0" u="none" strike="noStrike" cap="none">
                <a:latin typeface="Salesforce Sans"/>
                <a:ea typeface="Salesforce Sans"/>
                <a:cs typeface="Salesforce Sans"/>
                <a:sym typeface="Salesforce Sans"/>
              </a:endParaRPr>
            </a:p>
          </p:txBody>
        </p:sp>
        <p:sp>
          <p:nvSpPr>
            <p:cNvPr id="6969" name="Google Shape;6969;p174"/>
            <p:cNvSpPr txBox="1"/>
            <p:nvPr/>
          </p:nvSpPr>
          <p:spPr>
            <a:xfrm>
              <a:off x="9356201" y="909776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sz="800" i="0" u="none" strike="noStrike" cap="none">
                <a:latin typeface="Salesforce Sans"/>
                <a:ea typeface="Salesforce Sans"/>
                <a:cs typeface="Salesforce Sans"/>
                <a:sym typeface="Salesforce Sans"/>
              </a:endParaRPr>
            </a:p>
          </p:txBody>
        </p:sp>
        <p:sp>
          <p:nvSpPr>
            <p:cNvPr id="6970" name="Google Shape;6970;p174"/>
            <p:cNvSpPr txBox="1"/>
            <p:nvPr/>
          </p:nvSpPr>
          <p:spPr>
            <a:xfrm>
              <a:off x="9356201" y="9246373"/>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sz="800" i="0" u="none" strike="noStrike" cap="none">
                <a:latin typeface="Salesforce Sans"/>
                <a:ea typeface="Salesforce Sans"/>
                <a:cs typeface="Salesforce Sans"/>
                <a:sym typeface="Salesforce Sans"/>
              </a:endParaRPr>
            </a:p>
          </p:txBody>
        </p:sp>
        <p:sp>
          <p:nvSpPr>
            <p:cNvPr id="6971" name="Google Shape;6971;p174"/>
            <p:cNvSpPr txBox="1"/>
            <p:nvPr/>
          </p:nvSpPr>
          <p:spPr>
            <a:xfrm>
              <a:off x="9356201" y="939757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sz="800" i="0" u="none" strike="noStrike" cap="none">
                <a:latin typeface="Salesforce Sans"/>
                <a:ea typeface="Salesforce Sans"/>
                <a:cs typeface="Salesforce Sans"/>
                <a:sym typeface="Salesforce Sans"/>
              </a:endParaRPr>
            </a:p>
          </p:txBody>
        </p:sp>
        <p:sp>
          <p:nvSpPr>
            <p:cNvPr id="6972" name="Google Shape;6972;p174"/>
            <p:cNvSpPr txBox="1"/>
            <p:nvPr/>
          </p:nvSpPr>
          <p:spPr>
            <a:xfrm>
              <a:off x="9356201" y="953736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sz="800" i="0" u="none" strike="noStrike" cap="none">
                <a:latin typeface="Salesforce Sans"/>
                <a:ea typeface="Salesforce Sans"/>
                <a:cs typeface="Salesforce Sans"/>
                <a:sym typeface="Salesforce Sans"/>
              </a:endParaRPr>
            </a:p>
          </p:txBody>
        </p:sp>
        <p:sp>
          <p:nvSpPr>
            <p:cNvPr id="6973" name="Google Shape;6973;p174"/>
            <p:cNvSpPr/>
            <p:nvPr/>
          </p:nvSpPr>
          <p:spPr>
            <a:xfrm>
              <a:off x="9220161" y="911636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74" name="Google Shape;6974;p174"/>
            <p:cNvSpPr/>
            <p:nvPr/>
          </p:nvSpPr>
          <p:spPr>
            <a:xfrm>
              <a:off x="9220161" y="926497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75" name="Google Shape;6975;p174"/>
            <p:cNvSpPr/>
            <p:nvPr/>
          </p:nvSpPr>
          <p:spPr>
            <a:xfrm>
              <a:off x="9220161" y="941618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76" name="Google Shape;6976;p174"/>
            <p:cNvSpPr/>
            <p:nvPr/>
          </p:nvSpPr>
          <p:spPr>
            <a:xfrm>
              <a:off x="9220161" y="9555976"/>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77" name="Google Shape;6977;p174"/>
            <p:cNvSpPr/>
            <p:nvPr/>
          </p:nvSpPr>
          <p:spPr>
            <a:xfrm>
              <a:off x="9220161" y="896775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78" name="Google Shape;6978;p174"/>
            <p:cNvSpPr txBox="1"/>
            <p:nvPr/>
          </p:nvSpPr>
          <p:spPr>
            <a:xfrm>
              <a:off x="9356201" y="828934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sz="800" i="0" u="none" strike="noStrike" cap="none">
                <a:latin typeface="Salesforce Sans"/>
                <a:ea typeface="Salesforce Sans"/>
                <a:cs typeface="Salesforce Sans"/>
                <a:sym typeface="Salesforce Sans"/>
              </a:endParaRPr>
            </a:p>
          </p:txBody>
        </p:sp>
        <p:sp>
          <p:nvSpPr>
            <p:cNvPr id="6979" name="Google Shape;6979;p174"/>
            <p:cNvSpPr txBox="1"/>
            <p:nvPr/>
          </p:nvSpPr>
          <p:spPr>
            <a:xfrm>
              <a:off x="9356200" y="8437944"/>
              <a:ext cx="2658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6980" name="Google Shape;6980;p174"/>
            <p:cNvSpPr txBox="1"/>
            <p:nvPr/>
          </p:nvSpPr>
          <p:spPr>
            <a:xfrm>
              <a:off x="9356200" y="8586569"/>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6981" name="Google Shape;6981;p174"/>
            <p:cNvSpPr/>
            <p:nvPr/>
          </p:nvSpPr>
          <p:spPr>
            <a:xfrm>
              <a:off x="9220161" y="845655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82" name="Google Shape;6982;p174"/>
            <p:cNvSpPr/>
            <p:nvPr/>
          </p:nvSpPr>
          <p:spPr>
            <a:xfrm>
              <a:off x="9220161" y="8605162"/>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83" name="Google Shape;6983;p174"/>
            <p:cNvSpPr txBox="1"/>
            <p:nvPr/>
          </p:nvSpPr>
          <p:spPr>
            <a:xfrm>
              <a:off x="9356200" y="8737769"/>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6984" name="Google Shape;6984;p174"/>
            <p:cNvSpPr/>
            <p:nvPr/>
          </p:nvSpPr>
          <p:spPr>
            <a:xfrm>
              <a:off x="9220161" y="87563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85" name="Google Shape;6985;p174"/>
            <p:cNvSpPr/>
            <p:nvPr/>
          </p:nvSpPr>
          <p:spPr>
            <a:xfrm>
              <a:off x="9220161" y="83079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86" name="Google Shape;6986;p174"/>
            <p:cNvSpPr/>
            <p:nvPr/>
          </p:nvSpPr>
          <p:spPr>
            <a:xfrm>
              <a:off x="9220161" y="16344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87" name="Google Shape;6987;p174"/>
            <p:cNvSpPr txBox="1"/>
            <p:nvPr/>
          </p:nvSpPr>
          <p:spPr>
            <a:xfrm>
              <a:off x="9356208" y="1975933"/>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sz="800" i="0" u="none" strike="noStrike" cap="none">
                <a:latin typeface="Salesforce Sans"/>
                <a:ea typeface="Salesforce Sans"/>
                <a:cs typeface="Salesforce Sans"/>
                <a:sym typeface="Salesforce Sans"/>
              </a:endParaRPr>
            </a:p>
          </p:txBody>
        </p:sp>
        <p:sp>
          <p:nvSpPr>
            <p:cNvPr id="6988" name="Google Shape;6988;p174"/>
            <p:cNvSpPr txBox="1"/>
            <p:nvPr/>
          </p:nvSpPr>
          <p:spPr>
            <a:xfrm>
              <a:off x="9356208" y="212714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sz="800" i="0" u="none" strike="noStrike" cap="none">
                <a:latin typeface="Salesforce Sans"/>
                <a:ea typeface="Salesforce Sans"/>
                <a:cs typeface="Salesforce Sans"/>
                <a:sym typeface="Salesforce Sans"/>
              </a:endParaRPr>
            </a:p>
          </p:txBody>
        </p:sp>
        <p:sp>
          <p:nvSpPr>
            <p:cNvPr id="6989" name="Google Shape;6989;p174"/>
            <p:cNvSpPr txBox="1"/>
            <p:nvPr/>
          </p:nvSpPr>
          <p:spPr>
            <a:xfrm>
              <a:off x="9356207" y="2266928"/>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6990" name="Google Shape;6990;p174"/>
            <p:cNvSpPr/>
            <p:nvPr/>
          </p:nvSpPr>
          <p:spPr>
            <a:xfrm>
              <a:off x="9220161" y="199453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91" name="Google Shape;6991;p174"/>
            <p:cNvSpPr/>
            <p:nvPr/>
          </p:nvSpPr>
          <p:spPr>
            <a:xfrm>
              <a:off x="9220161" y="21457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92" name="Google Shape;6992;p174"/>
            <p:cNvSpPr/>
            <p:nvPr/>
          </p:nvSpPr>
          <p:spPr>
            <a:xfrm>
              <a:off x="9220161" y="228553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93" name="Google Shape;6993;p174"/>
            <p:cNvSpPr txBox="1"/>
            <p:nvPr/>
          </p:nvSpPr>
          <p:spPr>
            <a:xfrm>
              <a:off x="9356208" y="241747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sz="800" i="0" u="none" strike="noStrike" cap="none">
                <a:latin typeface="Salesforce Sans"/>
                <a:ea typeface="Salesforce Sans"/>
                <a:cs typeface="Salesforce Sans"/>
                <a:sym typeface="Salesforce Sans"/>
              </a:endParaRPr>
            </a:p>
          </p:txBody>
        </p:sp>
        <p:sp>
          <p:nvSpPr>
            <p:cNvPr id="6994" name="Google Shape;6994;p174"/>
            <p:cNvSpPr/>
            <p:nvPr/>
          </p:nvSpPr>
          <p:spPr>
            <a:xfrm>
              <a:off x="9220161" y="243607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95" name="Google Shape;6995;p174"/>
            <p:cNvSpPr txBox="1"/>
            <p:nvPr/>
          </p:nvSpPr>
          <p:spPr>
            <a:xfrm>
              <a:off x="9356208" y="2621721"/>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sz="800" i="0" u="none" strike="noStrike" cap="none">
                <a:latin typeface="Salesforce Sans"/>
                <a:ea typeface="Salesforce Sans"/>
                <a:cs typeface="Salesforce Sans"/>
                <a:sym typeface="Salesforce Sans"/>
              </a:endParaRPr>
            </a:p>
          </p:txBody>
        </p:sp>
        <p:sp>
          <p:nvSpPr>
            <p:cNvPr id="6996" name="Google Shape;6996;p174"/>
            <p:cNvSpPr txBox="1"/>
            <p:nvPr/>
          </p:nvSpPr>
          <p:spPr>
            <a:xfrm>
              <a:off x="9356208" y="2772929"/>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6997" name="Google Shape;6997;p174"/>
            <p:cNvSpPr/>
            <p:nvPr/>
          </p:nvSpPr>
          <p:spPr>
            <a:xfrm>
              <a:off x="9220161" y="264032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6998" name="Google Shape;6998;p174"/>
            <p:cNvSpPr/>
            <p:nvPr/>
          </p:nvSpPr>
          <p:spPr>
            <a:xfrm>
              <a:off x="9220161" y="279152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6999" name="Google Shape;6999;p174"/>
            <p:cNvSpPr txBox="1"/>
            <p:nvPr/>
          </p:nvSpPr>
          <p:spPr>
            <a:xfrm>
              <a:off x="9356208" y="297125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sz="800" i="0" u="none" strike="noStrike" cap="none">
                <a:latin typeface="Salesforce Sans"/>
                <a:ea typeface="Salesforce Sans"/>
                <a:cs typeface="Salesforce Sans"/>
                <a:sym typeface="Salesforce Sans"/>
              </a:endParaRPr>
            </a:p>
          </p:txBody>
        </p:sp>
        <p:sp>
          <p:nvSpPr>
            <p:cNvPr id="7000" name="Google Shape;7000;p174"/>
            <p:cNvSpPr txBox="1"/>
            <p:nvPr/>
          </p:nvSpPr>
          <p:spPr>
            <a:xfrm>
              <a:off x="9356208" y="3122466"/>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sz="800" i="0" u="none" strike="noStrike" cap="none">
                <a:latin typeface="Salesforce Sans"/>
                <a:ea typeface="Salesforce Sans"/>
                <a:cs typeface="Salesforce Sans"/>
                <a:sym typeface="Salesforce Sans"/>
              </a:endParaRPr>
            </a:p>
          </p:txBody>
        </p:sp>
        <p:sp>
          <p:nvSpPr>
            <p:cNvPr id="7001" name="Google Shape;7001;p174"/>
            <p:cNvSpPr/>
            <p:nvPr/>
          </p:nvSpPr>
          <p:spPr>
            <a:xfrm>
              <a:off x="9220161" y="298985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02" name="Google Shape;7002;p174"/>
            <p:cNvSpPr txBox="1"/>
            <p:nvPr/>
          </p:nvSpPr>
          <p:spPr>
            <a:xfrm>
              <a:off x="9356201" y="33094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i="0" u="none" strike="noStrike" cap="none">
                <a:latin typeface="Salesforce Sans"/>
                <a:ea typeface="Salesforce Sans"/>
                <a:cs typeface="Salesforce Sans"/>
                <a:sym typeface="Salesforce Sans"/>
              </a:endParaRPr>
            </a:p>
          </p:txBody>
        </p:sp>
        <p:sp>
          <p:nvSpPr>
            <p:cNvPr id="7003" name="Google Shape;7003;p174"/>
            <p:cNvSpPr txBox="1"/>
            <p:nvPr/>
          </p:nvSpPr>
          <p:spPr>
            <a:xfrm>
              <a:off x="9356201" y="34580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i="0" u="none" strike="noStrike" cap="none">
                <a:latin typeface="Salesforce Sans"/>
                <a:ea typeface="Salesforce Sans"/>
                <a:cs typeface="Salesforce Sans"/>
                <a:sym typeface="Salesforce Sans"/>
              </a:endParaRPr>
            </a:p>
          </p:txBody>
        </p:sp>
        <p:sp>
          <p:nvSpPr>
            <p:cNvPr id="7004" name="Google Shape;7004;p174"/>
            <p:cNvSpPr txBox="1"/>
            <p:nvPr/>
          </p:nvSpPr>
          <p:spPr>
            <a:xfrm>
              <a:off x="9356200" y="36066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7005" name="Google Shape;7005;p174"/>
            <p:cNvSpPr txBox="1"/>
            <p:nvPr/>
          </p:nvSpPr>
          <p:spPr>
            <a:xfrm>
              <a:off x="9356201" y="37578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7006" name="Google Shape;7006;p174"/>
            <p:cNvSpPr txBox="1"/>
            <p:nvPr/>
          </p:nvSpPr>
          <p:spPr>
            <a:xfrm>
              <a:off x="9356201" y="389766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i="0" u="none" strike="noStrike" cap="none">
                <a:latin typeface="Salesforce Sans"/>
                <a:ea typeface="Salesforce Sans"/>
                <a:cs typeface="Salesforce Sans"/>
                <a:sym typeface="Salesforce Sans"/>
              </a:endParaRPr>
            </a:p>
          </p:txBody>
        </p:sp>
        <p:sp>
          <p:nvSpPr>
            <p:cNvPr id="7007" name="Google Shape;7007;p174"/>
            <p:cNvSpPr/>
            <p:nvPr/>
          </p:nvSpPr>
          <p:spPr>
            <a:xfrm>
              <a:off x="9220161" y="34766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08" name="Google Shape;7008;p174"/>
            <p:cNvSpPr/>
            <p:nvPr/>
          </p:nvSpPr>
          <p:spPr>
            <a:xfrm>
              <a:off x="9220161" y="362528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09" name="Google Shape;7009;p174"/>
            <p:cNvSpPr/>
            <p:nvPr/>
          </p:nvSpPr>
          <p:spPr>
            <a:xfrm>
              <a:off x="9220161" y="37764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10" name="Google Shape;7010;p174"/>
            <p:cNvSpPr/>
            <p:nvPr/>
          </p:nvSpPr>
          <p:spPr>
            <a:xfrm>
              <a:off x="9220161" y="39162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11" name="Google Shape;7011;p174"/>
            <p:cNvSpPr/>
            <p:nvPr/>
          </p:nvSpPr>
          <p:spPr>
            <a:xfrm>
              <a:off x="9220161" y="33280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12" name="Google Shape;7012;p174"/>
            <p:cNvSpPr txBox="1"/>
            <p:nvPr/>
          </p:nvSpPr>
          <p:spPr>
            <a:xfrm>
              <a:off x="9356201" y="410168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sz="800" i="0" u="none" strike="noStrike" cap="none">
                <a:latin typeface="Salesforce Sans"/>
                <a:ea typeface="Salesforce Sans"/>
                <a:cs typeface="Salesforce Sans"/>
                <a:sym typeface="Salesforce Sans"/>
              </a:endParaRPr>
            </a:p>
          </p:txBody>
        </p:sp>
        <p:sp>
          <p:nvSpPr>
            <p:cNvPr id="7013" name="Google Shape;7013;p174"/>
            <p:cNvSpPr txBox="1"/>
            <p:nvPr/>
          </p:nvSpPr>
          <p:spPr>
            <a:xfrm>
              <a:off x="9356201" y="425029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7014" name="Google Shape;7014;p174"/>
            <p:cNvSpPr txBox="1"/>
            <p:nvPr/>
          </p:nvSpPr>
          <p:spPr>
            <a:xfrm>
              <a:off x="9356200" y="4398913"/>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7015" name="Google Shape;7015;p174"/>
            <p:cNvSpPr txBox="1"/>
            <p:nvPr/>
          </p:nvSpPr>
          <p:spPr>
            <a:xfrm>
              <a:off x="9356201" y="4550106"/>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sz="800" i="0" u="none" strike="noStrike" cap="none">
                <a:latin typeface="Salesforce Sans"/>
                <a:ea typeface="Salesforce Sans"/>
                <a:cs typeface="Salesforce Sans"/>
                <a:sym typeface="Salesforce Sans"/>
              </a:endParaRPr>
            </a:p>
          </p:txBody>
        </p:sp>
        <p:sp>
          <p:nvSpPr>
            <p:cNvPr id="7016" name="Google Shape;7016;p174"/>
            <p:cNvSpPr txBox="1"/>
            <p:nvPr/>
          </p:nvSpPr>
          <p:spPr>
            <a:xfrm>
              <a:off x="9356201" y="4689893"/>
              <a:ext cx="2046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017" name="Google Shape;7017;p174"/>
            <p:cNvSpPr/>
            <p:nvPr/>
          </p:nvSpPr>
          <p:spPr>
            <a:xfrm>
              <a:off x="9220161" y="42688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18" name="Google Shape;7018;p174"/>
            <p:cNvSpPr/>
            <p:nvPr/>
          </p:nvSpPr>
          <p:spPr>
            <a:xfrm>
              <a:off x="9220161" y="44175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19" name="Google Shape;7019;p174"/>
            <p:cNvSpPr/>
            <p:nvPr/>
          </p:nvSpPr>
          <p:spPr>
            <a:xfrm>
              <a:off x="9220161" y="4708504"/>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20" name="Google Shape;7020;p174"/>
            <p:cNvSpPr/>
            <p:nvPr/>
          </p:nvSpPr>
          <p:spPr>
            <a:xfrm>
              <a:off x="9220161" y="412028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21" name="Google Shape;7021;p174"/>
            <p:cNvSpPr txBox="1"/>
            <p:nvPr/>
          </p:nvSpPr>
          <p:spPr>
            <a:xfrm>
              <a:off x="9356201" y="489131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sz="800" i="0" u="none" strike="noStrike" cap="none">
                <a:latin typeface="Salesforce Sans"/>
                <a:ea typeface="Salesforce Sans"/>
                <a:cs typeface="Salesforce Sans"/>
                <a:sym typeface="Salesforce Sans"/>
              </a:endParaRPr>
            </a:p>
          </p:txBody>
        </p:sp>
        <p:sp>
          <p:nvSpPr>
            <p:cNvPr id="7022" name="Google Shape;7022;p174"/>
            <p:cNvSpPr txBox="1"/>
            <p:nvPr/>
          </p:nvSpPr>
          <p:spPr>
            <a:xfrm>
              <a:off x="9356201" y="503992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sz="800" i="0" u="none" strike="noStrike" cap="none">
                <a:latin typeface="Salesforce Sans"/>
                <a:ea typeface="Salesforce Sans"/>
                <a:cs typeface="Salesforce Sans"/>
                <a:sym typeface="Salesforce Sans"/>
              </a:endParaRPr>
            </a:p>
          </p:txBody>
        </p:sp>
        <p:sp>
          <p:nvSpPr>
            <p:cNvPr id="7023" name="Google Shape;7023;p174"/>
            <p:cNvSpPr txBox="1"/>
            <p:nvPr/>
          </p:nvSpPr>
          <p:spPr>
            <a:xfrm>
              <a:off x="9356200" y="518853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7024" name="Google Shape;7024;p174"/>
            <p:cNvSpPr txBox="1"/>
            <p:nvPr/>
          </p:nvSpPr>
          <p:spPr>
            <a:xfrm>
              <a:off x="9356201" y="533973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sz="800" i="0" u="none" strike="noStrike" cap="none">
                <a:latin typeface="Salesforce Sans"/>
                <a:ea typeface="Salesforce Sans"/>
                <a:cs typeface="Salesforce Sans"/>
                <a:sym typeface="Salesforce Sans"/>
              </a:endParaRPr>
            </a:p>
          </p:txBody>
        </p:sp>
        <p:sp>
          <p:nvSpPr>
            <p:cNvPr id="7025" name="Google Shape;7025;p174"/>
            <p:cNvSpPr/>
            <p:nvPr/>
          </p:nvSpPr>
          <p:spPr>
            <a:xfrm>
              <a:off x="9220161" y="505852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26" name="Google Shape;7026;p174"/>
            <p:cNvSpPr/>
            <p:nvPr/>
          </p:nvSpPr>
          <p:spPr>
            <a:xfrm>
              <a:off x="9220161" y="5207130"/>
              <a:ext cx="91200" cy="91200"/>
            </a:xfrm>
            <a:prstGeom prst="ellipse">
              <a:avLst/>
            </a:prstGeom>
            <a:solidFill>
              <a:srgbClr val="00B4FF"/>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27" name="Google Shape;7027;p174"/>
            <p:cNvSpPr/>
            <p:nvPr/>
          </p:nvSpPr>
          <p:spPr>
            <a:xfrm>
              <a:off x="9220161" y="535833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28" name="Google Shape;7028;p174"/>
            <p:cNvSpPr/>
            <p:nvPr/>
          </p:nvSpPr>
          <p:spPr>
            <a:xfrm>
              <a:off x="9220161" y="490991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29" name="Google Shape;7029;p174"/>
            <p:cNvSpPr txBox="1"/>
            <p:nvPr/>
          </p:nvSpPr>
          <p:spPr>
            <a:xfrm>
              <a:off x="9356201" y="63364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sz="800" i="0" u="none" strike="noStrike" cap="none">
                <a:latin typeface="Salesforce Sans"/>
                <a:ea typeface="Salesforce Sans"/>
                <a:cs typeface="Salesforce Sans"/>
                <a:sym typeface="Salesforce Sans"/>
              </a:endParaRPr>
            </a:p>
          </p:txBody>
        </p:sp>
        <p:sp>
          <p:nvSpPr>
            <p:cNvPr id="7030" name="Google Shape;7030;p174"/>
            <p:cNvSpPr txBox="1"/>
            <p:nvPr/>
          </p:nvSpPr>
          <p:spPr>
            <a:xfrm>
              <a:off x="9356200" y="648507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7031" name="Google Shape;7031;p174"/>
            <p:cNvSpPr txBox="1"/>
            <p:nvPr/>
          </p:nvSpPr>
          <p:spPr>
            <a:xfrm>
              <a:off x="9356199" y="6636266"/>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sz="800" i="0" u="none" strike="noStrike" cap="none">
                <a:latin typeface="Salesforce Sans"/>
                <a:ea typeface="Salesforce Sans"/>
                <a:cs typeface="Salesforce Sans"/>
                <a:sym typeface="Salesforce Sans"/>
              </a:endParaRPr>
            </a:p>
          </p:txBody>
        </p:sp>
        <p:sp>
          <p:nvSpPr>
            <p:cNvPr id="7032" name="Google Shape;7032;p174"/>
            <p:cNvSpPr/>
            <p:nvPr/>
          </p:nvSpPr>
          <p:spPr>
            <a:xfrm>
              <a:off x="9220161" y="635506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33" name="Google Shape;7033;p174"/>
            <p:cNvSpPr/>
            <p:nvPr/>
          </p:nvSpPr>
          <p:spPr>
            <a:xfrm>
              <a:off x="9220161" y="650367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34" name="Google Shape;7034;p174"/>
            <p:cNvSpPr/>
            <p:nvPr/>
          </p:nvSpPr>
          <p:spPr>
            <a:xfrm>
              <a:off x="9220161" y="665487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35" name="Google Shape;7035;p174"/>
            <p:cNvSpPr txBox="1"/>
            <p:nvPr/>
          </p:nvSpPr>
          <p:spPr>
            <a:xfrm>
              <a:off x="9356201" y="68427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7036" name="Google Shape;7036;p174"/>
            <p:cNvSpPr txBox="1"/>
            <p:nvPr/>
          </p:nvSpPr>
          <p:spPr>
            <a:xfrm>
              <a:off x="9356200" y="69913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7037" name="Google Shape;7037;p174"/>
            <p:cNvSpPr txBox="1"/>
            <p:nvPr/>
          </p:nvSpPr>
          <p:spPr>
            <a:xfrm>
              <a:off x="9356199" y="71425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sz="800" i="0" u="none" strike="noStrike" cap="none">
                <a:latin typeface="Salesforce Sans"/>
                <a:ea typeface="Salesforce Sans"/>
                <a:cs typeface="Salesforce Sans"/>
                <a:sym typeface="Salesforce Sans"/>
              </a:endParaRPr>
            </a:p>
          </p:txBody>
        </p:sp>
        <p:sp>
          <p:nvSpPr>
            <p:cNvPr id="7038" name="Google Shape;7038;p174"/>
            <p:cNvSpPr/>
            <p:nvPr/>
          </p:nvSpPr>
          <p:spPr>
            <a:xfrm>
              <a:off x="9220161" y="68613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39" name="Google Shape;7039;p174"/>
            <p:cNvSpPr/>
            <p:nvPr/>
          </p:nvSpPr>
          <p:spPr>
            <a:xfrm>
              <a:off x="9220161" y="70099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40" name="Google Shape;7040;p174"/>
            <p:cNvSpPr/>
            <p:nvPr/>
          </p:nvSpPr>
          <p:spPr>
            <a:xfrm>
              <a:off x="9220161" y="71611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41" name="Google Shape;7041;p174"/>
            <p:cNvSpPr txBox="1"/>
            <p:nvPr/>
          </p:nvSpPr>
          <p:spPr>
            <a:xfrm>
              <a:off x="9356201" y="73404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sz="800" i="0" u="none" strike="noStrike" cap="none">
                <a:latin typeface="Salesforce Sans"/>
                <a:ea typeface="Salesforce Sans"/>
                <a:cs typeface="Salesforce Sans"/>
                <a:sym typeface="Salesforce Sans"/>
              </a:endParaRPr>
            </a:p>
          </p:txBody>
        </p:sp>
        <p:sp>
          <p:nvSpPr>
            <p:cNvPr id="7042" name="Google Shape;7042;p174"/>
            <p:cNvSpPr txBox="1"/>
            <p:nvPr/>
          </p:nvSpPr>
          <p:spPr>
            <a:xfrm>
              <a:off x="9356200" y="7489006"/>
              <a:ext cx="2658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7043" name="Google Shape;7043;p174"/>
            <p:cNvSpPr txBox="1"/>
            <p:nvPr/>
          </p:nvSpPr>
          <p:spPr>
            <a:xfrm>
              <a:off x="9356200" y="7637631"/>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7044" name="Google Shape;7044;p174"/>
            <p:cNvSpPr txBox="1"/>
            <p:nvPr/>
          </p:nvSpPr>
          <p:spPr>
            <a:xfrm>
              <a:off x="9356201" y="7928612"/>
              <a:ext cx="20466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sz="800" i="0" u="none" strike="noStrike" cap="none">
                <a:latin typeface="Salesforce Sans"/>
                <a:ea typeface="Salesforce Sans"/>
                <a:cs typeface="Salesforce Sans"/>
                <a:sym typeface="Salesforce Sans"/>
              </a:endParaRPr>
            </a:p>
          </p:txBody>
        </p:sp>
        <p:sp>
          <p:nvSpPr>
            <p:cNvPr id="7045" name="Google Shape;7045;p174"/>
            <p:cNvSpPr/>
            <p:nvPr/>
          </p:nvSpPr>
          <p:spPr>
            <a:xfrm>
              <a:off x="9220161" y="750761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46" name="Google Shape;7046;p174"/>
            <p:cNvSpPr txBox="1"/>
            <p:nvPr/>
          </p:nvSpPr>
          <p:spPr>
            <a:xfrm>
              <a:off x="9356200" y="7788831"/>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7047" name="Google Shape;7047;p174"/>
            <p:cNvSpPr/>
            <p:nvPr/>
          </p:nvSpPr>
          <p:spPr>
            <a:xfrm>
              <a:off x="9220161" y="765622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48" name="Google Shape;7048;p174"/>
            <p:cNvSpPr/>
            <p:nvPr/>
          </p:nvSpPr>
          <p:spPr>
            <a:xfrm>
              <a:off x="9220161" y="780743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49" name="Google Shape;7049;p174"/>
            <p:cNvSpPr/>
            <p:nvPr/>
          </p:nvSpPr>
          <p:spPr>
            <a:xfrm>
              <a:off x="9220161" y="794722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50" name="Google Shape;7050;p174"/>
            <p:cNvSpPr/>
            <p:nvPr/>
          </p:nvSpPr>
          <p:spPr>
            <a:xfrm>
              <a:off x="9220161" y="7359004"/>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51" name="Google Shape;7051;p174"/>
            <p:cNvSpPr txBox="1"/>
            <p:nvPr/>
          </p:nvSpPr>
          <p:spPr>
            <a:xfrm>
              <a:off x="9356201" y="807915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7052" name="Google Shape;7052;p174"/>
            <p:cNvSpPr/>
            <p:nvPr/>
          </p:nvSpPr>
          <p:spPr>
            <a:xfrm>
              <a:off x="9220161" y="809776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53" name="Google Shape;7053;p174"/>
            <p:cNvSpPr txBox="1"/>
            <p:nvPr/>
          </p:nvSpPr>
          <p:spPr>
            <a:xfrm>
              <a:off x="9356200" y="9742788"/>
              <a:ext cx="33432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7054" name="Google Shape;7054;p174"/>
            <p:cNvSpPr txBox="1"/>
            <p:nvPr/>
          </p:nvSpPr>
          <p:spPr>
            <a:xfrm>
              <a:off x="9356201" y="9891405"/>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sz="800" i="0" u="none" strike="noStrike" cap="none">
                <a:latin typeface="Salesforce Sans"/>
                <a:ea typeface="Salesforce Sans"/>
                <a:cs typeface="Salesforce Sans"/>
                <a:sym typeface="Salesforce Sans"/>
              </a:endParaRPr>
            </a:p>
          </p:txBody>
        </p:sp>
        <p:sp>
          <p:nvSpPr>
            <p:cNvPr id="7055" name="Google Shape;7055;p174"/>
            <p:cNvSpPr txBox="1"/>
            <p:nvPr/>
          </p:nvSpPr>
          <p:spPr>
            <a:xfrm>
              <a:off x="9356200" y="10040013"/>
              <a:ext cx="2808000" cy="2514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marL="0" lvl="0" indent="0" algn="l" rtl="0">
                <a:spcBef>
                  <a:spcPts val="0"/>
                </a:spcBef>
                <a:spcAft>
                  <a:spcPts val="0"/>
                </a:spcAft>
                <a:buClr>
                  <a:schemeClr val="dk1"/>
                </a:buClr>
                <a:buSzPts val="2800"/>
                <a:buFont typeface="Arial"/>
                <a:buNone/>
              </a:pPr>
              <a:endParaRPr sz="800">
                <a:latin typeface="Salesforce Sans"/>
                <a:ea typeface="Salesforce Sans"/>
                <a:cs typeface="Salesforce Sans"/>
                <a:sym typeface="Salesforce Sans"/>
              </a:endParaRPr>
            </a:p>
          </p:txBody>
        </p:sp>
        <p:sp>
          <p:nvSpPr>
            <p:cNvPr id="7056" name="Google Shape;7056;p174"/>
            <p:cNvSpPr txBox="1"/>
            <p:nvPr/>
          </p:nvSpPr>
          <p:spPr>
            <a:xfrm>
              <a:off x="9356200" y="10185263"/>
              <a:ext cx="2451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057" name="Google Shape;7057;p174"/>
            <p:cNvSpPr txBox="1"/>
            <p:nvPr/>
          </p:nvSpPr>
          <p:spPr>
            <a:xfrm>
              <a:off x="9356200" y="10325038"/>
              <a:ext cx="24984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058" name="Google Shape;7058;p174"/>
            <p:cNvSpPr/>
            <p:nvPr/>
          </p:nvSpPr>
          <p:spPr>
            <a:xfrm>
              <a:off x="9220161" y="991000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59" name="Google Shape;7059;p174"/>
            <p:cNvSpPr/>
            <p:nvPr/>
          </p:nvSpPr>
          <p:spPr>
            <a:xfrm>
              <a:off x="9220161" y="10058615"/>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60" name="Google Shape;7060;p174"/>
            <p:cNvSpPr/>
            <p:nvPr/>
          </p:nvSpPr>
          <p:spPr>
            <a:xfrm>
              <a:off x="9220161" y="102038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61" name="Google Shape;7061;p174"/>
            <p:cNvSpPr/>
            <p:nvPr/>
          </p:nvSpPr>
          <p:spPr>
            <a:xfrm>
              <a:off x="9220161" y="10343661"/>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62" name="Google Shape;7062;p174"/>
            <p:cNvSpPr/>
            <p:nvPr/>
          </p:nvSpPr>
          <p:spPr>
            <a:xfrm>
              <a:off x="9220161" y="9761395"/>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grpSp>
      <p:grpSp>
        <p:nvGrpSpPr>
          <p:cNvPr id="7063" name="Google Shape;7063;p174"/>
          <p:cNvGrpSpPr/>
          <p:nvPr/>
        </p:nvGrpSpPr>
        <p:grpSpPr>
          <a:xfrm>
            <a:off x="11977311" y="1113234"/>
            <a:ext cx="6240062" cy="8994991"/>
            <a:chOff x="11173911" y="1037034"/>
            <a:chExt cx="6240062" cy="8994991"/>
          </a:xfrm>
        </p:grpSpPr>
        <p:sp>
          <p:nvSpPr>
            <p:cNvPr id="7064" name="Google Shape;7064;p174"/>
            <p:cNvSpPr txBox="1"/>
            <p:nvPr/>
          </p:nvSpPr>
          <p:spPr>
            <a:xfrm>
              <a:off x="12373676" y="2640147"/>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Customer Order Management </a:t>
              </a:r>
              <a:endParaRPr sz="900" b="1" i="0" u="none" strike="noStrike" cap="none">
                <a:solidFill>
                  <a:srgbClr val="086AFE"/>
                </a:solidFill>
                <a:latin typeface="Salesforce Sans"/>
                <a:ea typeface="Salesforce Sans"/>
                <a:cs typeface="Salesforce Sans"/>
                <a:sym typeface="Salesforce Sans"/>
              </a:endParaRPr>
            </a:p>
          </p:txBody>
        </p:sp>
        <p:sp>
          <p:nvSpPr>
            <p:cNvPr id="7065" name="Google Shape;7065;p174"/>
            <p:cNvSpPr txBox="1"/>
            <p:nvPr/>
          </p:nvSpPr>
          <p:spPr>
            <a:xfrm>
              <a:off x="12373676" y="3181293"/>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Delivery &amp; Logistics  Agent</a:t>
              </a:r>
              <a:endParaRPr sz="900" b="1" i="0" u="none" strike="noStrike" cap="none">
                <a:solidFill>
                  <a:srgbClr val="086AFE"/>
                </a:solidFill>
                <a:latin typeface="Salesforce Sans"/>
                <a:ea typeface="Salesforce Sans"/>
                <a:cs typeface="Salesforce Sans"/>
                <a:sym typeface="Salesforce Sans"/>
              </a:endParaRPr>
            </a:p>
          </p:txBody>
        </p:sp>
        <p:sp>
          <p:nvSpPr>
            <p:cNvPr id="7066" name="Google Shape;7066;p174"/>
            <p:cNvSpPr txBox="1"/>
            <p:nvPr/>
          </p:nvSpPr>
          <p:spPr>
            <a:xfrm>
              <a:off x="12373676" y="3924961"/>
              <a:ext cx="1016700" cy="3741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Strategy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&amp; Planning </a:t>
              </a:r>
              <a:br>
                <a:rPr lang="en" sz="900" b="1" i="0" u="none" strike="noStrike" cap="none">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7067" name="Google Shape;7067;p174"/>
            <p:cNvSpPr txBox="1"/>
            <p:nvPr/>
          </p:nvSpPr>
          <p:spPr>
            <a:xfrm>
              <a:off x="12373676" y="4253958"/>
              <a:ext cx="973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Attraction </a:t>
              </a:r>
              <a:endParaRPr sz="900" b="1" i="0" u="none" strike="noStrike" cap="none">
                <a:solidFill>
                  <a:srgbClr val="086AFE"/>
                </a:solidFill>
                <a:latin typeface="Salesforce Sans"/>
                <a:ea typeface="Salesforce Sans"/>
                <a:cs typeface="Salesforce Sans"/>
                <a:sym typeface="Salesforce Sans"/>
              </a:endParaRPr>
            </a:p>
          </p:txBody>
        </p:sp>
        <p:sp>
          <p:nvSpPr>
            <p:cNvPr id="7068" name="Google Shape;7068;p174"/>
            <p:cNvSpPr txBox="1"/>
            <p:nvPr/>
          </p:nvSpPr>
          <p:spPr>
            <a:xfrm>
              <a:off x="12373676" y="4882718"/>
              <a:ext cx="10053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Mgmt &amp; Development </a:t>
              </a:r>
              <a:endParaRPr sz="900" b="1" i="0" u="none" strike="noStrike" cap="none">
                <a:solidFill>
                  <a:srgbClr val="086AFE"/>
                </a:solidFill>
                <a:latin typeface="Salesforce Sans"/>
                <a:ea typeface="Salesforce Sans"/>
                <a:cs typeface="Salesforce Sans"/>
                <a:sym typeface="Salesforce Sans"/>
              </a:endParaRPr>
            </a:p>
          </p:txBody>
        </p:sp>
        <p:sp>
          <p:nvSpPr>
            <p:cNvPr id="7069" name="Google Shape;7069;p174"/>
            <p:cNvSpPr txBox="1"/>
            <p:nvPr/>
          </p:nvSpPr>
          <p:spPr>
            <a:xfrm>
              <a:off x="12373676" y="5986724"/>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Financial Strategy &amp;</a:t>
              </a:r>
              <a:r>
                <a:rPr lang="en" sz="900" b="1">
                  <a:solidFill>
                    <a:srgbClr val="086AFE"/>
                  </a:solidFill>
                  <a:latin typeface="Salesforce Sans"/>
                  <a:ea typeface="Salesforce Sans"/>
                  <a:cs typeface="Salesforce Sans"/>
                  <a:sym typeface="Salesforce Sans"/>
                </a:rPr>
                <a:t> </a:t>
              </a:r>
              <a:r>
                <a:rPr lang="en" sz="900" b="1" i="0" u="none" strike="noStrike" cap="none">
                  <a:solidFill>
                    <a:srgbClr val="086AFE"/>
                  </a:solidFill>
                  <a:latin typeface="Salesforce Sans"/>
                  <a:ea typeface="Salesforce Sans"/>
                  <a:cs typeface="Salesforce Sans"/>
                  <a:sym typeface="Salesforce Sans"/>
                </a:rPr>
                <a:t>Planning </a:t>
              </a:r>
              <a:endParaRPr sz="900" b="1" i="0" u="none" strike="noStrike" cap="none">
                <a:solidFill>
                  <a:srgbClr val="086AFE"/>
                </a:solidFill>
                <a:latin typeface="Salesforce Sans"/>
                <a:ea typeface="Salesforce Sans"/>
                <a:cs typeface="Salesforce Sans"/>
                <a:sym typeface="Salesforce Sans"/>
              </a:endParaRPr>
            </a:p>
          </p:txBody>
        </p:sp>
        <p:sp>
          <p:nvSpPr>
            <p:cNvPr id="7070" name="Google Shape;7070;p174"/>
            <p:cNvSpPr txBox="1"/>
            <p:nvPr/>
          </p:nvSpPr>
          <p:spPr>
            <a:xfrm>
              <a:off x="12373676" y="6456544"/>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Finance Operations </a:t>
              </a:r>
              <a:endParaRPr sz="900" b="1" i="0" u="none" strike="noStrike" cap="none">
                <a:solidFill>
                  <a:srgbClr val="086AFE"/>
                </a:solidFill>
                <a:latin typeface="Salesforce Sans"/>
                <a:ea typeface="Salesforce Sans"/>
                <a:cs typeface="Salesforce Sans"/>
                <a:sym typeface="Salesforce Sans"/>
              </a:endParaRPr>
            </a:p>
          </p:txBody>
        </p:sp>
        <p:sp>
          <p:nvSpPr>
            <p:cNvPr id="7071" name="Google Shape;7071;p174"/>
            <p:cNvSpPr txBox="1"/>
            <p:nvPr/>
          </p:nvSpPr>
          <p:spPr>
            <a:xfrm>
              <a:off x="12373676" y="6929014"/>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Tax &amp; </a:t>
              </a:r>
              <a:r>
                <a:rPr lang="en" sz="900" b="1">
                  <a:solidFill>
                    <a:srgbClr val="086AFE"/>
                  </a:solidFill>
                  <a:latin typeface="Salesforce Sans"/>
                  <a:ea typeface="Salesforce Sans"/>
                  <a:cs typeface="Salesforce Sans"/>
                  <a:sym typeface="Salesforce Sans"/>
                </a:rPr>
                <a:t>Comp.</a:t>
              </a:r>
              <a:br>
                <a:rPr lang="en" sz="900" b="1">
                  <a:solidFill>
                    <a:srgbClr val="086AFE"/>
                  </a:solidFill>
                  <a:latin typeface="Salesforce Sans"/>
                  <a:ea typeface="Salesforce Sans"/>
                  <a:cs typeface="Salesforce Sans"/>
                  <a:sym typeface="Salesforce Sans"/>
                </a:rPr>
              </a:br>
              <a:endParaRPr sz="900" b="1" i="0" u="none" strike="noStrike" cap="none">
                <a:solidFill>
                  <a:srgbClr val="086AFE"/>
                </a:solidFill>
                <a:latin typeface="Salesforce Sans"/>
                <a:ea typeface="Salesforce Sans"/>
                <a:cs typeface="Salesforce Sans"/>
                <a:sym typeface="Salesforce Sans"/>
              </a:endParaRPr>
            </a:p>
          </p:txBody>
        </p:sp>
        <p:sp>
          <p:nvSpPr>
            <p:cNvPr id="7072" name="Google Shape;7072;p174"/>
            <p:cNvSpPr txBox="1"/>
            <p:nvPr/>
          </p:nvSpPr>
          <p:spPr>
            <a:xfrm>
              <a:off x="12373676" y="7111014"/>
              <a:ext cx="973800" cy="249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Mgmt. &amp; Board Reporting </a:t>
              </a:r>
              <a:r>
                <a:rPr lang="en" sz="900" b="1">
                  <a:solidFill>
                    <a:srgbClr val="086AFE"/>
                  </a:solidFill>
                  <a:latin typeface="Salesforce Sans"/>
                  <a:ea typeface="Salesforce Sans"/>
                  <a:cs typeface="Salesforce Sans"/>
                  <a:sym typeface="Salesforce Sans"/>
                </a:rPr>
                <a:t>Gen. </a:t>
              </a:r>
              <a:endParaRPr sz="900" b="1" i="0" u="none" strike="noStrike" cap="none">
                <a:solidFill>
                  <a:srgbClr val="086AFE"/>
                </a:solidFill>
                <a:latin typeface="Salesforce Sans"/>
                <a:ea typeface="Salesforce Sans"/>
                <a:cs typeface="Salesforce Sans"/>
                <a:sym typeface="Salesforce Sans"/>
              </a:endParaRPr>
            </a:p>
          </p:txBody>
        </p:sp>
        <p:sp>
          <p:nvSpPr>
            <p:cNvPr id="7073" name="Google Shape;7073;p174"/>
            <p:cNvSpPr txBox="1"/>
            <p:nvPr/>
          </p:nvSpPr>
          <p:spPr>
            <a:xfrm>
              <a:off x="12373676" y="7437385"/>
              <a:ext cx="973800" cy="41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IT Incident Management </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&amp; Recovery </a:t>
              </a:r>
              <a:endParaRPr sz="900" b="1" i="0" u="none" strike="noStrike" cap="none">
                <a:solidFill>
                  <a:srgbClr val="086AFE"/>
                </a:solidFill>
                <a:latin typeface="Salesforce Sans"/>
                <a:ea typeface="Salesforce Sans"/>
                <a:cs typeface="Salesforce Sans"/>
                <a:sym typeface="Salesforce Sans"/>
              </a:endParaRPr>
            </a:p>
          </p:txBody>
        </p:sp>
        <p:sp>
          <p:nvSpPr>
            <p:cNvPr id="7074" name="Google Shape;7074;p174"/>
            <p:cNvSpPr txBox="1"/>
            <p:nvPr/>
          </p:nvSpPr>
          <p:spPr>
            <a:xfrm>
              <a:off x="12373676" y="5361550"/>
              <a:ext cx="973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People Operations </a:t>
              </a:r>
              <a:endParaRPr sz="900" b="1" i="0" u="none" strike="noStrike" cap="none">
                <a:solidFill>
                  <a:srgbClr val="086AFE"/>
                </a:solidFill>
                <a:latin typeface="Salesforce Sans"/>
                <a:ea typeface="Salesforce Sans"/>
                <a:cs typeface="Salesforce Sans"/>
                <a:sym typeface="Salesforce Sans"/>
              </a:endParaRPr>
            </a:p>
          </p:txBody>
        </p:sp>
        <p:sp>
          <p:nvSpPr>
            <p:cNvPr id="7075" name="Google Shape;7075;p174"/>
            <p:cNvSpPr txBox="1"/>
            <p:nvPr/>
          </p:nvSpPr>
          <p:spPr>
            <a:xfrm>
              <a:off x="12373676" y="2154263"/>
              <a:ext cx="9738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Back-office and Fulfillment Operations </a:t>
              </a:r>
              <a:endParaRPr sz="900" b="1" i="0" u="none" strike="noStrike" cap="none">
                <a:solidFill>
                  <a:srgbClr val="086AFE"/>
                </a:solidFill>
                <a:latin typeface="Salesforce Sans"/>
                <a:ea typeface="Salesforce Sans"/>
                <a:cs typeface="Salesforce Sans"/>
                <a:sym typeface="Salesforce Sans"/>
              </a:endParaRPr>
            </a:p>
          </p:txBody>
        </p:sp>
        <p:sp>
          <p:nvSpPr>
            <p:cNvPr id="7076" name="Google Shape;7076;p174"/>
            <p:cNvSpPr txBox="1"/>
            <p:nvPr/>
          </p:nvSpPr>
          <p:spPr>
            <a:xfrm>
              <a:off x="12373676" y="8082932"/>
              <a:ext cx="973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Erp/Mes Data Integration </a:t>
              </a:r>
              <a:endParaRPr sz="900" b="1" i="0" u="none" strike="noStrike" cap="none">
                <a:solidFill>
                  <a:srgbClr val="086AFE"/>
                </a:solidFill>
                <a:latin typeface="Salesforce Sans"/>
                <a:ea typeface="Salesforce Sans"/>
                <a:cs typeface="Salesforce Sans"/>
                <a:sym typeface="Salesforce Sans"/>
              </a:endParaRPr>
            </a:p>
          </p:txBody>
        </p:sp>
        <p:sp>
          <p:nvSpPr>
            <p:cNvPr id="7077" name="Google Shape;7077;p174"/>
            <p:cNvSpPr txBox="1"/>
            <p:nvPr/>
          </p:nvSpPr>
          <p:spPr>
            <a:xfrm>
              <a:off x="12373676" y="9162000"/>
              <a:ext cx="973800" cy="27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Litigation &amp; Dispute</a:t>
              </a:r>
              <a:r>
                <a:rPr lang="en" sz="900" b="1">
                  <a:solidFill>
                    <a:srgbClr val="086AFE"/>
                  </a:solidFill>
                  <a:latin typeface="Salesforce Sans"/>
                  <a:ea typeface="Salesforce Sans"/>
                  <a:cs typeface="Salesforce Sans"/>
                  <a:sym typeface="Salesforce Sans"/>
                </a:rPr>
                <a:t> </a:t>
              </a:r>
              <a:endParaRPr sz="900" b="1" i="0" u="none" strike="noStrike" cap="none">
                <a:solidFill>
                  <a:srgbClr val="086AFE"/>
                </a:solidFill>
                <a:latin typeface="Salesforce Sans"/>
                <a:ea typeface="Salesforce Sans"/>
                <a:cs typeface="Salesforce Sans"/>
                <a:sym typeface="Salesforce Sans"/>
              </a:endParaRPr>
            </a:p>
          </p:txBody>
        </p:sp>
        <p:sp>
          <p:nvSpPr>
            <p:cNvPr id="7078" name="Google Shape;7078;p174"/>
            <p:cNvSpPr txBox="1"/>
            <p:nvPr/>
          </p:nvSpPr>
          <p:spPr>
            <a:xfrm>
              <a:off x="12373675" y="8710238"/>
              <a:ext cx="12060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2775"/>
                </a:buClr>
                <a:buSzPts val="2800"/>
                <a:buFont typeface="Arial"/>
                <a:buNone/>
              </a:pPr>
              <a:r>
                <a:rPr lang="en" sz="900" b="1" i="0" u="none" strike="noStrike" cap="none">
                  <a:solidFill>
                    <a:srgbClr val="086AFE"/>
                  </a:solidFill>
                  <a:latin typeface="Salesforce Sans"/>
                  <a:ea typeface="Salesforce Sans"/>
                  <a:cs typeface="Salesforce Sans"/>
                  <a:sym typeface="Salesforce Sans"/>
                </a:rPr>
                <a:t>Customer Con-</a:t>
              </a:r>
              <a:br>
                <a:rPr lang="en" sz="900" b="1" i="0" u="none" strike="noStrike" cap="none">
                  <a:solidFill>
                    <a:srgbClr val="086AFE"/>
                  </a:solidFill>
                  <a:latin typeface="Salesforce Sans"/>
                  <a:ea typeface="Salesforce Sans"/>
                  <a:cs typeface="Salesforce Sans"/>
                  <a:sym typeface="Salesforce Sans"/>
                </a:rPr>
              </a:br>
              <a:r>
                <a:rPr lang="en" sz="900" b="1" i="0" u="none" strike="noStrike" cap="none">
                  <a:solidFill>
                    <a:srgbClr val="086AFE"/>
                  </a:solidFill>
                  <a:latin typeface="Salesforce Sans"/>
                  <a:ea typeface="Salesforce Sans"/>
                  <a:cs typeface="Salesforce Sans"/>
                  <a:sym typeface="Salesforce Sans"/>
                </a:rPr>
                <a:t>tract Lifecycle Mgmt </a:t>
              </a:r>
              <a:endParaRPr sz="900" b="1" i="0" u="none" strike="noStrike" cap="none">
                <a:solidFill>
                  <a:srgbClr val="086AFE"/>
                </a:solidFill>
                <a:latin typeface="Salesforce Sans"/>
                <a:ea typeface="Salesforce Sans"/>
                <a:cs typeface="Salesforce Sans"/>
                <a:sym typeface="Salesforce Sans"/>
              </a:endParaRPr>
            </a:p>
          </p:txBody>
        </p:sp>
        <p:sp>
          <p:nvSpPr>
            <p:cNvPr id="7079" name="Google Shape;7079;p174"/>
            <p:cNvSpPr/>
            <p:nvPr/>
          </p:nvSpPr>
          <p:spPr>
            <a:xfrm>
              <a:off x="12404873" y="9845126"/>
              <a:ext cx="5009100" cy="18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marL="0" lvl="0" indent="0" algn="l" rtl="0">
                <a:spcBef>
                  <a:spcPts val="0"/>
                </a:spcBef>
                <a:spcAft>
                  <a:spcPts val="0"/>
                </a:spcAft>
                <a:buNone/>
              </a:pPr>
              <a:endParaRPr sz="800">
                <a:latin typeface="Salesforce Sans"/>
                <a:ea typeface="Salesforce Sans"/>
                <a:cs typeface="Salesforce Sans"/>
                <a:sym typeface="Salesforce Sans"/>
              </a:endParaRPr>
            </a:p>
          </p:txBody>
        </p:sp>
        <p:sp>
          <p:nvSpPr>
            <p:cNvPr id="7080" name="Google Shape;7080;p174"/>
            <p:cNvSpPr txBox="1"/>
            <p:nvPr/>
          </p:nvSpPr>
          <p:spPr>
            <a:xfrm>
              <a:off x="13715683" y="1234987"/>
              <a:ext cx="1457700" cy="128100"/>
            </a:xfrm>
            <a:prstGeom prst="rect">
              <a:avLst/>
            </a:prstGeom>
            <a:noFill/>
            <a:ln>
              <a:noFill/>
            </a:ln>
          </p:spPr>
          <p:txBody>
            <a:bodyPr spcFirstLastPara="1" wrap="square" lIns="4950" tIns="4950" rIns="4950" bIns="0" anchor="ctr" anchorCtr="0">
              <a:spAutoFit/>
            </a:bodyPr>
            <a:lstStyle/>
            <a:p>
              <a:pPr marL="0" lvl="0" indent="0" algn="l" rtl="0">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7081" name="Google Shape;7081;p174"/>
            <p:cNvSpPr txBox="1"/>
            <p:nvPr/>
          </p:nvSpPr>
          <p:spPr>
            <a:xfrm>
              <a:off x="13715670" y="1390000"/>
              <a:ext cx="2088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7082" name="Google Shape;7082;p174"/>
            <p:cNvSpPr/>
            <p:nvPr/>
          </p:nvSpPr>
          <p:spPr>
            <a:xfrm>
              <a:off x="13579636" y="140844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83" name="Google Shape;7083;p174"/>
            <p:cNvSpPr txBox="1"/>
            <p:nvPr/>
          </p:nvSpPr>
          <p:spPr>
            <a:xfrm>
              <a:off x="11173911" y="1037034"/>
              <a:ext cx="9633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7084" name="Google Shape;7084;p174"/>
            <p:cNvSpPr txBox="1"/>
            <p:nvPr/>
          </p:nvSpPr>
          <p:spPr>
            <a:xfrm>
              <a:off x="12373679" y="1037034"/>
              <a:ext cx="1022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7085" name="Google Shape;7085;p174"/>
            <p:cNvGrpSpPr/>
            <p:nvPr/>
          </p:nvGrpSpPr>
          <p:grpSpPr>
            <a:xfrm>
              <a:off x="11193522" y="1260256"/>
              <a:ext cx="952541" cy="449700"/>
              <a:chOff x="5812280" y="1793656"/>
              <a:chExt cx="952541" cy="449700"/>
            </a:xfrm>
          </p:grpSpPr>
          <p:sp>
            <p:nvSpPr>
              <p:cNvPr id="7086" name="Google Shape;7086;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7087" name="Google Shape;7087;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7088" name="Google Shape;7088;p174"/>
            <p:cNvSpPr txBox="1"/>
            <p:nvPr/>
          </p:nvSpPr>
          <p:spPr>
            <a:xfrm>
              <a:off x="13717512" y="1037034"/>
              <a:ext cx="1494000" cy="20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1E58"/>
                </a:buClr>
                <a:buSzPts val="1000"/>
                <a:buFont typeface="Questrial"/>
                <a:buNone/>
              </a:pPr>
              <a:r>
                <a:rPr lang="en" sz="1000" i="0" u="none" strike="noStrike" cap="non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7089" name="Google Shape;7089;p174"/>
            <p:cNvSpPr txBox="1"/>
            <p:nvPr/>
          </p:nvSpPr>
          <p:spPr>
            <a:xfrm>
              <a:off x="12373672" y="1238425"/>
              <a:ext cx="10224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66AFE"/>
                </a:buClr>
                <a:buSzPts val="900"/>
                <a:buFont typeface="Salesforce Sans"/>
                <a:buNone/>
              </a:pPr>
              <a:r>
                <a:rPr lang="en" sz="900" b="1">
                  <a:solidFill>
                    <a:srgbClr val="066AFE"/>
                  </a:solidFill>
                  <a:latin typeface="Salesforce Sans"/>
                  <a:ea typeface="Salesforce Sans"/>
                  <a:cs typeface="Salesforce Sans"/>
                  <a:sym typeface="Salesforce Sans"/>
                </a:rPr>
                <a:t>Customer Care</a:t>
              </a:r>
              <a:endParaRPr sz="900" b="1">
                <a:solidFill>
                  <a:srgbClr val="066AFE"/>
                </a:solidFill>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66AFE"/>
                </a:buClr>
                <a:buSzPts val="900"/>
                <a:buFont typeface="Salesforce Sans"/>
                <a:buNone/>
              </a:pPr>
              <a:endParaRPr sz="900" b="1">
                <a:solidFill>
                  <a:srgbClr val="066AFE"/>
                </a:solidFill>
                <a:latin typeface="Salesforce Sans"/>
                <a:ea typeface="Salesforce Sans"/>
                <a:cs typeface="Salesforce Sans"/>
                <a:sym typeface="Salesforce Sans"/>
              </a:endParaRPr>
            </a:p>
          </p:txBody>
        </p:sp>
        <p:grpSp>
          <p:nvGrpSpPr>
            <p:cNvPr id="7090" name="Google Shape;7090;p174"/>
            <p:cNvGrpSpPr/>
            <p:nvPr/>
          </p:nvGrpSpPr>
          <p:grpSpPr>
            <a:xfrm>
              <a:off x="11193522" y="3934484"/>
              <a:ext cx="952541" cy="449700"/>
              <a:chOff x="5812280" y="1793656"/>
              <a:chExt cx="952541" cy="449700"/>
            </a:xfrm>
          </p:grpSpPr>
          <p:sp>
            <p:nvSpPr>
              <p:cNvPr id="7091" name="Google Shape;7091;p174"/>
              <p:cNvSpPr/>
              <p:nvPr/>
            </p:nvSpPr>
            <p:spPr>
              <a:xfrm>
                <a:off x="5812322" y="1793656"/>
                <a:ext cx="952500" cy="449700"/>
              </a:xfrm>
              <a:prstGeom prst="roundRect">
                <a:avLst>
                  <a:gd name="adj" fmla="val 50000"/>
                </a:avLst>
              </a:prstGeom>
              <a:gradFill>
                <a:gsLst>
                  <a:gs pos="0">
                    <a:srgbClr val="1F0974"/>
                  </a:gs>
                  <a:gs pos="100000">
                    <a:srgbClr val="066AFE"/>
                  </a:gs>
                </a:gsLst>
                <a:lin ang="16200038" scaled="0"/>
              </a:gra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5"/>
                  </a:buClr>
                  <a:buSzPts val="1400"/>
                  <a:buFont typeface="Arial"/>
                  <a:buNone/>
                </a:pPr>
                <a:endParaRPr sz="1400" b="0" i="0" u="none" strike="noStrike" cap="none">
                  <a:solidFill>
                    <a:srgbClr val="002775"/>
                  </a:solidFill>
                  <a:latin typeface="Arial"/>
                  <a:ea typeface="Arial"/>
                  <a:cs typeface="Arial"/>
                  <a:sym typeface="Arial"/>
                </a:endParaRPr>
              </a:p>
            </p:txBody>
          </p:sp>
          <p:sp>
            <p:nvSpPr>
              <p:cNvPr id="7092" name="Google Shape;7092;p174"/>
              <p:cNvSpPr txBox="1"/>
              <p:nvPr/>
            </p:nvSpPr>
            <p:spPr>
              <a:xfrm>
                <a:off x="5812280" y="1893856"/>
                <a:ext cx="952500" cy="2493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7093" name="Google Shape;7093;p174"/>
            <p:cNvSpPr/>
            <p:nvPr/>
          </p:nvSpPr>
          <p:spPr>
            <a:xfrm>
              <a:off x="13579636" y="1253437"/>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94" name="Google Shape;7094;p174"/>
            <p:cNvSpPr txBox="1"/>
            <p:nvPr/>
          </p:nvSpPr>
          <p:spPr>
            <a:xfrm>
              <a:off x="13715683" y="1545820"/>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sz="800" i="0" u="none" strike="noStrike" cap="none">
                <a:latin typeface="Salesforce Sans"/>
                <a:ea typeface="Salesforce Sans"/>
                <a:cs typeface="Salesforce Sans"/>
                <a:sym typeface="Salesforce Sans"/>
              </a:endParaRPr>
            </a:p>
          </p:txBody>
        </p:sp>
        <p:sp>
          <p:nvSpPr>
            <p:cNvPr id="7095" name="Google Shape;7095;p174"/>
            <p:cNvSpPr txBox="1"/>
            <p:nvPr/>
          </p:nvSpPr>
          <p:spPr>
            <a:xfrm>
              <a:off x="13715683" y="1697028"/>
              <a:ext cx="14577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i="0" u="none" strike="noStrike" cap="none">
                <a:latin typeface="Salesforce Sans"/>
                <a:ea typeface="Salesforce Sans"/>
                <a:cs typeface="Salesforce Sans"/>
                <a:sym typeface="Salesforce Sans"/>
              </a:endParaRPr>
            </a:p>
          </p:txBody>
        </p:sp>
        <p:sp>
          <p:nvSpPr>
            <p:cNvPr id="7096" name="Google Shape;7096;p174"/>
            <p:cNvSpPr txBox="1"/>
            <p:nvPr/>
          </p:nvSpPr>
          <p:spPr>
            <a:xfrm>
              <a:off x="13715682" y="1836815"/>
              <a:ext cx="21333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7097" name="Google Shape;7097;p174"/>
            <p:cNvSpPr/>
            <p:nvPr/>
          </p:nvSpPr>
          <p:spPr>
            <a:xfrm>
              <a:off x="13579636" y="156442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098" name="Google Shape;7098;p174"/>
            <p:cNvSpPr/>
            <p:nvPr/>
          </p:nvSpPr>
          <p:spPr>
            <a:xfrm>
              <a:off x="13579636" y="171562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099" name="Google Shape;7099;p174"/>
            <p:cNvSpPr/>
            <p:nvPr/>
          </p:nvSpPr>
          <p:spPr>
            <a:xfrm>
              <a:off x="13579636" y="185541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00" name="Google Shape;7100;p174"/>
            <p:cNvSpPr txBox="1"/>
            <p:nvPr/>
          </p:nvSpPr>
          <p:spPr>
            <a:xfrm>
              <a:off x="13715676" y="265700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sz="800" i="0" u="none" strike="noStrike" cap="none">
                <a:latin typeface="Salesforce Sans"/>
                <a:ea typeface="Salesforce Sans"/>
                <a:cs typeface="Salesforce Sans"/>
                <a:sym typeface="Salesforce Sans"/>
              </a:endParaRPr>
            </a:p>
          </p:txBody>
        </p:sp>
        <p:sp>
          <p:nvSpPr>
            <p:cNvPr id="7101" name="Google Shape;7101;p174"/>
            <p:cNvSpPr txBox="1"/>
            <p:nvPr/>
          </p:nvSpPr>
          <p:spPr>
            <a:xfrm>
              <a:off x="13715676" y="28056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sz="800" i="0" u="none" strike="noStrike" cap="none">
                <a:latin typeface="Salesforce Sans"/>
                <a:ea typeface="Salesforce Sans"/>
                <a:cs typeface="Salesforce Sans"/>
                <a:sym typeface="Salesforce Sans"/>
              </a:endParaRPr>
            </a:p>
          </p:txBody>
        </p:sp>
        <p:sp>
          <p:nvSpPr>
            <p:cNvPr id="7102" name="Google Shape;7102;p174"/>
            <p:cNvSpPr txBox="1"/>
            <p:nvPr/>
          </p:nvSpPr>
          <p:spPr>
            <a:xfrm>
              <a:off x="13715675" y="2954225"/>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7103" name="Google Shape;7103;p174"/>
            <p:cNvSpPr/>
            <p:nvPr/>
          </p:nvSpPr>
          <p:spPr>
            <a:xfrm>
              <a:off x="13579636" y="282420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04" name="Google Shape;7104;p174"/>
            <p:cNvSpPr/>
            <p:nvPr/>
          </p:nvSpPr>
          <p:spPr>
            <a:xfrm>
              <a:off x="13579636" y="297281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05" name="Google Shape;7105;p174"/>
            <p:cNvSpPr/>
            <p:nvPr/>
          </p:nvSpPr>
          <p:spPr>
            <a:xfrm>
              <a:off x="13579636" y="2675598"/>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06" name="Google Shape;7106;p174"/>
            <p:cNvSpPr txBox="1"/>
            <p:nvPr/>
          </p:nvSpPr>
          <p:spPr>
            <a:xfrm>
              <a:off x="13715676" y="31263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sz="800" i="0" u="none" strike="noStrike" cap="none">
                <a:latin typeface="Salesforce Sans"/>
                <a:ea typeface="Salesforce Sans"/>
                <a:cs typeface="Salesforce Sans"/>
                <a:sym typeface="Salesforce Sans"/>
              </a:endParaRPr>
            </a:p>
          </p:txBody>
        </p:sp>
        <p:sp>
          <p:nvSpPr>
            <p:cNvPr id="7107" name="Google Shape;7107;p174"/>
            <p:cNvSpPr txBox="1"/>
            <p:nvPr/>
          </p:nvSpPr>
          <p:spPr>
            <a:xfrm>
              <a:off x="13715676" y="32749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sz="800" i="0" u="none" strike="noStrike" cap="none">
                <a:latin typeface="Salesforce Sans"/>
                <a:ea typeface="Salesforce Sans"/>
                <a:cs typeface="Salesforce Sans"/>
                <a:sym typeface="Salesforce Sans"/>
              </a:endParaRPr>
            </a:p>
          </p:txBody>
        </p:sp>
        <p:sp>
          <p:nvSpPr>
            <p:cNvPr id="7108" name="Google Shape;7108;p174"/>
            <p:cNvSpPr txBox="1"/>
            <p:nvPr/>
          </p:nvSpPr>
          <p:spPr>
            <a:xfrm>
              <a:off x="13715675" y="34235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7109" name="Google Shape;7109;p174"/>
            <p:cNvSpPr txBox="1"/>
            <p:nvPr/>
          </p:nvSpPr>
          <p:spPr>
            <a:xfrm>
              <a:off x="13715676" y="35747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sz="800" i="0" u="none" strike="noStrike" cap="none">
                <a:latin typeface="Salesforce Sans"/>
                <a:ea typeface="Salesforce Sans"/>
                <a:cs typeface="Salesforce Sans"/>
                <a:sym typeface="Salesforce Sans"/>
              </a:endParaRPr>
            </a:p>
          </p:txBody>
        </p:sp>
        <p:sp>
          <p:nvSpPr>
            <p:cNvPr id="7110" name="Google Shape;7110;p174"/>
            <p:cNvSpPr/>
            <p:nvPr/>
          </p:nvSpPr>
          <p:spPr>
            <a:xfrm>
              <a:off x="13579636" y="329357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11" name="Google Shape;7111;p174"/>
            <p:cNvSpPr/>
            <p:nvPr/>
          </p:nvSpPr>
          <p:spPr>
            <a:xfrm>
              <a:off x="13579636" y="344218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12" name="Google Shape;7112;p174"/>
            <p:cNvSpPr/>
            <p:nvPr/>
          </p:nvSpPr>
          <p:spPr>
            <a:xfrm>
              <a:off x="13579636" y="3593389"/>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13" name="Google Shape;7113;p174"/>
            <p:cNvSpPr/>
            <p:nvPr/>
          </p:nvSpPr>
          <p:spPr>
            <a:xfrm>
              <a:off x="13579636" y="3144960"/>
              <a:ext cx="91200" cy="91200"/>
            </a:xfrm>
            <a:prstGeom prst="ellipse">
              <a:avLst/>
            </a:prstGeom>
            <a:solidFill>
              <a:srgbClr val="086AF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14" name="Google Shape;7114;p174"/>
            <p:cNvSpPr txBox="1"/>
            <p:nvPr/>
          </p:nvSpPr>
          <p:spPr>
            <a:xfrm>
              <a:off x="13715676" y="6461749"/>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sz="800" i="0" u="none" strike="noStrike" cap="none">
                <a:latin typeface="Salesforce Sans"/>
                <a:ea typeface="Salesforce Sans"/>
                <a:cs typeface="Salesforce Sans"/>
                <a:sym typeface="Salesforce Sans"/>
              </a:endParaRPr>
            </a:p>
          </p:txBody>
        </p:sp>
        <p:sp>
          <p:nvSpPr>
            <p:cNvPr id="7115" name="Google Shape;7115;p174"/>
            <p:cNvSpPr txBox="1"/>
            <p:nvPr/>
          </p:nvSpPr>
          <p:spPr>
            <a:xfrm>
              <a:off x="13715675" y="6610366"/>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7116" name="Google Shape;7116;p174"/>
            <p:cNvSpPr txBox="1"/>
            <p:nvPr/>
          </p:nvSpPr>
          <p:spPr>
            <a:xfrm>
              <a:off x="13715674" y="6756791"/>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i="0" u="none" strike="noStrike" cap="none">
                <a:latin typeface="Salesforce Sans"/>
                <a:ea typeface="Salesforce Sans"/>
                <a:cs typeface="Salesforce Sans"/>
                <a:sym typeface="Salesforce Sans"/>
              </a:endParaRPr>
            </a:p>
          </p:txBody>
        </p:sp>
        <p:sp>
          <p:nvSpPr>
            <p:cNvPr id="7117" name="Google Shape;7117;p174"/>
            <p:cNvSpPr/>
            <p:nvPr/>
          </p:nvSpPr>
          <p:spPr>
            <a:xfrm>
              <a:off x="13579636" y="648034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18" name="Google Shape;7118;p174"/>
            <p:cNvSpPr/>
            <p:nvPr/>
          </p:nvSpPr>
          <p:spPr>
            <a:xfrm>
              <a:off x="13579636" y="6628959"/>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19" name="Google Shape;7119;p174"/>
            <p:cNvSpPr/>
            <p:nvPr/>
          </p:nvSpPr>
          <p:spPr>
            <a:xfrm>
              <a:off x="13579636" y="677540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20" name="Google Shape;7120;p174"/>
            <p:cNvSpPr txBox="1"/>
            <p:nvPr/>
          </p:nvSpPr>
          <p:spPr>
            <a:xfrm>
              <a:off x="13715676" y="20341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sz="800" i="0" u="none" strike="noStrike" cap="none">
                <a:latin typeface="Salesforce Sans"/>
                <a:ea typeface="Salesforce Sans"/>
                <a:cs typeface="Salesforce Sans"/>
                <a:sym typeface="Salesforce Sans"/>
              </a:endParaRPr>
            </a:p>
          </p:txBody>
        </p:sp>
        <p:sp>
          <p:nvSpPr>
            <p:cNvPr id="7121" name="Google Shape;7121;p174"/>
            <p:cNvSpPr txBox="1"/>
            <p:nvPr/>
          </p:nvSpPr>
          <p:spPr>
            <a:xfrm>
              <a:off x="13715676" y="21827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sz="800" i="0" u="none" strike="noStrike" cap="none">
                <a:latin typeface="Salesforce Sans"/>
                <a:ea typeface="Salesforce Sans"/>
                <a:cs typeface="Salesforce Sans"/>
                <a:sym typeface="Salesforce Sans"/>
              </a:endParaRPr>
            </a:p>
          </p:txBody>
        </p:sp>
        <p:sp>
          <p:nvSpPr>
            <p:cNvPr id="7122" name="Google Shape;7122;p174"/>
            <p:cNvSpPr txBox="1"/>
            <p:nvPr/>
          </p:nvSpPr>
          <p:spPr>
            <a:xfrm>
              <a:off x="13715675" y="23313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7123" name="Google Shape;7123;p174"/>
            <p:cNvSpPr txBox="1"/>
            <p:nvPr/>
          </p:nvSpPr>
          <p:spPr>
            <a:xfrm>
              <a:off x="13715676" y="24825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7124" name="Google Shape;7124;p174"/>
            <p:cNvSpPr/>
            <p:nvPr/>
          </p:nvSpPr>
          <p:spPr>
            <a:xfrm>
              <a:off x="13579636" y="23499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25" name="Google Shape;7125;p174"/>
            <p:cNvSpPr/>
            <p:nvPr/>
          </p:nvSpPr>
          <p:spPr>
            <a:xfrm>
              <a:off x="13579636" y="20527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26" name="Google Shape;7126;p174"/>
            <p:cNvSpPr txBox="1"/>
            <p:nvPr/>
          </p:nvSpPr>
          <p:spPr>
            <a:xfrm>
              <a:off x="13715676" y="3908877"/>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i="0" u="none" strike="noStrike" cap="none">
                <a:latin typeface="Salesforce Sans"/>
                <a:ea typeface="Salesforce Sans"/>
                <a:cs typeface="Salesforce Sans"/>
                <a:sym typeface="Salesforce Sans"/>
              </a:endParaRPr>
            </a:p>
          </p:txBody>
        </p:sp>
        <p:sp>
          <p:nvSpPr>
            <p:cNvPr id="7127" name="Google Shape;7127;p174"/>
            <p:cNvSpPr txBox="1"/>
            <p:nvPr/>
          </p:nvSpPr>
          <p:spPr>
            <a:xfrm>
              <a:off x="13715676" y="4057483"/>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i="0" u="none" strike="noStrike" cap="none">
                <a:latin typeface="Salesforce Sans"/>
                <a:ea typeface="Salesforce Sans"/>
                <a:cs typeface="Salesforce Sans"/>
                <a:sym typeface="Salesforce Sans"/>
              </a:endParaRPr>
            </a:p>
          </p:txBody>
        </p:sp>
        <p:sp>
          <p:nvSpPr>
            <p:cNvPr id="7128" name="Google Shape;7128;p174"/>
            <p:cNvSpPr/>
            <p:nvPr/>
          </p:nvSpPr>
          <p:spPr>
            <a:xfrm>
              <a:off x="13579636" y="4076083"/>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29" name="Google Shape;7129;p174"/>
            <p:cNvSpPr/>
            <p:nvPr/>
          </p:nvSpPr>
          <p:spPr>
            <a:xfrm>
              <a:off x="13579636" y="3927473"/>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30" name="Google Shape;7130;p174"/>
            <p:cNvSpPr txBox="1"/>
            <p:nvPr/>
          </p:nvSpPr>
          <p:spPr>
            <a:xfrm>
              <a:off x="13715676" y="42576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i="0" u="none" strike="noStrike" cap="none">
                <a:latin typeface="Salesforce Sans"/>
                <a:ea typeface="Salesforce Sans"/>
                <a:cs typeface="Salesforce Sans"/>
                <a:sym typeface="Salesforce Sans"/>
              </a:endParaRPr>
            </a:p>
          </p:txBody>
        </p:sp>
        <p:sp>
          <p:nvSpPr>
            <p:cNvPr id="7131" name="Google Shape;7131;p174"/>
            <p:cNvSpPr txBox="1"/>
            <p:nvPr/>
          </p:nvSpPr>
          <p:spPr>
            <a:xfrm>
              <a:off x="13715676" y="44062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sz="800" i="0" u="none" strike="noStrike" cap="none">
                <a:latin typeface="Salesforce Sans"/>
                <a:ea typeface="Salesforce Sans"/>
                <a:cs typeface="Salesforce Sans"/>
                <a:sym typeface="Salesforce Sans"/>
              </a:endParaRPr>
            </a:p>
          </p:txBody>
        </p:sp>
        <p:sp>
          <p:nvSpPr>
            <p:cNvPr id="7132" name="Google Shape;7132;p174"/>
            <p:cNvSpPr txBox="1"/>
            <p:nvPr/>
          </p:nvSpPr>
          <p:spPr>
            <a:xfrm>
              <a:off x="13715675" y="45548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7133" name="Google Shape;7133;p174"/>
            <p:cNvSpPr txBox="1"/>
            <p:nvPr/>
          </p:nvSpPr>
          <p:spPr>
            <a:xfrm>
              <a:off x="13715676" y="470608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sz="800" i="0" u="none" strike="noStrike" cap="none">
                <a:latin typeface="Salesforce Sans"/>
                <a:ea typeface="Salesforce Sans"/>
                <a:cs typeface="Salesforce Sans"/>
                <a:sym typeface="Salesforce Sans"/>
              </a:endParaRPr>
            </a:p>
          </p:txBody>
        </p:sp>
        <p:sp>
          <p:nvSpPr>
            <p:cNvPr id="7134" name="Google Shape;7134;p174"/>
            <p:cNvSpPr/>
            <p:nvPr/>
          </p:nvSpPr>
          <p:spPr>
            <a:xfrm>
              <a:off x="13579636" y="442487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35" name="Google Shape;7135;p174"/>
            <p:cNvSpPr/>
            <p:nvPr/>
          </p:nvSpPr>
          <p:spPr>
            <a:xfrm>
              <a:off x="13579636" y="457348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36" name="Google Shape;7136;p174"/>
            <p:cNvSpPr/>
            <p:nvPr/>
          </p:nvSpPr>
          <p:spPr>
            <a:xfrm>
              <a:off x="13579636" y="472468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37" name="Google Shape;7137;p174"/>
            <p:cNvSpPr/>
            <p:nvPr/>
          </p:nvSpPr>
          <p:spPr>
            <a:xfrm>
              <a:off x="13579636" y="4276260"/>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38" name="Google Shape;7138;p174"/>
            <p:cNvSpPr txBox="1"/>
            <p:nvPr/>
          </p:nvSpPr>
          <p:spPr>
            <a:xfrm>
              <a:off x="13715676" y="487657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i="0" u="none" strike="noStrike" cap="none">
                <a:latin typeface="Salesforce Sans"/>
                <a:ea typeface="Salesforce Sans"/>
                <a:cs typeface="Salesforce Sans"/>
                <a:sym typeface="Salesforce Sans"/>
              </a:endParaRPr>
            </a:p>
          </p:txBody>
        </p:sp>
        <p:sp>
          <p:nvSpPr>
            <p:cNvPr id="7139" name="Google Shape;7139;p174"/>
            <p:cNvSpPr txBox="1"/>
            <p:nvPr/>
          </p:nvSpPr>
          <p:spPr>
            <a:xfrm>
              <a:off x="13715675" y="5025191"/>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7140" name="Google Shape;7140;p174"/>
            <p:cNvSpPr txBox="1"/>
            <p:nvPr/>
          </p:nvSpPr>
          <p:spPr>
            <a:xfrm>
              <a:off x="13715674" y="5176378"/>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i="0" u="none" strike="noStrike" cap="none">
                <a:latin typeface="Salesforce Sans"/>
                <a:ea typeface="Salesforce Sans"/>
                <a:cs typeface="Salesforce Sans"/>
                <a:sym typeface="Salesforce Sans"/>
              </a:endParaRPr>
            </a:p>
          </p:txBody>
        </p:sp>
        <p:sp>
          <p:nvSpPr>
            <p:cNvPr id="7141" name="Google Shape;7141;p174"/>
            <p:cNvSpPr/>
            <p:nvPr/>
          </p:nvSpPr>
          <p:spPr>
            <a:xfrm>
              <a:off x="13579636" y="5043784"/>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42" name="Google Shape;7142;p174"/>
            <p:cNvSpPr/>
            <p:nvPr/>
          </p:nvSpPr>
          <p:spPr>
            <a:xfrm>
              <a:off x="13579636" y="519499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43" name="Google Shape;7143;p174"/>
            <p:cNvSpPr txBox="1"/>
            <p:nvPr/>
          </p:nvSpPr>
          <p:spPr>
            <a:xfrm>
              <a:off x="13715675" y="5352938"/>
              <a:ext cx="26784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sz="800" i="0" u="none" strike="noStrike" cap="none">
                <a:latin typeface="Salesforce Sans"/>
                <a:ea typeface="Salesforce Sans"/>
                <a:cs typeface="Salesforce Sans"/>
                <a:sym typeface="Salesforce Sans"/>
              </a:endParaRPr>
            </a:p>
          </p:txBody>
        </p:sp>
        <p:sp>
          <p:nvSpPr>
            <p:cNvPr id="7144" name="Google Shape;7144;p174"/>
            <p:cNvSpPr txBox="1"/>
            <p:nvPr/>
          </p:nvSpPr>
          <p:spPr>
            <a:xfrm>
              <a:off x="13715675" y="5501538"/>
              <a:ext cx="30000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145" name="Google Shape;7145;p174"/>
            <p:cNvSpPr txBox="1"/>
            <p:nvPr/>
          </p:nvSpPr>
          <p:spPr>
            <a:xfrm>
              <a:off x="13715675" y="5650169"/>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7146" name="Google Shape;7146;p174"/>
            <p:cNvSpPr/>
            <p:nvPr/>
          </p:nvSpPr>
          <p:spPr>
            <a:xfrm>
              <a:off x="13579636" y="552015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47" name="Google Shape;7147;p174"/>
            <p:cNvSpPr txBox="1"/>
            <p:nvPr/>
          </p:nvSpPr>
          <p:spPr>
            <a:xfrm>
              <a:off x="13715675" y="5801369"/>
              <a:ext cx="2740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7148" name="Google Shape;7148;p174"/>
            <p:cNvSpPr/>
            <p:nvPr/>
          </p:nvSpPr>
          <p:spPr>
            <a:xfrm>
              <a:off x="13579636" y="5668762"/>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49" name="Google Shape;7149;p174"/>
            <p:cNvSpPr/>
            <p:nvPr/>
          </p:nvSpPr>
          <p:spPr>
            <a:xfrm>
              <a:off x="13579636" y="5371542"/>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50" name="Google Shape;7150;p174"/>
            <p:cNvSpPr txBox="1"/>
            <p:nvPr/>
          </p:nvSpPr>
          <p:spPr>
            <a:xfrm>
              <a:off x="13715676" y="598166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7151" name="Google Shape;7151;p174"/>
            <p:cNvSpPr txBox="1"/>
            <p:nvPr/>
          </p:nvSpPr>
          <p:spPr>
            <a:xfrm>
              <a:off x="13715675" y="613027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7152" name="Google Shape;7152;p174"/>
            <p:cNvSpPr txBox="1"/>
            <p:nvPr/>
          </p:nvSpPr>
          <p:spPr>
            <a:xfrm>
              <a:off x="13715674" y="6281466"/>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7153" name="Google Shape;7153;p174"/>
            <p:cNvSpPr/>
            <p:nvPr/>
          </p:nvSpPr>
          <p:spPr>
            <a:xfrm>
              <a:off x="13579636" y="6000261"/>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54" name="Google Shape;7154;p174"/>
            <p:cNvSpPr/>
            <p:nvPr/>
          </p:nvSpPr>
          <p:spPr>
            <a:xfrm>
              <a:off x="13579636" y="6148871"/>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55" name="Google Shape;7155;p174"/>
            <p:cNvSpPr/>
            <p:nvPr/>
          </p:nvSpPr>
          <p:spPr>
            <a:xfrm>
              <a:off x="13579636" y="6300079"/>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56" name="Google Shape;7156;p174"/>
            <p:cNvSpPr txBox="1"/>
            <p:nvPr/>
          </p:nvSpPr>
          <p:spPr>
            <a:xfrm>
              <a:off x="13715675" y="6928716"/>
              <a:ext cx="24258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157" name="Google Shape;7157;p174"/>
            <p:cNvSpPr txBox="1"/>
            <p:nvPr/>
          </p:nvSpPr>
          <p:spPr>
            <a:xfrm>
              <a:off x="13715676" y="71024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i="0" u="none" strike="noStrike" cap="none">
                <a:latin typeface="Salesforce Sans"/>
                <a:ea typeface="Salesforce Sans"/>
                <a:cs typeface="Salesforce Sans"/>
                <a:sym typeface="Salesforce Sans"/>
              </a:endParaRPr>
            </a:p>
          </p:txBody>
        </p:sp>
        <p:sp>
          <p:nvSpPr>
            <p:cNvPr id="7158" name="Google Shape;7158;p174"/>
            <p:cNvSpPr txBox="1"/>
            <p:nvPr/>
          </p:nvSpPr>
          <p:spPr>
            <a:xfrm>
              <a:off x="13715676" y="72510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i="0" u="none" strike="noStrike" cap="none">
                <a:latin typeface="Salesforce Sans"/>
                <a:ea typeface="Salesforce Sans"/>
                <a:cs typeface="Salesforce Sans"/>
                <a:sym typeface="Salesforce Sans"/>
              </a:endParaRPr>
            </a:p>
          </p:txBody>
        </p:sp>
        <p:sp>
          <p:nvSpPr>
            <p:cNvPr id="7159" name="Google Shape;7159;p174"/>
            <p:cNvSpPr/>
            <p:nvPr/>
          </p:nvSpPr>
          <p:spPr>
            <a:xfrm>
              <a:off x="13579636" y="7121060"/>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60" name="Google Shape;7160;p174"/>
            <p:cNvSpPr txBox="1"/>
            <p:nvPr/>
          </p:nvSpPr>
          <p:spPr>
            <a:xfrm>
              <a:off x="13715676" y="7427802"/>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sz="800" i="0" u="none" strike="noStrike" cap="none">
                <a:latin typeface="Salesforce Sans"/>
                <a:ea typeface="Salesforce Sans"/>
                <a:cs typeface="Salesforce Sans"/>
                <a:sym typeface="Salesforce Sans"/>
              </a:endParaRPr>
            </a:p>
          </p:txBody>
        </p:sp>
        <p:sp>
          <p:nvSpPr>
            <p:cNvPr id="7161" name="Google Shape;7161;p174"/>
            <p:cNvSpPr txBox="1"/>
            <p:nvPr/>
          </p:nvSpPr>
          <p:spPr>
            <a:xfrm>
              <a:off x="13715676" y="757640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sz="800" i="0" u="none" strike="noStrike" cap="none">
                <a:latin typeface="Salesforce Sans"/>
                <a:ea typeface="Salesforce Sans"/>
                <a:cs typeface="Salesforce Sans"/>
                <a:sym typeface="Salesforce Sans"/>
              </a:endParaRPr>
            </a:p>
          </p:txBody>
        </p:sp>
        <p:sp>
          <p:nvSpPr>
            <p:cNvPr id="7162" name="Google Shape;7162;p174"/>
            <p:cNvSpPr txBox="1"/>
            <p:nvPr/>
          </p:nvSpPr>
          <p:spPr>
            <a:xfrm>
              <a:off x="13715675" y="7725025"/>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7163" name="Google Shape;7163;p174"/>
            <p:cNvSpPr txBox="1"/>
            <p:nvPr/>
          </p:nvSpPr>
          <p:spPr>
            <a:xfrm>
              <a:off x="13715676" y="7876218"/>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7164" name="Google Shape;7164;p174"/>
            <p:cNvSpPr/>
            <p:nvPr/>
          </p:nvSpPr>
          <p:spPr>
            <a:xfrm>
              <a:off x="13579636" y="7743618"/>
              <a:ext cx="91200" cy="91200"/>
            </a:xfrm>
            <a:prstGeom prst="ellipse">
              <a:avLst/>
            </a:prstGeom>
            <a:solidFill>
              <a:srgbClr val="F38304"/>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FFFFFF"/>
                </a:solidFill>
                <a:latin typeface="Salesforce Sans"/>
                <a:ea typeface="Salesforce Sans"/>
                <a:cs typeface="Salesforce Sans"/>
                <a:sym typeface="Salesforce Sans"/>
              </a:endParaRPr>
            </a:p>
          </p:txBody>
        </p:sp>
        <p:sp>
          <p:nvSpPr>
            <p:cNvPr id="7165" name="Google Shape;7165;p174"/>
            <p:cNvSpPr txBox="1"/>
            <p:nvPr/>
          </p:nvSpPr>
          <p:spPr>
            <a:xfrm>
              <a:off x="13715676" y="8074064"/>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sz="800" i="0" u="none" strike="noStrike" cap="none">
                <a:latin typeface="Salesforce Sans"/>
                <a:ea typeface="Salesforce Sans"/>
                <a:cs typeface="Salesforce Sans"/>
                <a:sym typeface="Salesforce Sans"/>
              </a:endParaRPr>
            </a:p>
          </p:txBody>
        </p:sp>
        <p:sp>
          <p:nvSpPr>
            <p:cNvPr id="7166" name="Google Shape;7166;p174"/>
            <p:cNvSpPr txBox="1"/>
            <p:nvPr/>
          </p:nvSpPr>
          <p:spPr>
            <a:xfrm>
              <a:off x="13715676" y="8222670"/>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7167" name="Google Shape;7167;p174"/>
            <p:cNvSpPr txBox="1"/>
            <p:nvPr/>
          </p:nvSpPr>
          <p:spPr>
            <a:xfrm>
              <a:off x="13715675" y="837128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7168" name="Google Shape;7168;p174"/>
            <p:cNvSpPr txBox="1"/>
            <p:nvPr/>
          </p:nvSpPr>
          <p:spPr>
            <a:xfrm>
              <a:off x="13715676" y="8522481"/>
              <a:ext cx="2046600" cy="2514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marL="0" marR="0" lvl="0" indent="0" algn="l" rtl="0">
                <a:lnSpc>
                  <a:spcPct val="100000"/>
                </a:lnSpc>
                <a:spcBef>
                  <a:spcPts val="0"/>
                </a:spcBef>
                <a:spcAft>
                  <a:spcPts val="0"/>
                </a:spcAft>
                <a:buClr>
                  <a:srgbClr val="002775"/>
                </a:buClr>
                <a:buSzPts val="2800"/>
                <a:buFont typeface="Arial"/>
                <a:buNone/>
              </a:pPr>
              <a:endParaRPr sz="800">
                <a:latin typeface="Salesforce Sans"/>
                <a:ea typeface="Salesforce Sans"/>
                <a:cs typeface="Salesforce Sans"/>
                <a:sym typeface="Salesforce Sans"/>
              </a:endParaRPr>
            </a:p>
          </p:txBody>
        </p:sp>
        <p:sp>
          <p:nvSpPr>
            <p:cNvPr id="7169" name="Google Shape;7169;p174"/>
            <p:cNvSpPr txBox="1"/>
            <p:nvPr/>
          </p:nvSpPr>
          <p:spPr>
            <a:xfrm>
              <a:off x="13715676" y="869941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i="0" u="none" strike="noStrike" cap="none">
                <a:latin typeface="Salesforce Sans"/>
                <a:ea typeface="Salesforce Sans"/>
                <a:cs typeface="Salesforce Sans"/>
                <a:sym typeface="Salesforce Sans"/>
              </a:endParaRPr>
            </a:p>
          </p:txBody>
        </p:sp>
        <p:sp>
          <p:nvSpPr>
            <p:cNvPr id="7170" name="Google Shape;7170;p174"/>
            <p:cNvSpPr txBox="1"/>
            <p:nvPr/>
          </p:nvSpPr>
          <p:spPr>
            <a:xfrm>
              <a:off x="13715675" y="884802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7171" name="Google Shape;7171;p174"/>
            <p:cNvSpPr txBox="1"/>
            <p:nvPr/>
          </p:nvSpPr>
          <p:spPr>
            <a:xfrm>
              <a:off x="13715674" y="899445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7172" name="Google Shape;7172;p174"/>
            <p:cNvSpPr/>
            <p:nvPr/>
          </p:nvSpPr>
          <p:spPr>
            <a:xfrm>
              <a:off x="13579636" y="8718011"/>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73" name="Google Shape;7173;p174"/>
            <p:cNvSpPr/>
            <p:nvPr/>
          </p:nvSpPr>
          <p:spPr>
            <a:xfrm>
              <a:off x="13579636" y="9013067"/>
              <a:ext cx="91200" cy="91200"/>
            </a:xfrm>
            <a:prstGeom prst="ellipse">
              <a:avLst/>
            </a:prstGeom>
            <a:solidFill>
              <a:srgbClr val="AD7BEE"/>
            </a:solidFill>
            <a:ln>
              <a:noFill/>
            </a:ln>
          </p:spPr>
          <p:txBody>
            <a:bodyPr spcFirstLastPara="1" wrap="square" lIns="173450" tIns="86700" rIns="173450" bIns="86700" anchor="ctr" anchorCtr="0">
              <a:noAutofit/>
            </a:bodyPr>
            <a:lstStyle/>
            <a:p>
              <a:pPr marL="0" marR="0" lvl="0" indent="0" algn="ctr" rtl="0">
                <a:lnSpc>
                  <a:spcPct val="100000"/>
                </a:lnSpc>
                <a:spcBef>
                  <a:spcPts val="0"/>
                </a:spcBef>
                <a:spcAft>
                  <a:spcPts val="0"/>
                </a:spcAft>
                <a:buClr>
                  <a:srgbClr val="000000"/>
                </a:buClr>
                <a:buSzPts val="2600"/>
                <a:buFont typeface="Arial"/>
                <a:buNone/>
              </a:pPr>
              <a:endParaRPr sz="800" i="0" u="none" strike="noStrike" cap="none">
                <a:solidFill>
                  <a:srgbClr val="022AC0"/>
                </a:solidFill>
                <a:highlight>
                  <a:srgbClr val="022AC0"/>
                </a:highlight>
                <a:latin typeface="Salesforce Sans"/>
                <a:ea typeface="Salesforce Sans"/>
                <a:cs typeface="Salesforce Sans"/>
                <a:sym typeface="Salesforce Sans"/>
              </a:endParaRPr>
            </a:p>
          </p:txBody>
        </p:sp>
        <p:sp>
          <p:nvSpPr>
            <p:cNvPr id="7174" name="Google Shape;7174;p174"/>
            <p:cNvSpPr txBox="1"/>
            <p:nvPr/>
          </p:nvSpPr>
          <p:spPr>
            <a:xfrm>
              <a:off x="13715676" y="9158991"/>
              <a:ext cx="20466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7175" name="Google Shape;7175;p174"/>
            <p:cNvSpPr txBox="1"/>
            <p:nvPr/>
          </p:nvSpPr>
          <p:spPr>
            <a:xfrm>
              <a:off x="13715675" y="9307608"/>
              <a:ext cx="24258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7176" name="Google Shape;7176;p174"/>
            <p:cNvSpPr txBox="1"/>
            <p:nvPr/>
          </p:nvSpPr>
          <p:spPr>
            <a:xfrm>
              <a:off x="13715674" y="9454033"/>
              <a:ext cx="2936100" cy="128100"/>
            </a:xfrm>
            <a:prstGeom prst="rect">
              <a:avLst/>
            </a:prstGeom>
            <a:noFill/>
            <a:ln>
              <a:noFill/>
            </a:ln>
          </p:spPr>
          <p:txBody>
            <a:bodyPr spcFirstLastPara="1" wrap="square" lIns="4950" tIns="4950" rIns="4950" bIns="0" anchor="ctr" anchorCtr="0">
              <a:spAutoFit/>
            </a:bodyPr>
            <a:lstStyle/>
            <a:p>
              <a:pPr marL="0" marR="0" lvl="0" indent="0" algn="l" rtl="0">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19 Card - Small right">
  <p:cSld name="TITLE_1_1_1_1_1_1_1_1_1_1_1_1_1_1_1_1_1_1_3">
    <p:bg>
      <p:bgPr>
        <a:solidFill>
          <a:srgbClr val="CFE9FE"/>
        </a:solidFill>
        <a:effectLst/>
      </p:bgPr>
    </p:bg>
    <p:spTree>
      <p:nvGrpSpPr>
        <p:cNvPr id="1" name="Shape 7177"/>
        <p:cNvGrpSpPr/>
        <p:nvPr/>
      </p:nvGrpSpPr>
      <p:grpSpPr>
        <a:xfrm>
          <a:off x="0" y="0"/>
          <a:ext cx="0" cy="0"/>
          <a:chOff x="0" y="0"/>
          <a:chExt cx="0" cy="0"/>
        </a:xfrm>
      </p:grpSpPr>
      <p:pic>
        <p:nvPicPr>
          <p:cNvPr id="7178" name="Google Shape;7178;p175" title="Salesforce logo"/>
          <p:cNvPicPr preferRelativeResize="0"/>
          <p:nvPr/>
        </p:nvPicPr>
        <p:blipFill rotWithShape="1">
          <a:blip r:embed="rId2">
            <a:alphaModFix/>
          </a:blip>
          <a:srcRect/>
          <a:stretch/>
        </p:blipFill>
        <p:spPr>
          <a:xfrm>
            <a:off x="16549999" y="848190"/>
            <a:ext cx="953601" cy="667642"/>
          </a:xfrm>
          <a:prstGeom prst="rect">
            <a:avLst/>
          </a:prstGeom>
          <a:noFill/>
          <a:ln>
            <a:noFill/>
          </a:ln>
        </p:spPr>
      </p:pic>
      <p:sp>
        <p:nvSpPr>
          <p:cNvPr id="7179" name="Google Shape;7179;p175"/>
          <p:cNvSpPr txBox="1">
            <a:spLocks noGrp="1"/>
          </p:cNvSpPr>
          <p:nvPr>
            <p:ph type="title"/>
          </p:nvPr>
        </p:nvSpPr>
        <p:spPr>
          <a:xfrm>
            <a:off x="857250" y="838200"/>
            <a:ext cx="7620000" cy="1524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7180" name="Google Shape;7180;p175"/>
          <p:cNvSpPr txBox="1">
            <a:spLocks noGrp="1"/>
          </p:cNvSpPr>
          <p:nvPr>
            <p:ph type="subTitle" idx="1"/>
          </p:nvPr>
        </p:nvSpPr>
        <p:spPr>
          <a:xfrm>
            <a:off x="857250" y="2468880"/>
            <a:ext cx="7620000" cy="6678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a:endParaRPr/>
          </a:p>
        </p:txBody>
      </p:sp>
      <p:sp>
        <p:nvSpPr>
          <p:cNvPr id="7181" name="Google Shape;7181;p175"/>
          <p:cNvSpPr txBox="1">
            <a:spLocks noGrp="1"/>
          </p:cNvSpPr>
          <p:nvPr>
            <p:ph type="body" idx="2"/>
          </p:nvPr>
        </p:nvSpPr>
        <p:spPr>
          <a:xfrm>
            <a:off x="857250" y="3399472"/>
            <a:ext cx="7620000" cy="5734200"/>
          </a:xfrm>
          <a:prstGeom prst="rect">
            <a:avLst/>
          </a:prstGeom>
        </p:spPr>
        <p:txBody>
          <a:bodyPr spcFirstLastPara="1" wrap="square" lIns="0" tIns="0" rIns="0" bIns="0" anchor="t" anchorCtr="0">
            <a:noAutofit/>
          </a:bodyPr>
          <a:lstStyle>
            <a:lvl1pPr marL="457200" lvl="0" indent="-419100">
              <a:spcBef>
                <a:spcPts val="0"/>
              </a:spcBef>
              <a:spcAft>
                <a:spcPts val="0"/>
              </a:spcAft>
              <a:buClr>
                <a:schemeClr val="dk1"/>
              </a:buClr>
              <a:buSzPts val="3000"/>
              <a:buChar char="●"/>
              <a:defRPr sz="3000">
                <a:solidFill>
                  <a:schemeClr val="dk1"/>
                </a:solidFill>
              </a:defRPr>
            </a:lvl1pPr>
            <a:lvl2pPr marL="914400" lvl="1" indent="-393700">
              <a:spcBef>
                <a:spcPts val="1800"/>
              </a:spcBef>
              <a:spcAft>
                <a:spcPts val="0"/>
              </a:spcAft>
              <a:buClr>
                <a:schemeClr val="dk1"/>
              </a:buClr>
              <a:buSzPts val="2600"/>
              <a:buChar char="○"/>
              <a:defRPr sz="2600">
                <a:solidFill>
                  <a:schemeClr val="dk1"/>
                </a:solidFill>
              </a:defRPr>
            </a:lvl2pPr>
            <a:lvl3pPr marL="1371600" lvl="2" indent="-381000">
              <a:spcBef>
                <a:spcPts val="1800"/>
              </a:spcBef>
              <a:spcAft>
                <a:spcPts val="0"/>
              </a:spcAft>
              <a:buClr>
                <a:schemeClr val="dk1"/>
              </a:buClr>
              <a:buSzPts val="2400"/>
              <a:buChar char="■"/>
              <a:defRPr sz="2400">
                <a:solidFill>
                  <a:schemeClr val="dk1"/>
                </a:solidFill>
              </a:defRPr>
            </a:lvl3pPr>
            <a:lvl4pPr marL="1828800" lvl="3" indent="-368300">
              <a:spcBef>
                <a:spcPts val="1800"/>
              </a:spcBef>
              <a:spcAft>
                <a:spcPts val="0"/>
              </a:spcAft>
              <a:buClr>
                <a:schemeClr val="dk1"/>
              </a:buClr>
              <a:buSzPts val="2200"/>
              <a:buChar char="●"/>
              <a:defRPr sz="2200">
                <a:solidFill>
                  <a:schemeClr val="dk1"/>
                </a:solidFill>
              </a:defRPr>
            </a:lvl4pPr>
            <a:lvl5pPr marL="2286000" lvl="4" indent="-355600">
              <a:spcBef>
                <a:spcPts val="1800"/>
              </a:spcBef>
              <a:spcAft>
                <a:spcPts val="0"/>
              </a:spcAft>
              <a:buClr>
                <a:schemeClr val="dk1"/>
              </a:buClr>
              <a:buSzPts val="2000"/>
              <a:buChar char="○"/>
              <a:defRPr sz="2000">
                <a:solidFill>
                  <a:schemeClr val="dk1"/>
                </a:solidFill>
              </a:defRPr>
            </a:lvl5pPr>
            <a:lvl6pPr marL="2743200" lvl="5" indent="-342900">
              <a:spcBef>
                <a:spcPts val="1800"/>
              </a:spcBef>
              <a:spcAft>
                <a:spcPts val="0"/>
              </a:spcAft>
              <a:buClr>
                <a:schemeClr val="dk1"/>
              </a:buClr>
              <a:buSzPts val="1800"/>
              <a:buChar char="■"/>
              <a:defRPr sz="1800">
                <a:solidFill>
                  <a:schemeClr val="dk1"/>
                </a:solidFill>
              </a:defRPr>
            </a:lvl6pPr>
            <a:lvl7pPr marL="3200400" lvl="6" indent="-342900">
              <a:spcBef>
                <a:spcPts val="1800"/>
              </a:spcBef>
              <a:spcAft>
                <a:spcPts val="0"/>
              </a:spcAft>
              <a:buClr>
                <a:schemeClr val="dk1"/>
              </a:buClr>
              <a:buSzPts val="1800"/>
              <a:buChar char="●"/>
              <a:defRPr sz="1800">
                <a:solidFill>
                  <a:schemeClr val="dk1"/>
                </a:solidFill>
              </a:defRPr>
            </a:lvl7pPr>
            <a:lvl8pPr marL="3657600" lvl="7" indent="-342900">
              <a:spcBef>
                <a:spcPts val="1800"/>
              </a:spcBef>
              <a:spcAft>
                <a:spcPts val="0"/>
              </a:spcAft>
              <a:buClr>
                <a:schemeClr val="dk1"/>
              </a:buClr>
              <a:buSzPts val="1800"/>
              <a:buChar char="○"/>
              <a:defRPr sz="1800">
                <a:solidFill>
                  <a:schemeClr val="dk1"/>
                </a:solidFill>
              </a:defRPr>
            </a:lvl8pPr>
            <a:lvl9pPr marL="4114800" lvl="8" indent="-342900">
              <a:spcBef>
                <a:spcPts val="1800"/>
              </a:spcBef>
              <a:spcAft>
                <a:spcPts val="1800"/>
              </a:spcAft>
              <a:buClr>
                <a:schemeClr val="dk1"/>
              </a:buClr>
              <a:buSzPts val="1800"/>
              <a:buChar char="■"/>
              <a:defRPr sz="1800">
                <a:solidFill>
                  <a:schemeClr val="dk1"/>
                </a:solidFill>
              </a:defRPr>
            </a:lvl9pPr>
          </a:lstStyle>
          <a:p>
            <a:endParaRPr/>
          </a:p>
        </p:txBody>
      </p:sp>
      <p:sp>
        <p:nvSpPr>
          <p:cNvPr id="7182" name="Google Shape;7182;p175"/>
          <p:cNvSpPr/>
          <p:nvPr/>
        </p:nvSpPr>
        <p:spPr>
          <a:xfrm flipH="1">
            <a:off x="8828935" y="571500"/>
            <a:ext cx="8925282" cy="9146412"/>
          </a:xfrm>
          <a:custGeom>
            <a:avLst/>
            <a:gdLst/>
            <a:ahLst/>
            <a:cxnLst/>
            <a:rect l="l" t="t" r="r" b="b"/>
            <a:pathLst>
              <a:path w="21600" h="21600" extrusionOk="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spcFirstLastPara="1" wrap="square" lIns="32500" tIns="32500" rIns="32500" bIns="32500" anchor="ctr" anchorCtr="0">
            <a:noAutofit/>
          </a:bodyPr>
          <a:lstStyle/>
          <a:p>
            <a:pPr marL="0" marR="0" lvl="0" indent="0" algn="l" rtl="0">
              <a:lnSpc>
                <a:spcPct val="90000"/>
              </a:lnSpc>
              <a:spcBef>
                <a:spcPts val="0"/>
              </a:spcBef>
              <a:spcAft>
                <a:spcPts val="0"/>
              </a:spcAft>
              <a:buClr>
                <a:srgbClr val="003366"/>
              </a:buClr>
              <a:buSzPts val="2900"/>
              <a:buFont typeface="Questrial"/>
              <a:buNone/>
            </a:pPr>
            <a:endParaRPr sz="2900" b="0" i="0" u="none" strike="noStrike" cap="none">
              <a:solidFill>
                <a:srgbClr val="032D60"/>
              </a:solidFill>
              <a:latin typeface="Arial"/>
              <a:ea typeface="Arial"/>
              <a:cs typeface="Arial"/>
              <a:sym typeface="Arial"/>
            </a:endParaRPr>
          </a:p>
        </p:txBody>
      </p:sp>
      <p:pic>
        <p:nvPicPr>
          <p:cNvPr id="7183" name="Google Shape;7183;p17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slideLayout" Target="../slideLayouts/slideLayout100.xml"/><Relationship Id="rId14" Type="http://schemas.openxmlformats.org/officeDocument/2006/relationships/slideLayout" Target="../slideLayouts/slideLayout101.xml"/><Relationship Id="rId15" Type="http://schemas.openxmlformats.org/officeDocument/2006/relationships/slideLayout" Target="../slideLayouts/slideLayout102.xml"/><Relationship Id="rId16" Type="http://schemas.openxmlformats.org/officeDocument/2006/relationships/slideLayout" Target="../slideLayouts/slideLayout103.xml"/><Relationship Id="rId17" Type="http://schemas.openxmlformats.org/officeDocument/2006/relationships/slideLayout" Target="../slideLayouts/slideLayout104.xml"/><Relationship Id="rId18" Type="http://schemas.openxmlformats.org/officeDocument/2006/relationships/slideLayout" Target="../slideLayouts/slideLayout105.xml"/><Relationship Id="rId19" Type="http://schemas.openxmlformats.org/officeDocument/2006/relationships/slideLayout" Target="../slideLayouts/slideLayout106.xml"/><Relationship Id="rId20" Type="http://schemas.openxmlformats.org/officeDocument/2006/relationships/slideLayout" Target="../slideLayouts/slideLayout107.xml"/><Relationship Id="rId21" Type="http://schemas.openxmlformats.org/officeDocument/2006/relationships/slideLayout" Target="../slideLayouts/slideLayout108.xml"/><Relationship Id="rId22" Type="http://schemas.openxmlformats.org/officeDocument/2006/relationships/slideLayout" Target="../slideLayouts/slideLayout109.xml"/><Relationship Id="rId23" Type="http://schemas.openxmlformats.org/officeDocument/2006/relationships/slideLayout" Target="../slideLayouts/slideLayout110.xml"/><Relationship Id="rId24" Type="http://schemas.openxmlformats.org/officeDocument/2006/relationships/slideLayout" Target="../slideLayouts/slideLayout111.xml"/><Relationship Id="rId25" Type="http://schemas.openxmlformats.org/officeDocument/2006/relationships/slideLayout" Target="../slideLayouts/slideLayout112.xml"/><Relationship Id="rId26" Type="http://schemas.openxmlformats.org/officeDocument/2006/relationships/slideLayout" Target="../slideLayouts/slideLayout113.xml"/><Relationship Id="rId27" Type="http://schemas.openxmlformats.org/officeDocument/2006/relationships/slideLayout" Target="../slideLayouts/slideLayout114.xml"/><Relationship Id="rId28" Type="http://schemas.openxmlformats.org/officeDocument/2006/relationships/slideLayout" Target="../slideLayouts/slideLayout115.xml"/><Relationship Id="rId29" Type="http://schemas.openxmlformats.org/officeDocument/2006/relationships/slideLayout" Target="../slideLayouts/slideLayout116.xml"/><Relationship Id="rId30" Type="http://schemas.openxmlformats.org/officeDocument/2006/relationships/slideLayout" Target="../slideLayouts/slideLayout117.xml"/><Relationship Id="rId31" Type="http://schemas.openxmlformats.org/officeDocument/2006/relationships/slideLayout" Target="../slideLayouts/slideLayout118.xml"/><Relationship Id="rId32" Type="http://schemas.openxmlformats.org/officeDocument/2006/relationships/slideLayout" Target="../slideLayouts/slideLayout119.xml"/><Relationship Id="rId33" Type="http://schemas.openxmlformats.org/officeDocument/2006/relationships/slideLayout" Target="../slideLayouts/slideLayout120.xml"/><Relationship Id="rId34" Type="http://schemas.openxmlformats.org/officeDocument/2006/relationships/slideLayout" Target="../slideLayouts/slideLayout121.xml"/><Relationship Id="rId35" Type="http://schemas.openxmlformats.org/officeDocument/2006/relationships/slideLayout" Target="../slideLayouts/slideLayout122.xml"/><Relationship Id="rId36" Type="http://schemas.openxmlformats.org/officeDocument/2006/relationships/slideLayout" Target="../slideLayouts/slideLayout123.xml"/><Relationship Id="rId37" Type="http://schemas.openxmlformats.org/officeDocument/2006/relationships/slideLayout" Target="../slideLayouts/slideLayout124.xml"/><Relationship Id="rId38" Type="http://schemas.openxmlformats.org/officeDocument/2006/relationships/slideLayout" Target="../slideLayouts/slideLayout125.xml"/><Relationship Id="rId39" Type="http://schemas.openxmlformats.org/officeDocument/2006/relationships/slideLayout" Target="../slideLayouts/slideLayout126.xml"/><Relationship Id="rId40" Type="http://schemas.openxmlformats.org/officeDocument/2006/relationships/slideLayout" Target="../slideLayouts/slideLayout127.xml"/><Relationship Id="rId41" Type="http://schemas.openxmlformats.org/officeDocument/2006/relationships/slideLayout" Target="../slideLayouts/slideLayout128.xml"/><Relationship Id="rId42" Type="http://schemas.openxmlformats.org/officeDocument/2006/relationships/slideLayout" Target="../slideLayouts/slideLayout129.xml"/><Relationship Id="rId43" Type="http://schemas.openxmlformats.org/officeDocument/2006/relationships/slideLayout" Target="../slideLayouts/slideLayout130.xml"/><Relationship Id="rId44" Type="http://schemas.openxmlformats.org/officeDocument/2006/relationships/slideLayout" Target="../slideLayouts/slideLayout131.xml"/><Relationship Id="rId45" Type="http://schemas.openxmlformats.org/officeDocument/2006/relationships/slideLayout" Target="../slideLayouts/slideLayout132.xml"/><Relationship Id="rId46" Type="http://schemas.openxmlformats.org/officeDocument/2006/relationships/slideLayout" Target="../slideLayouts/slideLayout133.xml"/><Relationship Id="rId47" Type="http://schemas.openxmlformats.org/officeDocument/2006/relationships/slideLayout" Target="../slideLayouts/slideLayout134.xml"/><Relationship Id="rId48" Type="http://schemas.openxmlformats.org/officeDocument/2006/relationships/slideLayout" Target="../slideLayouts/slideLayout135.xml"/><Relationship Id="rId49" Type="http://schemas.openxmlformats.org/officeDocument/2006/relationships/slideLayout" Target="../slideLayouts/slideLayout136.xml"/><Relationship Id="rId50" Type="http://schemas.openxmlformats.org/officeDocument/2006/relationships/slideLayout" Target="../slideLayouts/slideLayout137.xml"/><Relationship Id="rId51" Type="http://schemas.openxmlformats.org/officeDocument/2006/relationships/slideLayout" Target="../slideLayouts/slideLayout138.xml"/><Relationship Id="rId52" Type="http://schemas.openxmlformats.org/officeDocument/2006/relationships/slideLayout" Target="../slideLayouts/slideLayout139.xml"/><Relationship Id="rId53" Type="http://schemas.openxmlformats.org/officeDocument/2006/relationships/slideLayout" Target="../slideLayouts/slideLayout140.xml"/><Relationship Id="rId54" Type="http://schemas.openxmlformats.org/officeDocument/2006/relationships/slideLayout" Target="../slideLayouts/slideLayout141.xml"/><Relationship Id="rId55" Type="http://schemas.openxmlformats.org/officeDocument/2006/relationships/slideLayout" Target="../slideLayouts/slideLayout142.xml"/><Relationship Id="rId56" Type="http://schemas.openxmlformats.org/officeDocument/2006/relationships/slideLayout" Target="../slideLayouts/slideLayout143.xml"/><Relationship Id="rId57" Type="http://schemas.openxmlformats.org/officeDocument/2006/relationships/slideLayout" Target="../slideLayouts/slideLayout144.xml"/><Relationship Id="rId58" Type="http://schemas.openxmlformats.org/officeDocument/2006/relationships/slideLayout" Target="../slideLayouts/slideLayout145.xml"/><Relationship Id="rId59" Type="http://schemas.openxmlformats.org/officeDocument/2006/relationships/slideLayout" Target="../slideLayouts/slideLayout146.xml"/><Relationship Id="rId60" Type="http://schemas.openxmlformats.org/officeDocument/2006/relationships/slideLayout" Target="../slideLayouts/slideLayout147.xml"/><Relationship Id="rId61" Type="http://schemas.openxmlformats.org/officeDocument/2006/relationships/slideLayout" Target="../slideLayouts/slideLayout148.xml"/><Relationship Id="rId62" Type="http://schemas.openxmlformats.org/officeDocument/2006/relationships/slideLayout" Target="../slideLayouts/slideLayout149.xml"/><Relationship Id="rId63" Type="http://schemas.openxmlformats.org/officeDocument/2006/relationships/slideLayout" Target="../slideLayouts/slideLayout150.xml"/><Relationship Id="rId64" Type="http://schemas.openxmlformats.org/officeDocument/2006/relationships/slideLayout" Target="../slideLayouts/slideLayout151.xml"/><Relationship Id="rId65" Type="http://schemas.openxmlformats.org/officeDocument/2006/relationships/slideLayout" Target="../slideLayouts/slideLayout152.xml"/><Relationship Id="rId66" Type="http://schemas.openxmlformats.org/officeDocument/2006/relationships/slideLayout" Target="../slideLayouts/slideLayout153.xml"/><Relationship Id="rId67" Type="http://schemas.openxmlformats.org/officeDocument/2006/relationships/slideLayout" Target="../slideLayouts/slideLayout154.xml"/><Relationship Id="rId68" Type="http://schemas.openxmlformats.org/officeDocument/2006/relationships/slideLayout" Target="../slideLayouts/slideLayout155.xml"/><Relationship Id="rId69" Type="http://schemas.openxmlformats.org/officeDocument/2006/relationships/slideLayout" Target="../slideLayouts/slideLayout156.xml"/><Relationship Id="rId70" Type="http://schemas.openxmlformats.org/officeDocument/2006/relationships/slideLayout" Target="../slideLayouts/slideLayout157.xml"/><Relationship Id="rId71" Type="http://schemas.openxmlformats.org/officeDocument/2006/relationships/slideLayout" Target="../slideLayouts/slideLayout158.xml"/><Relationship Id="rId72" Type="http://schemas.openxmlformats.org/officeDocument/2006/relationships/slideLayout" Target="../slideLayouts/slideLayout159.xml"/><Relationship Id="rId73" Type="http://schemas.openxmlformats.org/officeDocument/2006/relationships/slideLayout" Target="../slideLayouts/slideLayout160.xml"/><Relationship Id="rId74" Type="http://schemas.openxmlformats.org/officeDocument/2006/relationships/slideLayout" Target="../slideLayouts/slideLayout161.xml"/><Relationship Id="rId75" Type="http://schemas.openxmlformats.org/officeDocument/2006/relationships/slideLayout" Target="../slideLayouts/slideLayout162.xml"/><Relationship Id="rId76" Type="http://schemas.openxmlformats.org/officeDocument/2006/relationships/slideLayout" Target="../slideLayouts/slideLayout163.xml"/><Relationship Id="rId77" Type="http://schemas.openxmlformats.org/officeDocument/2006/relationships/slideLayout" Target="../slideLayouts/slideLayout164.xml"/><Relationship Id="rId78" Type="http://schemas.openxmlformats.org/officeDocument/2006/relationships/slideLayout" Target="../slideLayouts/slideLayout165.xml"/><Relationship Id="rId79" Type="http://schemas.openxmlformats.org/officeDocument/2006/relationships/slideLayout" Target="../slideLayouts/slideLayout166.xml"/><Relationship Id="rId80" Type="http://schemas.openxmlformats.org/officeDocument/2006/relationships/slideLayout" Target="../slideLayouts/slideLayout167.xml"/><Relationship Id="rId81" Type="http://schemas.openxmlformats.org/officeDocument/2006/relationships/slideLayout" Target="../slideLayouts/slideLayout168.xml"/><Relationship Id="rId82" Type="http://schemas.openxmlformats.org/officeDocument/2006/relationships/slideLayout" Target="../slideLayouts/slideLayout169.xml"/><Relationship Id="rId83" Type="http://schemas.openxmlformats.org/officeDocument/2006/relationships/slideLayout" Target="../slideLayouts/slideLayout170.xml"/><Relationship Id="rId84" Type="http://schemas.openxmlformats.org/officeDocument/2006/relationships/slideLayout" Target="../slideLayouts/slideLayout171.xml"/><Relationship Id="rId85" Type="http://schemas.openxmlformats.org/officeDocument/2006/relationships/slideLayout" Target="../slideLayouts/slideLayout172.xml"/><Relationship Id="rId86" Type="http://schemas.openxmlformats.org/officeDocument/2006/relationships/slideLayout" Target="../slideLayouts/slideLayout173.xml"/><Relationship Id="rId8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22"/>
        <p:cNvGrpSpPr/>
        <p:nvPr/>
      </p:nvGrpSpPr>
      <p:grpSpPr>
        <a:xfrm>
          <a:off x="0" y="0"/>
          <a:ext cx="0" cy="0"/>
          <a:chOff x="0" y="0"/>
          <a:chExt cx="0" cy="0"/>
        </a:xfrm>
      </p:grpSpPr>
      <p:sp>
        <p:nvSpPr>
          <p:cNvPr id="23" name="Google Shape;23;p1"/>
          <p:cNvSpPr txBox="1">
            <a:spLocks noGrp="1"/>
          </p:cNvSpPr>
          <p:nvPr>
            <p:ph type="title"/>
          </p:nvPr>
        </p:nvSpPr>
        <p:spPr>
          <a:xfrm>
            <a:off x="857250" y="890050"/>
            <a:ext cx="16573500" cy="11454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a:endParaRPr/>
          </a:p>
        </p:txBody>
      </p:sp>
      <p:sp>
        <p:nvSpPr>
          <p:cNvPr id="24" name="Google Shape;24;p1"/>
          <p:cNvSpPr txBox="1">
            <a:spLocks noGrp="1"/>
          </p:cNvSpPr>
          <p:nvPr>
            <p:ph type="body" idx="1"/>
          </p:nvPr>
        </p:nvSpPr>
        <p:spPr>
          <a:xfrm>
            <a:off x="857250" y="2567250"/>
            <a:ext cx="16573500" cy="6576900"/>
          </a:xfrm>
          <a:prstGeom prst="rect">
            <a:avLst/>
          </a:prstGeom>
          <a:noFill/>
          <a:ln>
            <a:noFill/>
          </a:ln>
        </p:spPr>
        <p:txBody>
          <a:bodyPr spcFirstLastPara="1" wrap="square" lIns="182850" tIns="182850" rIns="182850" bIns="182850" anchor="t" anchorCtr="0">
            <a:noAutofit/>
          </a:bodyPr>
          <a:lstStyle>
            <a:lvl1pPr marL="457200" lvl="0" indent="-4191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marL="914400" lvl="1" indent="-3937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marL="1371600" lvl="2" indent="-3810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marL="1828800" lvl="3" indent="-3683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marL="2286000" lvl="4" indent="-3556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marL="2743200" lvl="5"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marL="3200400" lvl="6"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marL="3657600" lvl="7"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marL="4114800" lvl="8" indent="-3429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3605"/>
        <p:cNvGrpSpPr/>
        <p:nvPr/>
      </p:nvGrpSpPr>
      <p:grpSpPr>
        <a:xfrm>
          <a:off x="0" y="0"/>
          <a:ext cx="0" cy="0"/>
          <a:chOff x="0" y="0"/>
          <a:chExt cx="0" cy="0"/>
        </a:xfrm>
      </p:grpSpPr>
      <p:sp>
        <p:nvSpPr>
          <p:cNvPr id="3606" name="Google Shape;3606;p89"/>
          <p:cNvSpPr txBox="1">
            <a:spLocks noGrp="1"/>
          </p:cNvSpPr>
          <p:nvPr>
            <p:ph type="title"/>
          </p:nvPr>
        </p:nvSpPr>
        <p:spPr>
          <a:xfrm>
            <a:off x="857250" y="890050"/>
            <a:ext cx="16573500" cy="11454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a:endParaRPr/>
          </a:p>
        </p:txBody>
      </p:sp>
      <p:sp>
        <p:nvSpPr>
          <p:cNvPr id="3607" name="Google Shape;3607;p89"/>
          <p:cNvSpPr txBox="1">
            <a:spLocks noGrp="1"/>
          </p:cNvSpPr>
          <p:nvPr>
            <p:ph type="body" idx="1"/>
          </p:nvPr>
        </p:nvSpPr>
        <p:spPr>
          <a:xfrm>
            <a:off x="857250" y="2567250"/>
            <a:ext cx="16573500" cy="6576900"/>
          </a:xfrm>
          <a:prstGeom prst="rect">
            <a:avLst/>
          </a:prstGeom>
          <a:noFill/>
          <a:ln>
            <a:noFill/>
          </a:ln>
        </p:spPr>
        <p:txBody>
          <a:bodyPr spcFirstLastPara="1" wrap="square" lIns="182850" tIns="182850" rIns="182850" bIns="182850" anchor="t" anchorCtr="0">
            <a:noAutofit/>
          </a:bodyPr>
          <a:lstStyle>
            <a:lvl1pPr marL="457200" lvl="0" indent="-4191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marL="914400" lvl="1" indent="-3937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marL="1371600" lvl="2" indent="-3810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marL="1828800" lvl="3" indent="-3683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marL="2286000" lvl="4" indent="-3556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marL="2743200" lvl="5"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marL="3200400" lvl="6"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marL="3657600" lvl="7" indent="-3429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marL="4114800" lvl="8" indent="-3429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a:endParaRPr/>
          </a:p>
        </p:txBody>
      </p:sp>
    </p:spTree>
  </p:cSld>
  <p:clrMap bg1="lt1" tx1="dk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7" r:id="rId63"/>
    <p:sldLayoutId id="2147483798" r:id="rId64"/>
    <p:sldLayoutId id="2147483799" r:id="rId65"/>
    <p:sldLayoutId id="2147483800" r:id="rId66"/>
    <p:sldLayoutId id="2147483801" r:id="rId67"/>
    <p:sldLayoutId id="2147483802" r:id="rId68"/>
    <p:sldLayoutId id="2147483803" r:id="rId69"/>
    <p:sldLayoutId id="2147483804" r:id="rId70"/>
    <p:sldLayoutId id="2147483805" r:id="rId71"/>
    <p:sldLayoutId id="2147483806" r:id="rId72"/>
    <p:sldLayoutId id="2147483807" r:id="rId73"/>
    <p:sldLayoutId id="2147483808" r:id="rId74"/>
    <p:sldLayoutId id="2147483809" r:id="rId75"/>
    <p:sldLayoutId id="2147483810" r:id="rId76"/>
    <p:sldLayoutId id="2147483811" r:id="rId77"/>
    <p:sldLayoutId id="2147483812" r:id="rId78"/>
    <p:sldLayoutId id="2147483813" r:id="rId79"/>
    <p:sldLayoutId id="2147483814" r:id="rId80"/>
    <p:sldLayoutId id="2147483815" r:id="rId81"/>
    <p:sldLayoutId id="2147483816" r:id="rId82"/>
    <p:sldLayoutId id="2147483817" r:id="rId83"/>
    <p:sldLayoutId id="2147483818" r:id="rId84"/>
    <p:sldLayoutId id="2147483819" r:id="rId85"/>
    <p:sldLayoutId id="2147483820" r:id="rId8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7.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1.xml"/><Relationship Id="rId3" Type="http://schemas.openxmlformats.org/officeDocument/2006/relationships/image" Target="../media/image57.png"/><Relationship Id="rId4"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3.xml"/><Relationship Id="rId3" Type="http://schemas.openxmlformats.org/officeDocument/2006/relationships/image" Target="../media/image5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4.xml"/><Relationship Id="rId3"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5.xml"/><Relationship Id="rId3"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7.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8.xml"/><Relationship Id="rId3"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srgbClr val="FFFFFF"/>
                </a:solidFill>
              </a:rPr>
              <a:t>One subscription, every visit</a:t>
            </a:r>
          </a:p>
        </p:txBody>
      </p:sp>
      <p:sp>
        <p:nvSpPr>
          <p:cNvPr id="3" name="Subtitle 2"/>
          <p:cNvSpPr>
            <a:spLocks noGrp="1"/>
          </p:cNvSpPr>
          <p:nvPr>
            <p:ph type="subTitle" idx="1"/>
          </p:nvPr>
        </p:nvSpPr>
        <p:spPr/>
        <p:txBody>
          <a:bodyPr/>
          <a:lstStyle/>
          <a:p>
            <a:pPr marL="0" indent="0"/>
            <a:r>
              <a:rPr>
                <a:solidFill>
                  <a:srgbClr val="FFFFFF"/>
                </a:solidFill>
              </a:rPr>
              <a:t>Revenue Cloud + Field Service: the residential pest control lifecycle, with Rentokil as the example</a:t>
            </a:r>
          </a:p>
        </p:txBody>
      </p:sp>
      <p:sp>
        <p:nvSpPr>
          <p:cNvPr id="4" name="Subtitle 3"/>
          <p:cNvSpPr>
            <a:spLocks noGrp="1"/>
          </p:cNvSpPr>
          <p:nvPr>
            <p:ph type="subTitle" idx="2"/>
          </p:nvPr>
        </p:nvSpPr>
        <p:spPr/>
        <p:txBody>
          <a:bodyPr/>
          <a:lstStyle/>
          <a:p>
            <a:pPr marL="0" indent="0"/>
            <a:r>
              <a:rPr>
                <a:solidFill>
                  <a:srgbClr val="FFFFFF"/>
                </a:solidFill>
              </a:rPr>
              <a:t>Core demo storyboard · Updated Oct 27,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rPr>
              <a:t>Meet Michael</a:t>
            </a:r>
          </a:p>
        </p:txBody>
      </p:sp>
      <p:sp>
        <p:nvSpPr>
          <p:cNvPr id="3" name="Subtitle 2"/>
          <p:cNvSpPr>
            <a:spLocks noGrp="1"/>
          </p:cNvSpPr>
          <p:nvPr>
            <p:ph type="subTitle" idx="1"/>
          </p:nvPr>
        </p:nvSpPr>
        <p:spPr/>
        <p:txBody>
          <a:bodyPr/>
          <a:lstStyle/>
          <a:p>
            <a:pPr marL="0" indent="0"/>
            <a:r>
              <a:rPr>
                <a:solidFill/>
              </a:rPr>
              <a:t>Ants in the kitchen, mice in the garage, and a wooded lot</a:t>
            </a:r>
          </a:p>
        </p:txBody>
      </p:sp>
      <p:sp>
        <p:nvSpPr>
          <p:cNvPr id="4" name="Rounded Rectangle 3"/>
          <p:cNvSpPr/>
          <p:nvPr/>
        </p:nvSpPr>
        <p:spPr>
          <a:xfrm>
            <a:off x="859536" y="2834640"/>
            <a:ext cx="786384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143000" y="3108960"/>
            <a:ext cx="822960" cy="82296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Avant Garde Demi SFDC"/>
              </a:rPr>
              <a:t>M</a:t>
            </a:r>
          </a:p>
        </p:txBody>
      </p:sp>
      <p:sp>
        <p:nvSpPr>
          <p:cNvPr id="6" name="TextBox 5"/>
          <p:cNvSpPr txBox="1"/>
          <p:nvPr/>
        </p:nvSpPr>
        <p:spPr>
          <a:xfrm>
            <a:off x="2194560" y="3063240"/>
            <a:ext cx="6309360" cy="502920"/>
          </a:xfrm>
          <a:prstGeom prst="rect">
            <a:avLst/>
          </a:prstGeom>
          <a:noFill/>
        </p:spPr>
        <p:txBody>
          <a:bodyPr wrap="square" lIns="0" tIns="0" rIns="0" bIns="0" anchor="t">
            <a:spAutoFit/>
          </a:bodyPr>
          <a:lstStyle/>
          <a:p>
            <a:pPr algn="l"/>
            <a:r>
              <a:rPr sz="2600" b="1" i="0">
                <a:solidFill>
                  <a:srgbClr val="032D60"/>
                </a:solidFill>
                <a:latin typeface="Avant Garde Demi SFDC"/>
              </a:rPr>
              <a:t>Michael</a:t>
            </a:r>
          </a:p>
        </p:txBody>
      </p:sp>
      <p:sp>
        <p:nvSpPr>
          <p:cNvPr id="7" name="TextBox 6"/>
          <p:cNvSpPr txBox="1"/>
          <p:nvPr/>
        </p:nvSpPr>
        <p:spPr>
          <a:xfrm>
            <a:off x="2194560" y="3611880"/>
            <a:ext cx="6309360" cy="822960"/>
          </a:xfrm>
          <a:prstGeom prst="rect">
            <a:avLst/>
          </a:prstGeom>
          <a:noFill/>
        </p:spPr>
        <p:txBody>
          <a:bodyPr wrap="square" lIns="0" tIns="0" rIns="0" bIns="0" anchor="t">
            <a:spAutoFit/>
          </a:bodyPr>
          <a:lstStyle/>
          <a:p>
            <a:pPr algn="l"/>
            <a:r>
              <a:rPr sz="1700" b="0" i="0">
                <a:solidFill>
                  <a:srgbClr val="032D60"/>
                </a:solidFill>
                <a:latin typeface="Salesforce Sans"/>
              </a:rPr>
              <a:t>316 Ridgewood Dr</a:t>
            </a:r>
          </a:p>
          <a:p>
            <a:pPr algn="l"/>
            <a:r>
              <a:rPr sz="1700" b="0" i="0">
                <a:solidFill>
                  <a:srgbClr val="032D60"/>
                </a:solidFill>
                <a:latin typeface="Salesforce Sans"/>
              </a:rPr>
              <a:t>Bloomingdale, IL 60108</a:t>
            </a:r>
          </a:p>
        </p:txBody>
      </p:sp>
      <p:sp>
        <p:nvSpPr>
          <p:cNvPr id="8" name="TextBox 7"/>
          <p:cNvSpPr txBox="1"/>
          <p:nvPr/>
        </p:nvSpPr>
        <p:spPr>
          <a:xfrm>
            <a:off x="1143000" y="4480560"/>
            <a:ext cx="7315200" cy="777240"/>
          </a:xfrm>
          <a:prstGeom prst="rect">
            <a:avLst/>
          </a:prstGeom>
          <a:noFill/>
        </p:spPr>
        <p:txBody>
          <a:bodyPr wrap="square" lIns="0" tIns="0" rIns="0" bIns="0" anchor="t">
            <a:spAutoFit/>
          </a:bodyPr>
          <a:lstStyle/>
          <a:p>
            <a:pPr algn="l"/>
            <a:r>
              <a:rPr sz="1500" b="0" i="0">
                <a:solidFill>
                  <a:srgbClr val="5A6B85"/>
                </a:solidFill>
                <a:latin typeface="Salesforce Sans"/>
              </a:rPr>
              <a:t>Single-family home · about 2,400 sq ft · basement and attached garage · wooded lot</a:t>
            </a:r>
          </a:p>
        </p:txBody>
      </p:sp>
      <p:sp>
        <p:nvSpPr>
          <p:cNvPr id="9" name="TextBox 8"/>
          <p:cNvSpPr txBox="1"/>
          <p:nvPr/>
        </p:nvSpPr>
        <p:spPr>
          <a:xfrm>
            <a:off x="859536" y="5623560"/>
            <a:ext cx="7863840" cy="365760"/>
          </a:xfrm>
          <a:prstGeom prst="rect">
            <a:avLst/>
          </a:prstGeom>
          <a:noFill/>
        </p:spPr>
        <p:txBody>
          <a:bodyPr wrap="square" lIns="0" tIns="0" rIns="0" bIns="0" anchor="t">
            <a:spAutoFit/>
          </a:bodyPr>
          <a:lstStyle/>
          <a:p>
            <a:pPr algn="l"/>
            <a:r>
              <a:rPr sz="1400" b="1" i="0">
                <a:solidFill>
                  <a:srgbClr val="066AFE"/>
                </a:solidFill>
                <a:latin typeface="Salesforce Sans"/>
              </a:rPr>
              <a:t>WHAT HE ENDS UP WITH</a:t>
            </a:r>
          </a:p>
        </p:txBody>
      </p:sp>
      <p:sp>
        <p:nvSpPr>
          <p:cNvPr id="10" name="Rounded Rectangle 9"/>
          <p:cNvSpPr/>
          <p:nvPr/>
        </p:nvSpPr>
        <p:spPr>
          <a:xfrm>
            <a:off x="859536" y="6035040"/>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97280" y="6071616"/>
            <a:ext cx="3108960" cy="603504"/>
          </a:xfrm>
          <a:prstGeom prst="rect">
            <a:avLst/>
          </a:prstGeom>
          <a:noFill/>
        </p:spPr>
        <p:txBody>
          <a:bodyPr wrap="square" lIns="0" tIns="0" rIns="0" bIns="0" anchor="ctr">
            <a:spAutoFit/>
          </a:bodyPr>
          <a:lstStyle/>
          <a:p>
            <a:pPr algn="l"/>
            <a:r>
              <a:rPr sz="1600" b="1" i="0">
                <a:solidFill>
                  <a:srgbClr val="032D60"/>
                </a:solidFill>
                <a:latin typeface="Salesforce Sans"/>
              </a:rPr>
              <a:t>Home Protection plan</a:t>
            </a:r>
          </a:p>
        </p:txBody>
      </p:sp>
      <p:sp>
        <p:nvSpPr>
          <p:cNvPr id="12" name="TextBox 11"/>
          <p:cNvSpPr txBox="1"/>
          <p:nvPr/>
        </p:nvSpPr>
        <p:spPr>
          <a:xfrm>
            <a:off x="4160520" y="6071616"/>
            <a:ext cx="3337560" cy="603504"/>
          </a:xfrm>
          <a:prstGeom prst="rect">
            <a:avLst/>
          </a:prstGeom>
          <a:noFill/>
        </p:spPr>
        <p:txBody>
          <a:bodyPr wrap="square" lIns="0" tIns="0" rIns="0" bIns="0" anchor="ctr">
            <a:spAutoFit/>
          </a:bodyPr>
          <a:lstStyle/>
          <a:p>
            <a:pPr algn="l"/>
            <a:r>
              <a:rPr sz="1300" b="0" i="0">
                <a:solidFill>
                  <a:srgbClr val="5A6B85"/>
                </a:solidFill>
                <a:latin typeface="Salesforce Sans"/>
              </a:rPr>
              <a:t>Monthly general pest and rodent service</a:t>
            </a:r>
          </a:p>
        </p:txBody>
      </p:sp>
      <p:sp>
        <p:nvSpPr>
          <p:cNvPr id="13" name="TextBox 12"/>
          <p:cNvSpPr txBox="1"/>
          <p:nvPr/>
        </p:nvSpPr>
        <p:spPr>
          <a:xfrm>
            <a:off x="7406640" y="6071616"/>
            <a:ext cx="1188720" cy="603504"/>
          </a:xfrm>
          <a:prstGeom prst="rect">
            <a:avLst/>
          </a:prstGeom>
          <a:noFill/>
        </p:spPr>
        <p:txBody>
          <a:bodyPr wrap="square" lIns="0" tIns="0" rIns="0" bIns="0" anchor="ctr">
            <a:spAutoFit/>
          </a:bodyPr>
          <a:lstStyle/>
          <a:p>
            <a:pPr algn="r"/>
            <a:r>
              <a:rPr sz="1200" b="1" i="0">
                <a:solidFill>
                  <a:srgbClr val="066AFE"/>
                </a:solidFill>
                <a:latin typeface="Salesforce Sans"/>
              </a:rPr>
              <a:t>Scene 3</a:t>
            </a:r>
          </a:p>
        </p:txBody>
      </p:sp>
      <p:sp>
        <p:nvSpPr>
          <p:cNvPr id="14" name="Rounded Rectangle 13"/>
          <p:cNvSpPr/>
          <p:nvPr/>
        </p:nvSpPr>
        <p:spPr>
          <a:xfrm>
            <a:off x="859536" y="6821424"/>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97280" y="6858000"/>
            <a:ext cx="3108960" cy="603504"/>
          </a:xfrm>
          <a:prstGeom prst="rect">
            <a:avLst/>
          </a:prstGeom>
          <a:noFill/>
        </p:spPr>
        <p:txBody>
          <a:bodyPr wrap="square" lIns="0" tIns="0" rIns="0" bIns="0" anchor="ctr">
            <a:spAutoFit/>
          </a:bodyPr>
          <a:lstStyle/>
          <a:p>
            <a:pPr algn="l"/>
            <a:r>
              <a:rPr sz="1600" b="1" i="0">
                <a:solidFill>
                  <a:srgbClr val="032D60"/>
                </a:solidFill>
                <a:latin typeface="Salesforce Sans"/>
              </a:rPr>
              <a:t>Initial Service</a:t>
            </a:r>
          </a:p>
        </p:txBody>
      </p:sp>
      <p:sp>
        <p:nvSpPr>
          <p:cNvPr id="16" name="TextBox 15"/>
          <p:cNvSpPr txBox="1"/>
          <p:nvPr/>
        </p:nvSpPr>
        <p:spPr>
          <a:xfrm>
            <a:off x="4160520" y="6858000"/>
            <a:ext cx="3337560" cy="603504"/>
          </a:xfrm>
          <a:prstGeom prst="rect">
            <a:avLst/>
          </a:prstGeom>
          <a:noFill/>
        </p:spPr>
        <p:txBody>
          <a:bodyPr wrap="square" lIns="0" tIns="0" rIns="0" bIns="0" anchor="ctr">
            <a:spAutoFit/>
          </a:bodyPr>
          <a:lstStyle/>
          <a:p>
            <a:pPr algn="l"/>
            <a:r>
              <a:rPr sz="1300" b="0" i="0">
                <a:solidFill>
                  <a:srgbClr val="5A6B85"/>
                </a:solidFill>
                <a:latin typeface="Salesforce Sans"/>
              </a:rPr>
              <a:t>One-time cleanout and exclusion, added by rule</a:t>
            </a:r>
          </a:p>
        </p:txBody>
      </p:sp>
      <p:sp>
        <p:nvSpPr>
          <p:cNvPr id="17" name="TextBox 16"/>
          <p:cNvSpPr txBox="1"/>
          <p:nvPr/>
        </p:nvSpPr>
        <p:spPr>
          <a:xfrm>
            <a:off x="7406640" y="6858000"/>
            <a:ext cx="1188720" cy="603504"/>
          </a:xfrm>
          <a:prstGeom prst="rect">
            <a:avLst/>
          </a:prstGeom>
          <a:noFill/>
        </p:spPr>
        <p:txBody>
          <a:bodyPr wrap="square" lIns="0" tIns="0" rIns="0" bIns="0" anchor="ctr">
            <a:spAutoFit/>
          </a:bodyPr>
          <a:lstStyle/>
          <a:p>
            <a:pPr algn="r"/>
            <a:r>
              <a:rPr sz="1200" b="1" i="0">
                <a:solidFill>
                  <a:srgbClr val="066AFE"/>
                </a:solidFill>
                <a:latin typeface="Salesforce Sans"/>
              </a:rPr>
              <a:t>Scene 2</a:t>
            </a:r>
          </a:p>
        </p:txBody>
      </p:sp>
      <p:sp>
        <p:nvSpPr>
          <p:cNvPr id="18" name="Rounded Rectangle 17"/>
          <p:cNvSpPr/>
          <p:nvPr/>
        </p:nvSpPr>
        <p:spPr>
          <a:xfrm>
            <a:off x="859536" y="7607808"/>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97280" y="7644383"/>
            <a:ext cx="3108960" cy="603504"/>
          </a:xfrm>
          <a:prstGeom prst="rect">
            <a:avLst/>
          </a:prstGeom>
          <a:noFill/>
        </p:spPr>
        <p:txBody>
          <a:bodyPr wrap="square" lIns="0" tIns="0" rIns="0" bIns="0" anchor="ctr">
            <a:spAutoFit/>
          </a:bodyPr>
          <a:lstStyle/>
          <a:p>
            <a:pPr algn="l"/>
            <a:r>
              <a:rPr sz="1600" b="1" i="0">
                <a:solidFill>
                  <a:srgbClr val="032D60"/>
                </a:solidFill>
                <a:latin typeface="Salesforce Sans"/>
              </a:rPr>
              <a:t>Seasonal mosquito</a:t>
            </a:r>
          </a:p>
        </p:txBody>
      </p:sp>
      <p:sp>
        <p:nvSpPr>
          <p:cNvPr id="20" name="TextBox 19"/>
          <p:cNvSpPr txBox="1"/>
          <p:nvPr/>
        </p:nvSpPr>
        <p:spPr>
          <a:xfrm>
            <a:off x="4160520" y="7644383"/>
            <a:ext cx="3337560" cy="603504"/>
          </a:xfrm>
          <a:prstGeom prst="rect">
            <a:avLst/>
          </a:prstGeom>
          <a:noFill/>
        </p:spPr>
        <p:txBody>
          <a:bodyPr wrap="square" lIns="0" tIns="0" rIns="0" bIns="0" anchor="ctr">
            <a:spAutoFit/>
          </a:bodyPr>
          <a:lstStyle/>
          <a:p>
            <a:pPr algn="l"/>
            <a:r>
              <a:rPr sz="1300" b="0" i="0">
                <a:solidFill>
                  <a:srgbClr val="5A6B85"/>
                </a:solidFill>
                <a:latin typeface="Salesforce Sans"/>
              </a:rPr>
              <a:t>April to October, pauses every winter</a:t>
            </a:r>
          </a:p>
        </p:txBody>
      </p:sp>
      <p:sp>
        <p:nvSpPr>
          <p:cNvPr id="21" name="TextBox 20"/>
          <p:cNvSpPr txBox="1"/>
          <p:nvPr/>
        </p:nvSpPr>
        <p:spPr>
          <a:xfrm>
            <a:off x="7406640" y="7644383"/>
            <a:ext cx="1188720" cy="603504"/>
          </a:xfrm>
          <a:prstGeom prst="rect">
            <a:avLst/>
          </a:prstGeom>
          <a:noFill/>
        </p:spPr>
        <p:txBody>
          <a:bodyPr wrap="square" lIns="0" tIns="0" rIns="0" bIns="0" anchor="ctr">
            <a:spAutoFit/>
          </a:bodyPr>
          <a:lstStyle/>
          <a:p>
            <a:pPr algn="r"/>
            <a:r>
              <a:rPr sz="1200" b="1" i="0">
                <a:solidFill>
                  <a:srgbClr val="066AFE"/>
                </a:solidFill>
                <a:latin typeface="Salesforce Sans"/>
              </a:rPr>
              <a:t>Scenes 3, 9</a:t>
            </a:r>
          </a:p>
        </p:txBody>
      </p:sp>
      <p:sp>
        <p:nvSpPr>
          <p:cNvPr id="22" name="Rounded Rectangle 21"/>
          <p:cNvSpPr/>
          <p:nvPr/>
        </p:nvSpPr>
        <p:spPr>
          <a:xfrm>
            <a:off x="859536" y="8394192"/>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97280" y="8430767"/>
            <a:ext cx="3108960" cy="603504"/>
          </a:xfrm>
          <a:prstGeom prst="rect">
            <a:avLst/>
          </a:prstGeom>
          <a:noFill/>
        </p:spPr>
        <p:txBody>
          <a:bodyPr wrap="square" lIns="0" tIns="0" rIns="0" bIns="0" anchor="ctr">
            <a:spAutoFit/>
          </a:bodyPr>
          <a:lstStyle/>
          <a:p>
            <a:pPr algn="l"/>
            <a:r>
              <a:rPr sz="1600" b="1" i="0">
                <a:solidFill>
                  <a:srgbClr val="032D60"/>
                </a:solidFill>
                <a:latin typeface="Salesforce Sans"/>
              </a:rPr>
              <a:t>Termite plan</a:t>
            </a:r>
          </a:p>
        </p:txBody>
      </p:sp>
      <p:sp>
        <p:nvSpPr>
          <p:cNvPr id="24" name="TextBox 23"/>
          <p:cNvSpPr txBox="1"/>
          <p:nvPr/>
        </p:nvSpPr>
        <p:spPr>
          <a:xfrm>
            <a:off x="4160520" y="8430767"/>
            <a:ext cx="3337560" cy="603504"/>
          </a:xfrm>
          <a:prstGeom prst="rect">
            <a:avLst/>
          </a:prstGeom>
          <a:noFill/>
        </p:spPr>
        <p:txBody>
          <a:bodyPr wrap="square" lIns="0" tIns="0" rIns="0" bIns="0" anchor="ctr">
            <a:spAutoFit/>
          </a:bodyPr>
          <a:lstStyle/>
          <a:p>
            <a:pPr algn="l"/>
            <a:r>
              <a:rPr sz="1300" b="0" i="0">
                <a:solidFill>
                  <a:srgbClr val="5A6B85"/>
                </a:solidFill>
                <a:latin typeface="Salesforce Sans"/>
              </a:rPr>
              <a:t>Added on a visit, approved on the spot</a:t>
            </a:r>
          </a:p>
        </p:txBody>
      </p:sp>
      <p:sp>
        <p:nvSpPr>
          <p:cNvPr id="25" name="TextBox 24"/>
          <p:cNvSpPr txBox="1"/>
          <p:nvPr/>
        </p:nvSpPr>
        <p:spPr>
          <a:xfrm>
            <a:off x="7406640" y="8430767"/>
            <a:ext cx="1188720" cy="603504"/>
          </a:xfrm>
          <a:prstGeom prst="rect">
            <a:avLst/>
          </a:prstGeom>
          <a:noFill/>
        </p:spPr>
        <p:txBody>
          <a:bodyPr wrap="square" lIns="0" tIns="0" rIns="0" bIns="0" anchor="ctr">
            <a:spAutoFit/>
          </a:bodyPr>
          <a:lstStyle/>
          <a:p>
            <a:pPr algn="r"/>
            <a:r>
              <a:rPr sz="1200" b="1" i="0">
                <a:solidFill>
                  <a:srgbClr val="066AFE"/>
                </a:solidFill>
                <a:latin typeface="Salesforce Sans"/>
              </a:rPr>
              <a:t>Scene 8</a:t>
            </a:r>
          </a:p>
        </p:txBody>
      </p:sp>
      <p:sp>
        <p:nvSpPr>
          <p:cNvPr id="26" name="TextBox 25"/>
          <p:cNvSpPr txBox="1"/>
          <p:nvPr/>
        </p:nvSpPr>
        <p:spPr>
          <a:xfrm>
            <a:off x="9418320" y="2788920"/>
            <a:ext cx="7955279" cy="365760"/>
          </a:xfrm>
          <a:prstGeom prst="rect">
            <a:avLst/>
          </a:prstGeom>
          <a:noFill/>
        </p:spPr>
        <p:txBody>
          <a:bodyPr wrap="square" lIns="0" tIns="0" rIns="0" bIns="0" anchor="t">
            <a:spAutoFit/>
          </a:bodyPr>
          <a:lstStyle/>
          <a:p>
            <a:pPr algn="l"/>
            <a:r>
              <a:rPr sz="1400" b="1" i="0">
                <a:solidFill>
                  <a:srgbClr val="066AFE"/>
                </a:solidFill>
                <a:latin typeface="Salesforce Sans"/>
              </a:rPr>
              <a:t>THE CAST</a:t>
            </a:r>
          </a:p>
        </p:txBody>
      </p:sp>
      <p:sp>
        <p:nvSpPr>
          <p:cNvPr id="27" name="Rounded Rectangle 26"/>
          <p:cNvSpPr/>
          <p:nvPr/>
        </p:nvSpPr>
        <p:spPr>
          <a:xfrm>
            <a:off x="9418320" y="3246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0" y="3383279"/>
            <a:ext cx="512064" cy="512064"/>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S</a:t>
            </a:r>
          </a:p>
        </p:txBody>
      </p:sp>
      <p:sp>
        <p:nvSpPr>
          <p:cNvPr id="29" name="TextBox 28"/>
          <p:cNvSpPr txBox="1"/>
          <p:nvPr/>
        </p:nvSpPr>
        <p:spPr>
          <a:xfrm>
            <a:off x="10332720" y="32826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Sales Rep</a:t>
            </a:r>
          </a:p>
        </p:txBody>
      </p:sp>
      <p:sp>
        <p:nvSpPr>
          <p:cNvPr id="30" name="TextBox 29"/>
          <p:cNvSpPr txBox="1"/>
          <p:nvPr/>
        </p:nvSpPr>
        <p:spPr>
          <a:xfrm>
            <a:off x="13167360" y="32826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Inspects, quotes, and signs at the door</a:t>
            </a:r>
            <a:r>
              <a:rPr sz="1200" b="1" i="0">
                <a:solidFill>
                  <a:srgbClr val="066AFE"/>
                </a:solidFill>
                <a:latin typeface="Salesforce Sans"/>
              </a:rPr>
              <a:t>
Field Service Mobile + Revenue Cloud</a:t>
            </a:r>
          </a:p>
        </p:txBody>
      </p:sp>
      <p:sp>
        <p:nvSpPr>
          <p:cNvPr id="31" name="Rounded Rectangle 30"/>
          <p:cNvSpPr/>
          <p:nvPr/>
        </p:nvSpPr>
        <p:spPr>
          <a:xfrm>
            <a:off x="9418320" y="41605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9601200" y="42976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O</a:t>
            </a:r>
          </a:p>
        </p:txBody>
      </p:sp>
      <p:sp>
        <p:nvSpPr>
          <p:cNvPr id="33" name="TextBox 32"/>
          <p:cNvSpPr txBox="1"/>
          <p:nvPr/>
        </p:nvSpPr>
        <p:spPr>
          <a:xfrm>
            <a:off x="10332720" y="41970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Operations</a:t>
            </a:r>
          </a:p>
        </p:txBody>
      </p:sp>
      <p:sp>
        <p:nvSpPr>
          <p:cNvPr id="34" name="TextBox 33"/>
          <p:cNvSpPr txBox="1"/>
          <p:nvPr/>
        </p:nvSpPr>
        <p:spPr>
          <a:xfrm>
            <a:off x="13167360" y="41970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Watches the plan build itself</a:t>
            </a:r>
            <a:r>
              <a:rPr sz="1200" b="1" i="0">
                <a:solidFill>
                  <a:srgbClr val="066AFE"/>
                </a:solidFill>
                <a:latin typeface="Salesforce Sans"/>
              </a:rPr>
              <a:t>
Revenue Cloud orchestration</a:t>
            </a:r>
          </a:p>
        </p:txBody>
      </p:sp>
      <p:sp>
        <p:nvSpPr>
          <p:cNvPr id="35" name="Rounded Rectangle 34"/>
          <p:cNvSpPr/>
          <p:nvPr/>
        </p:nvSpPr>
        <p:spPr>
          <a:xfrm>
            <a:off x="9418320" y="50749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9601200" y="52120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D</a:t>
            </a:r>
          </a:p>
        </p:txBody>
      </p:sp>
      <p:sp>
        <p:nvSpPr>
          <p:cNvPr id="37" name="TextBox 36"/>
          <p:cNvSpPr txBox="1"/>
          <p:nvPr/>
        </p:nvSpPr>
        <p:spPr>
          <a:xfrm>
            <a:off x="10332720" y="51114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Dispatcher</a:t>
            </a:r>
          </a:p>
        </p:txBody>
      </p:sp>
      <p:sp>
        <p:nvSpPr>
          <p:cNvPr id="38" name="TextBox 37"/>
          <p:cNvSpPr txBox="1"/>
          <p:nvPr/>
        </p:nvSpPr>
        <p:spPr>
          <a:xfrm>
            <a:off x="13167360" y="51114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Routes visits by territory</a:t>
            </a:r>
            <a:r>
              <a:rPr sz="1200" b="1" i="0">
                <a:solidFill>
                  <a:srgbClr val="066AFE"/>
                </a:solidFill>
                <a:latin typeface="Salesforce Sans"/>
              </a:rPr>
              <a:t>
Field Service</a:t>
            </a:r>
          </a:p>
        </p:txBody>
      </p:sp>
      <p:sp>
        <p:nvSpPr>
          <p:cNvPr id="39" name="Rounded Rectangle 38"/>
          <p:cNvSpPr/>
          <p:nvPr/>
        </p:nvSpPr>
        <p:spPr>
          <a:xfrm>
            <a:off x="9418320" y="59893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9601200" y="61264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T</a:t>
            </a:r>
          </a:p>
        </p:txBody>
      </p:sp>
      <p:sp>
        <p:nvSpPr>
          <p:cNvPr id="41" name="TextBox 40"/>
          <p:cNvSpPr txBox="1"/>
          <p:nvPr/>
        </p:nvSpPr>
        <p:spPr>
          <a:xfrm>
            <a:off x="10332720" y="60258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Technician</a:t>
            </a:r>
          </a:p>
        </p:txBody>
      </p:sp>
      <p:sp>
        <p:nvSpPr>
          <p:cNvPr id="42" name="TextBox 41"/>
          <p:cNvSpPr txBox="1"/>
          <p:nvPr/>
        </p:nvSpPr>
        <p:spPr>
          <a:xfrm>
            <a:off x="13167360" y="60258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Treats, adds services, changes plans</a:t>
            </a:r>
            <a:r>
              <a:rPr sz="1200" b="1" i="0">
                <a:solidFill>
                  <a:srgbClr val="066AFE"/>
                </a:solidFill>
                <a:latin typeface="Salesforce Sans"/>
              </a:rPr>
              <a:t>
Field Service Mobile</a:t>
            </a:r>
          </a:p>
        </p:txBody>
      </p:sp>
      <p:sp>
        <p:nvSpPr>
          <p:cNvPr id="43" name="Rounded Rectangle 42"/>
          <p:cNvSpPr/>
          <p:nvPr/>
        </p:nvSpPr>
        <p:spPr>
          <a:xfrm>
            <a:off x="9418320" y="69037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9601200" y="70408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C</a:t>
            </a:r>
          </a:p>
        </p:txBody>
      </p:sp>
      <p:sp>
        <p:nvSpPr>
          <p:cNvPr id="45" name="TextBox 44"/>
          <p:cNvSpPr txBox="1"/>
          <p:nvPr/>
        </p:nvSpPr>
        <p:spPr>
          <a:xfrm>
            <a:off x="10332720" y="69402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Customer Care &amp; Billing</a:t>
            </a:r>
          </a:p>
        </p:txBody>
      </p:sp>
      <p:sp>
        <p:nvSpPr>
          <p:cNvPr id="46" name="TextBox 45"/>
          <p:cNvSpPr txBox="1"/>
          <p:nvPr/>
        </p:nvSpPr>
        <p:spPr>
          <a:xfrm>
            <a:off x="13167360" y="69402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Guarantees, pauses, renewals</a:t>
            </a:r>
            <a:r>
              <a:rPr sz="1200" b="1" i="0">
                <a:solidFill>
                  <a:srgbClr val="066AFE"/>
                </a:solidFill>
                <a:latin typeface="Salesforce Sans"/>
              </a:rPr>
              <a:t>
Revenue Cloud Billing</a:t>
            </a:r>
          </a:p>
        </p:txBody>
      </p:sp>
      <p:sp>
        <p:nvSpPr>
          <p:cNvPr id="47" name="Rounded Rectangle 46"/>
          <p:cNvSpPr/>
          <p:nvPr/>
        </p:nvSpPr>
        <p:spPr>
          <a:xfrm>
            <a:off x="9418320" y="7818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9601200" y="7955280"/>
            <a:ext cx="512064" cy="512064"/>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Avant Garde Demi SFDC"/>
              </a:rPr>
              <a:t>M</a:t>
            </a:r>
          </a:p>
        </p:txBody>
      </p:sp>
      <p:sp>
        <p:nvSpPr>
          <p:cNvPr id="49" name="TextBox 48"/>
          <p:cNvSpPr txBox="1"/>
          <p:nvPr/>
        </p:nvSpPr>
        <p:spPr>
          <a:xfrm>
            <a:off x="10332720" y="7854696"/>
            <a:ext cx="3566160" cy="713232"/>
          </a:xfrm>
          <a:prstGeom prst="rect">
            <a:avLst/>
          </a:prstGeom>
          <a:noFill/>
        </p:spPr>
        <p:txBody>
          <a:bodyPr wrap="square" lIns="0" tIns="0" rIns="0" bIns="0" anchor="ctr">
            <a:spAutoFit/>
          </a:bodyPr>
          <a:lstStyle/>
          <a:p>
            <a:pPr algn="l"/>
            <a:r>
              <a:rPr sz="1700" b="1" i="0">
                <a:solidFill>
                  <a:srgbClr val="032D60"/>
                </a:solidFill>
                <a:latin typeface="Salesforce Sans"/>
              </a:rPr>
              <a:t>Michael</a:t>
            </a:r>
          </a:p>
        </p:txBody>
      </p:sp>
      <p:sp>
        <p:nvSpPr>
          <p:cNvPr id="50" name="TextBox 49"/>
          <p:cNvSpPr txBox="1"/>
          <p:nvPr/>
        </p:nvSpPr>
        <p:spPr>
          <a:xfrm>
            <a:off x="13167360" y="7854696"/>
            <a:ext cx="4160520" cy="713232"/>
          </a:xfrm>
          <a:prstGeom prst="rect">
            <a:avLst/>
          </a:prstGeom>
          <a:noFill/>
        </p:spPr>
        <p:txBody>
          <a:bodyPr wrap="square" lIns="0" tIns="0" rIns="0" bIns="0" anchor="ctr">
            <a:spAutoFit/>
          </a:bodyPr>
          <a:lstStyle/>
          <a:p>
            <a:pPr algn="l"/>
            <a:r>
              <a:rPr sz="1400" b="0" i="0">
                <a:solidFill>
                  <a:srgbClr val="032D60"/>
                </a:solidFill>
                <a:latin typeface="Salesforce Sans"/>
              </a:rPr>
              <a:t>Signs and approves on the technician's device</a:t>
            </a:r>
            <a:r>
              <a:rPr sz="1200" b="1" i="0">
                <a:solidFill>
                  <a:srgbClr val="066AFE"/>
                </a:solidFill>
                <a:latin typeface="Salesforce Sans"/>
              </a:rPr>
              <a:t>
Customer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rPr>
              <a:t>The lifecycle at a glance</a:t>
            </a:r>
          </a:p>
        </p:txBody>
      </p:sp>
      <p:sp>
        <p:nvSpPr>
          <p:cNvPr id="3" name="Subtitle 2"/>
          <p:cNvSpPr>
            <a:spLocks noGrp="1"/>
          </p:cNvSpPr>
          <p:nvPr>
            <p:ph type="subTitle" idx="1"/>
          </p:nvPr>
        </p:nvSpPr>
        <p:spPr/>
        <p:txBody>
          <a:bodyPr/>
          <a:lstStyle/>
          <a:p>
            <a:pPr marL="0" indent="0"/>
            <a:r>
              <a:rPr>
                <a:solidFill/>
              </a:rPr>
              <a:t>Four phases, nine scenes, one household · about 17 minutes</a:t>
            </a:r>
          </a:p>
        </p:txBody>
      </p:sp>
      <p:sp>
        <p:nvSpPr>
          <p:cNvPr id="4" name="Rounded Rectangle 3"/>
          <p:cNvSpPr/>
          <p:nvPr/>
        </p:nvSpPr>
        <p:spPr>
          <a:xfrm>
            <a:off x="859536"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859536" y="2788920"/>
            <a:ext cx="3867912" cy="1234440"/>
          </a:xfrm>
          <a:prstGeom prst="roundRect">
            <a:avLst>
              <a:gd name="adj" fmla="val 12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133856" y="2880360"/>
            <a:ext cx="3319272" cy="1051560"/>
          </a:xfrm>
          <a:prstGeom prst="rect">
            <a:avLst/>
          </a:prstGeom>
          <a:noFill/>
        </p:spPr>
        <p:txBody>
          <a:bodyPr wrap="square" lIns="0" tIns="0" rIns="0" bIns="0" anchor="ctr">
            <a:spAutoFit/>
          </a:bodyPr>
          <a:lstStyle/>
          <a:p>
            <a:pPr algn="l"/>
            <a:r>
              <a:rPr sz="2400" b="1" i="0">
                <a:solidFill>
                  <a:srgbClr val="FFFFFF"/>
                </a:solidFill>
                <a:latin typeface="Avant Garde Demi SFDC"/>
              </a:rPr>
              <a:t>Sell</a:t>
            </a:r>
          </a:p>
          <a:p>
            <a:pPr algn="l">
              <a:spcBef>
                <a:spcPts val="200"/>
              </a:spcBef>
            </a:pPr>
            <a:r>
              <a:rPr sz="1300" b="0" i="0">
                <a:solidFill>
                  <a:srgbClr val="FFFFFF"/>
                </a:solidFill>
                <a:latin typeface="Salesforce Sans"/>
              </a:rPr>
              <a:t>The inspection is the sales call</a:t>
            </a:r>
          </a:p>
        </p:txBody>
      </p:sp>
      <p:sp>
        <p:nvSpPr>
          <p:cNvPr id="7" name="Oval 6"/>
          <p:cNvSpPr/>
          <p:nvPr/>
        </p:nvSpPr>
        <p:spPr>
          <a:xfrm>
            <a:off x="1133856" y="429768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1</a:t>
            </a:r>
          </a:p>
        </p:txBody>
      </p:sp>
      <p:sp>
        <p:nvSpPr>
          <p:cNvPr id="8" name="TextBox 7"/>
          <p:cNvSpPr txBox="1"/>
          <p:nvPr/>
        </p:nvSpPr>
        <p:spPr>
          <a:xfrm>
            <a:off x="1728216" y="426110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Plan the day</a:t>
            </a:r>
          </a:p>
          <a:p>
            <a:pPr algn="l">
              <a:spcBef>
                <a:spcPts val="200"/>
              </a:spcBef>
            </a:pPr>
            <a:r>
              <a:rPr sz="1300" b="0" i="0">
                <a:solidFill>
                  <a:srgbClr val="5A6B85"/>
                </a:solidFill>
                <a:latin typeface="Salesforce Sans"/>
              </a:rPr>
              <a:t>Sales Rep · Partly live</a:t>
            </a:r>
            <a:r>
              <a:rPr sz="1300" b="1" i="0">
                <a:solidFill>
                  <a:srgbClr val="0B827C"/>
                </a:solidFill>
                <a:latin typeface="Salesforce Sans"/>
              </a:rPr>
              <a:t>  ✧ Einstein</a:t>
            </a:r>
          </a:p>
        </p:txBody>
      </p:sp>
      <p:sp>
        <p:nvSpPr>
          <p:cNvPr id="9" name="Oval 8"/>
          <p:cNvSpPr/>
          <p:nvPr/>
        </p:nvSpPr>
        <p:spPr>
          <a:xfrm>
            <a:off x="1133856" y="562356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2</a:t>
            </a:r>
          </a:p>
        </p:txBody>
      </p:sp>
      <p:sp>
        <p:nvSpPr>
          <p:cNvPr id="10" name="TextBox 9"/>
          <p:cNvSpPr txBox="1"/>
          <p:nvPr/>
        </p:nvSpPr>
        <p:spPr>
          <a:xfrm>
            <a:off x="1728216" y="558698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Inspect &amp; quote on the tablet</a:t>
            </a:r>
          </a:p>
          <a:p>
            <a:pPr algn="l">
              <a:spcBef>
                <a:spcPts val="200"/>
              </a:spcBef>
            </a:pPr>
            <a:r>
              <a:rPr sz="1300" b="0" i="0">
                <a:solidFill>
                  <a:srgbClr val="5A6B85"/>
                </a:solidFill>
                <a:latin typeface="Salesforce Sans"/>
              </a:rPr>
              <a:t>Sales Rep · Live</a:t>
            </a:r>
            <a:r>
              <a:rPr sz="1300" b="1" i="0">
                <a:solidFill>
                  <a:srgbClr val="0B827C"/>
                </a:solidFill>
                <a:latin typeface="Salesforce Sans"/>
              </a:rPr>
              <a:t>  ✧ Einstein</a:t>
            </a:r>
          </a:p>
        </p:txBody>
      </p:sp>
      <p:sp>
        <p:nvSpPr>
          <p:cNvPr id="11" name="Oval 10"/>
          <p:cNvSpPr/>
          <p:nvPr/>
        </p:nvSpPr>
        <p:spPr>
          <a:xfrm>
            <a:off x="1133856" y="694944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3</a:t>
            </a:r>
          </a:p>
        </p:txBody>
      </p:sp>
      <p:sp>
        <p:nvSpPr>
          <p:cNvPr id="12" name="TextBox 11"/>
          <p:cNvSpPr txBox="1"/>
          <p:nvPr/>
        </p:nvSpPr>
        <p:spPr>
          <a:xfrm>
            <a:off x="1728216" y="691286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Sign &amp; pay at the door</a:t>
            </a:r>
          </a:p>
          <a:p>
            <a:pPr algn="l">
              <a:spcBef>
                <a:spcPts val="200"/>
              </a:spcBef>
            </a:pPr>
            <a:r>
              <a:rPr sz="1300" b="0" i="0">
                <a:solidFill>
                  <a:srgbClr val="5A6B85"/>
                </a:solidFill>
                <a:latin typeface="Salesforce Sans"/>
              </a:rPr>
              <a:t>Sales Rep + Michael · Live</a:t>
            </a:r>
            <a:r>
              <a:rPr sz="1300" b="1" i="0">
                <a:solidFill>
                  <a:srgbClr val="0B827C"/>
                </a:solidFill>
                <a:latin typeface="Salesforce Sans"/>
              </a:rPr>
              <a:t>  ✧ Einstein</a:t>
            </a:r>
          </a:p>
        </p:txBody>
      </p:sp>
      <p:cxnSp>
        <p:nvCxnSpPr>
          <p:cNvPr id="13" name="Connector 12"/>
          <p:cNvCxnSpPr/>
          <p:nvPr/>
        </p:nvCxnSpPr>
        <p:spPr>
          <a:xfrm>
            <a:off x="4773168" y="3401568"/>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93208"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5093208" y="2788920"/>
            <a:ext cx="3867912" cy="1234440"/>
          </a:xfrm>
          <a:prstGeom prst="roundRect">
            <a:avLst>
              <a:gd name="adj" fmla="val 12000"/>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367528" y="2880360"/>
            <a:ext cx="3319272" cy="1051560"/>
          </a:xfrm>
          <a:prstGeom prst="rect">
            <a:avLst/>
          </a:prstGeom>
          <a:noFill/>
        </p:spPr>
        <p:txBody>
          <a:bodyPr wrap="square" lIns="0" tIns="0" rIns="0" bIns="0" anchor="ctr">
            <a:spAutoFit/>
          </a:bodyPr>
          <a:lstStyle/>
          <a:p>
            <a:pPr algn="l"/>
            <a:r>
              <a:rPr sz="2400" b="1" i="0">
                <a:solidFill>
                  <a:srgbClr val="FFFFFF"/>
                </a:solidFill>
                <a:latin typeface="Avant Garde Demi SFDC"/>
              </a:rPr>
              <a:t>Hand off</a:t>
            </a:r>
          </a:p>
          <a:p>
            <a:pPr algn="l">
              <a:spcBef>
                <a:spcPts val="200"/>
              </a:spcBef>
            </a:pPr>
            <a:r>
              <a:rPr sz="1300" b="0" i="0">
                <a:solidFill>
                  <a:srgbClr val="FFFFFF"/>
                </a:solidFill>
                <a:latin typeface="Salesforce Sans"/>
              </a:rPr>
              <a:t>One order, two kinds of work</a:t>
            </a:r>
          </a:p>
        </p:txBody>
      </p:sp>
      <p:sp>
        <p:nvSpPr>
          <p:cNvPr id="17" name="Oval 16"/>
          <p:cNvSpPr/>
          <p:nvPr/>
        </p:nvSpPr>
        <p:spPr>
          <a:xfrm>
            <a:off x="5367528" y="4297680"/>
            <a:ext cx="457200" cy="45720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4</a:t>
            </a:r>
          </a:p>
        </p:txBody>
      </p:sp>
      <p:sp>
        <p:nvSpPr>
          <p:cNvPr id="18" name="TextBox 17"/>
          <p:cNvSpPr txBox="1"/>
          <p:nvPr/>
        </p:nvSpPr>
        <p:spPr>
          <a:xfrm>
            <a:off x="5961888" y="426110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The plan builds itself</a:t>
            </a:r>
          </a:p>
          <a:p>
            <a:pPr algn="l">
              <a:spcBef>
                <a:spcPts val="200"/>
              </a:spcBef>
            </a:pPr>
            <a:r>
              <a:rPr sz="1300" b="0" i="0">
                <a:solidFill>
                  <a:srgbClr val="5A6B85"/>
                </a:solidFill>
                <a:latin typeface="Salesforce Sans"/>
              </a:rPr>
              <a:t>Operations · Live  </a:t>
            </a:r>
            <a:r>
              <a:rPr sz="1300" b="1" i="0">
                <a:solidFill>
                  <a:srgbClr val="6B2BD9"/>
                </a:solidFill>
                <a:latin typeface="Salesforce Sans"/>
              </a:rPr>
              <a:t>✦ package</a:t>
            </a:r>
          </a:p>
        </p:txBody>
      </p:sp>
      <p:sp>
        <p:nvSpPr>
          <p:cNvPr id="19" name="TextBox 18"/>
          <p:cNvSpPr txBox="1"/>
          <p:nvPr/>
        </p:nvSpPr>
        <p:spPr>
          <a:xfrm>
            <a:off x="5367528" y="5577840"/>
            <a:ext cx="3319272" cy="365760"/>
          </a:xfrm>
          <a:prstGeom prst="rect">
            <a:avLst/>
          </a:prstGeom>
          <a:noFill/>
        </p:spPr>
        <p:txBody>
          <a:bodyPr wrap="square" lIns="0" tIns="0" rIns="0" bIns="0" anchor="t">
            <a:spAutoFit/>
          </a:bodyPr>
          <a:lstStyle/>
          <a:p>
            <a:pPr algn="l"/>
            <a:r>
              <a:rPr sz="1200" b="1" i="0">
                <a:solidFill>
                  <a:srgbClr val="5A6B85"/>
                </a:solidFill>
                <a:latin typeface="Salesforce Sans"/>
              </a:rPr>
              <a:t>ONE ORDER CREATES</a:t>
            </a:r>
          </a:p>
        </p:txBody>
      </p:sp>
      <p:sp>
        <p:nvSpPr>
          <p:cNvPr id="20" name="TextBox 19"/>
          <p:cNvSpPr txBox="1"/>
          <p:nvPr/>
        </p:nvSpPr>
        <p:spPr>
          <a:xfrm>
            <a:off x="5367528" y="5943600"/>
            <a:ext cx="3319272" cy="2377440"/>
          </a:xfrm>
          <a:prstGeom prst="rect">
            <a:avLst/>
          </a:prstGeom>
          <a:noFill/>
        </p:spPr>
        <p:txBody>
          <a:bodyPr wrap="square" lIns="0" tIns="0" rIns="0" bIns="0" anchor="t">
            <a:spAutoFit/>
          </a:bodyPr>
          <a:lstStyle/>
          <a:p>
            <a:pPr marL="274320" indent="-274320" algn="l">
              <a:buChar char="•"/>
            </a:pPr>
            <a:r>
              <a:rPr sz="1400" b="0" i="0">
                <a:solidFill>
                  <a:srgbClr val="032D60"/>
                </a:solidFill>
                <a:latin typeface="Salesforce Sans"/>
              </a:rPr>
              <a:t>Initial Treatment Work Order and appointment</a:t>
            </a:r>
          </a:p>
          <a:p>
            <a:pPr marL="274320" indent="-274320" algn="l">
              <a:spcBef>
                <a:spcPts val="600"/>
              </a:spcBef>
              <a:buChar char="•"/>
            </a:pPr>
            <a:r>
              <a:rPr sz="1400" b="0" i="0">
                <a:solidFill>
                  <a:srgbClr val="032D60"/>
                </a:solidFill>
                <a:latin typeface="Salesforce Sans"/>
              </a:rPr>
              <a:t>An asset for every plan</a:t>
            </a:r>
          </a:p>
          <a:p>
            <a:pPr marL="274320" indent="-274320" algn="l">
              <a:spcBef>
                <a:spcPts val="600"/>
              </a:spcBef>
              <a:buChar char="•"/>
            </a:pPr>
            <a:r>
              <a:rPr sz="1400" b="0" i="0">
                <a:solidFill>
                  <a:srgbClr val="032D60"/>
                </a:solidFill>
                <a:latin typeface="Salesforce Sans"/>
              </a:rPr>
              <a:t>Monthly billing for each plan</a:t>
            </a:r>
          </a:p>
          <a:p>
            <a:pPr marL="274320" indent="-274320" algn="l">
              <a:spcBef>
                <a:spcPts val="600"/>
              </a:spcBef>
              <a:buChar char="•"/>
            </a:pPr>
            <a:r>
              <a:rPr sz="1400" b="0" i="0">
                <a:solidFill>
                  <a:srgbClr val="032D60"/>
                </a:solidFill>
                <a:latin typeface="Salesforce Sans"/>
              </a:rPr>
              <a:t>Billing that waits for the first treatment</a:t>
            </a:r>
          </a:p>
        </p:txBody>
      </p:sp>
      <p:cxnSp>
        <p:nvCxnSpPr>
          <p:cNvPr id="21" name="Connector 20"/>
          <p:cNvCxnSpPr/>
          <p:nvPr/>
        </p:nvCxnSpPr>
        <p:spPr>
          <a:xfrm>
            <a:off x="9006840" y="3401568"/>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26880"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326880" y="2788920"/>
            <a:ext cx="3867912" cy="1234440"/>
          </a:xfrm>
          <a:prstGeom prst="roundRect">
            <a:avLst>
              <a:gd name="adj" fmla="val 12000"/>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0" y="2880360"/>
            <a:ext cx="3319272" cy="1051560"/>
          </a:xfrm>
          <a:prstGeom prst="rect">
            <a:avLst/>
          </a:prstGeom>
          <a:noFill/>
        </p:spPr>
        <p:txBody>
          <a:bodyPr wrap="square" lIns="0" tIns="0" rIns="0" bIns="0" anchor="ctr">
            <a:spAutoFit/>
          </a:bodyPr>
          <a:lstStyle/>
          <a:p>
            <a:pPr algn="l"/>
            <a:r>
              <a:rPr sz="2400" b="1" i="0">
                <a:solidFill>
                  <a:srgbClr val="FFFFFF"/>
                </a:solidFill>
                <a:latin typeface="Avant Garde Demi SFDC"/>
              </a:rPr>
              <a:t>Serve</a:t>
            </a:r>
          </a:p>
          <a:p>
            <a:pPr algn="l">
              <a:spcBef>
                <a:spcPts val="200"/>
              </a:spcBef>
            </a:pPr>
            <a:r>
              <a:rPr sz="1300" b="0" i="0">
                <a:solidFill>
                  <a:srgbClr val="FFFFFF"/>
                </a:solidFill>
                <a:latin typeface="Salesforce Sans"/>
              </a:rPr>
              <a:t>Every visit tied to what was sold</a:t>
            </a:r>
          </a:p>
        </p:txBody>
      </p:sp>
      <p:sp>
        <p:nvSpPr>
          <p:cNvPr id="25" name="Oval 24"/>
          <p:cNvSpPr/>
          <p:nvPr/>
        </p:nvSpPr>
        <p:spPr>
          <a:xfrm>
            <a:off x="9601200" y="429768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5</a:t>
            </a:r>
          </a:p>
        </p:txBody>
      </p:sp>
      <p:sp>
        <p:nvSpPr>
          <p:cNvPr id="26" name="TextBox 25"/>
          <p:cNvSpPr txBox="1"/>
          <p:nvPr/>
        </p:nvSpPr>
        <p:spPr>
          <a:xfrm>
            <a:off x="10195560" y="426110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First treatment starts billing</a:t>
            </a:r>
          </a:p>
          <a:p>
            <a:pPr algn="l">
              <a:spcBef>
                <a:spcPts val="200"/>
              </a:spcBef>
            </a:pPr>
            <a:r>
              <a:rPr sz="1300" b="0" i="0">
                <a:solidFill>
                  <a:srgbClr val="5A6B85"/>
                </a:solidFill>
                <a:latin typeface="Salesforce Sans"/>
              </a:rPr>
              <a:t>Technician · Live  </a:t>
            </a:r>
            <a:r>
              <a:rPr sz="1300" b="1" i="0">
                <a:solidFill>
                  <a:srgbClr val="6B2BD9"/>
                </a:solidFill>
                <a:latin typeface="Salesforce Sans"/>
              </a:rPr>
              <a:t>✦ package</a:t>
            </a:r>
            <a:r>
              <a:rPr sz="1300" b="1" i="0">
                <a:solidFill>
                  <a:srgbClr val="0B827C"/>
                </a:solidFill>
                <a:latin typeface="Salesforce Sans"/>
              </a:rPr>
              <a:t>  ✧ Einstein</a:t>
            </a:r>
          </a:p>
        </p:txBody>
      </p:sp>
      <p:sp>
        <p:nvSpPr>
          <p:cNvPr id="27" name="Oval 26"/>
          <p:cNvSpPr/>
          <p:nvPr/>
        </p:nvSpPr>
        <p:spPr>
          <a:xfrm>
            <a:off x="9601200" y="562356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6</a:t>
            </a:r>
          </a:p>
        </p:txBody>
      </p:sp>
      <p:sp>
        <p:nvSpPr>
          <p:cNvPr id="28" name="TextBox 27"/>
          <p:cNvSpPr txBox="1"/>
          <p:nvPr/>
        </p:nvSpPr>
        <p:spPr>
          <a:xfrm>
            <a:off x="10195560" y="558698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Recurring visits run themselves</a:t>
            </a:r>
          </a:p>
          <a:p>
            <a:pPr algn="l">
              <a:spcBef>
                <a:spcPts val="200"/>
              </a:spcBef>
            </a:pPr>
            <a:r>
              <a:rPr sz="1300" b="0" i="0">
                <a:solidFill>
                  <a:srgbClr val="5A6B85"/>
                </a:solidFill>
                <a:latin typeface="Salesforce Sans"/>
              </a:rPr>
              <a:t>Dispatcher · Partly live  </a:t>
            </a:r>
            <a:r>
              <a:rPr sz="1300" b="1" i="0">
                <a:solidFill>
                  <a:srgbClr val="6B2BD9"/>
                </a:solidFill>
                <a:latin typeface="Salesforce Sans"/>
              </a:rPr>
              <a:t>✦ package</a:t>
            </a:r>
          </a:p>
        </p:txBody>
      </p:sp>
      <p:sp>
        <p:nvSpPr>
          <p:cNvPr id="29" name="Oval 28"/>
          <p:cNvSpPr/>
          <p:nvPr/>
        </p:nvSpPr>
        <p:spPr>
          <a:xfrm>
            <a:off x="9601200" y="694944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7</a:t>
            </a:r>
          </a:p>
        </p:txBody>
      </p:sp>
      <p:sp>
        <p:nvSpPr>
          <p:cNvPr id="30" name="TextBox 29"/>
          <p:cNvSpPr txBox="1"/>
          <p:nvPr/>
        </p:nvSpPr>
        <p:spPr>
          <a:xfrm>
            <a:off x="10195560" y="691286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Re-service with a guarantee check</a:t>
            </a:r>
          </a:p>
          <a:p>
            <a:pPr algn="l">
              <a:spcBef>
                <a:spcPts val="200"/>
              </a:spcBef>
            </a:pPr>
            <a:r>
              <a:rPr sz="1300" b="0" i="0">
                <a:solidFill>
                  <a:srgbClr val="5A6B85"/>
                </a:solidFill>
                <a:latin typeface="Salesforce Sans"/>
              </a:rPr>
              <a:t>Customer Care + Technician · Live  </a:t>
            </a:r>
            <a:r>
              <a:rPr sz="1300" b="1" i="0">
                <a:solidFill>
                  <a:srgbClr val="6B2BD9"/>
                </a:solidFill>
                <a:latin typeface="Salesforce Sans"/>
              </a:rPr>
              <a:t>✦ package</a:t>
            </a:r>
          </a:p>
        </p:txBody>
      </p:sp>
      <p:cxnSp>
        <p:nvCxnSpPr>
          <p:cNvPr id="31" name="Connector 30"/>
          <p:cNvCxnSpPr/>
          <p:nvPr/>
        </p:nvCxnSpPr>
        <p:spPr>
          <a:xfrm>
            <a:off x="13240512" y="3401568"/>
            <a:ext cx="274320" cy="0"/>
          </a:xfrm>
          <a:prstGeom prst="line">
            <a:avLst/>
          </a:prstGeom>
          <a:ln w="25400">
            <a:solidFill>
              <a:srgbClr val="032D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3560552"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13560552" y="2788920"/>
            <a:ext cx="3867912" cy="1234440"/>
          </a:xfrm>
          <a:prstGeom prst="roundRect">
            <a:avLst>
              <a:gd name="adj" fmla="val 12000"/>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3834872" y="2880360"/>
            <a:ext cx="3319272" cy="1051560"/>
          </a:xfrm>
          <a:prstGeom prst="rect">
            <a:avLst/>
          </a:prstGeom>
          <a:noFill/>
        </p:spPr>
        <p:txBody>
          <a:bodyPr wrap="square" lIns="0" tIns="0" rIns="0" bIns="0" anchor="ctr">
            <a:spAutoFit/>
          </a:bodyPr>
          <a:lstStyle/>
          <a:p>
            <a:pPr algn="l"/>
            <a:r>
              <a:rPr sz="2400" b="1" i="0">
                <a:solidFill>
                  <a:srgbClr val="FFFFFF"/>
                </a:solidFill>
                <a:latin typeface="Avant Garde Demi SFDC"/>
              </a:rPr>
              <a:t>Grow &amp; retain</a:t>
            </a:r>
          </a:p>
          <a:p>
            <a:pPr algn="l">
              <a:spcBef>
                <a:spcPts val="200"/>
              </a:spcBef>
            </a:pPr>
            <a:r>
              <a:rPr sz="1300" b="0" i="0">
                <a:solidFill>
                  <a:srgbClr val="FFFFFF"/>
                </a:solidFill>
                <a:latin typeface="Salesforce Sans"/>
              </a:rPr>
              <a:t>The technician is the best salesperson</a:t>
            </a:r>
          </a:p>
        </p:txBody>
      </p:sp>
      <p:sp>
        <p:nvSpPr>
          <p:cNvPr id="35" name="Oval 34"/>
          <p:cNvSpPr/>
          <p:nvPr/>
        </p:nvSpPr>
        <p:spPr>
          <a:xfrm>
            <a:off x="13834872" y="429768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8</a:t>
            </a:r>
          </a:p>
        </p:txBody>
      </p:sp>
      <p:sp>
        <p:nvSpPr>
          <p:cNvPr id="36" name="TextBox 35"/>
          <p:cNvSpPr txBox="1"/>
          <p:nvPr/>
        </p:nvSpPr>
        <p:spPr>
          <a:xfrm>
            <a:off x="14429232" y="426110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Upsell &amp; upgrade on the visit</a:t>
            </a:r>
          </a:p>
          <a:p>
            <a:pPr algn="l">
              <a:spcBef>
                <a:spcPts val="200"/>
              </a:spcBef>
            </a:pPr>
            <a:r>
              <a:rPr sz="1300" b="0" i="0">
                <a:solidFill>
                  <a:srgbClr val="5A6B85"/>
                </a:solidFill>
                <a:latin typeface="Salesforce Sans"/>
              </a:rPr>
              <a:t>Technician → Michael · Live</a:t>
            </a:r>
            <a:r>
              <a:rPr sz="1300" b="1" i="0">
                <a:solidFill>
                  <a:srgbClr val="0B827C"/>
                </a:solidFill>
                <a:latin typeface="Salesforce Sans"/>
              </a:rPr>
              <a:t>  ✧ Einstein</a:t>
            </a:r>
          </a:p>
        </p:txBody>
      </p:sp>
      <p:sp>
        <p:nvSpPr>
          <p:cNvPr id="37" name="Oval 36"/>
          <p:cNvSpPr/>
          <p:nvPr/>
        </p:nvSpPr>
        <p:spPr>
          <a:xfrm>
            <a:off x="13834872" y="562356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vant Garde Demi SFDC"/>
              </a:rPr>
              <a:t>9</a:t>
            </a:r>
          </a:p>
        </p:txBody>
      </p:sp>
      <p:sp>
        <p:nvSpPr>
          <p:cNvPr id="38" name="TextBox 37"/>
          <p:cNvSpPr txBox="1"/>
          <p:nvPr/>
        </p:nvSpPr>
        <p:spPr>
          <a:xfrm>
            <a:off x="14429232" y="5586984"/>
            <a:ext cx="2770632" cy="1188720"/>
          </a:xfrm>
          <a:prstGeom prst="rect">
            <a:avLst/>
          </a:prstGeom>
          <a:noFill/>
        </p:spPr>
        <p:txBody>
          <a:bodyPr wrap="square" lIns="0" tIns="0" rIns="0" bIns="0" anchor="t">
            <a:spAutoFit/>
          </a:bodyPr>
          <a:lstStyle/>
          <a:p>
            <a:pPr algn="l"/>
            <a:r>
              <a:rPr sz="1700" b="1" i="0">
                <a:solidFill>
                  <a:srgbClr val="032D60"/>
                </a:solidFill>
                <a:latin typeface="Salesforce Sans"/>
              </a:rPr>
              <a:t>Pause, resume &amp; renew</a:t>
            </a:r>
          </a:p>
          <a:p>
            <a:pPr algn="l">
              <a:spcBef>
                <a:spcPts val="200"/>
              </a:spcBef>
            </a:pPr>
            <a:r>
              <a:rPr sz="1300" b="0" i="0">
                <a:solidFill>
                  <a:srgbClr val="5A6B85"/>
                </a:solidFill>
                <a:latin typeface="Salesforce Sans"/>
              </a:rPr>
              <a:t>Billing + Michael · Vision</a:t>
            </a:r>
            <a:r>
              <a:rPr sz="1300" b="1" i="0">
                <a:solidFill>
                  <a:srgbClr val="0B827C"/>
                </a:solidFill>
                <a:latin typeface="Salesforce Sans"/>
              </a:rPr>
              <a:t>  ✧ Einstein</a:t>
            </a:r>
          </a:p>
        </p:txBody>
      </p:sp>
      <p:sp>
        <p:nvSpPr>
          <p:cNvPr id="39" name="Rounded Rectangle 38"/>
          <p:cNvSpPr/>
          <p:nvPr/>
        </p:nvSpPr>
        <p:spPr>
          <a:xfrm>
            <a:off x="859536" y="8641080"/>
            <a:ext cx="16568928" cy="548640"/>
          </a:xfrm>
          <a:prstGeom prst="roundRect">
            <a:avLst>
              <a:gd name="adj" fmla="val 50000"/>
            </a:avLst>
          </a:prstGeom>
          <a:solidFill>
            <a:srgbClr val="EA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188720" y="8641080"/>
            <a:ext cx="5897880" cy="548640"/>
          </a:xfrm>
          <a:prstGeom prst="rect">
            <a:avLst/>
          </a:prstGeom>
          <a:noFill/>
        </p:spPr>
        <p:txBody>
          <a:bodyPr wrap="square" lIns="0" tIns="0" rIns="0" bIns="0" anchor="ctr">
            <a:spAutoFit/>
          </a:bodyPr>
          <a:lstStyle/>
          <a:p>
            <a:pPr algn="l"/>
            <a:r>
              <a:rPr sz="1500" b="1" i="0">
                <a:solidFill>
                  <a:srgbClr val="022AC0"/>
                </a:solidFill>
                <a:latin typeface="Salesforce Sans"/>
              </a:rPr>
              <a:t>↺  Renewal and next season's service start the loop again</a:t>
            </a:r>
          </a:p>
        </p:txBody>
      </p:sp>
      <p:sp>
        <p:nvSpPr>
          <p:cNvPr id="41" name="TextBox 40"/>
          <p:cNvSpPr txBox="1"/>
          <p:nvPr/>
        </p:nvSpPr>
        <p:spPr>
          <a:xfrm>
            <a:off x="7223760" y="8641080"/>
            <a:ext cx="3383280" cy="548640"/>
          </a:xfrm>
          <a:prstGeom prst="rect">
            <a:avLst/>
          </a:prstGeom>
          <a:noFill/>
        </p:spPr>
        <p:txBody>
          <a:bodyPr wrap="square" lIns="0" tIns="0" rIns="0" bIns="0" anchor="ctr">
            <a:spAutoFit/>
          </a:bodyPr>
          <a:lstStyle/>
          <a:p>
            <a:pPr algn="l"/>
            <a:r>
              <a:rPr sz="1300" b="1" i="0">
                <a:solidFill>
                  <a:srgbClr val="6B2BD9"/>
                </a:solidFill>
                <a:latin typeface="Salesforce Sans"/>
              </a:rPr>
              <a:t>✦ package</a:t>
            </a:r>
            <a:r>
              <a:rPr sz="1300" b="0" i="0">
                <a:solidFill>
                  <a:srgbClr val="5A6B85"/>
                </a:solidFill>
                <a:latin typeface="Salesforce Sans"/>
              </a:rPr>
              <a:t>  FSL managed package</a:t>
            </a:r>
          </a:p>
        </p:txBody>
      </p:sp>
      <p:sp>
        <p:nvSpPr>
          <p:cNvPr id="42" name="Rounded Rectangle 41"/>
          <p:cNvSpPr/>
          <p:nvPr/>
        </p:nvSpPr>
        <p:spPr>
          <a:xfrm>
            <a:off x="14356080" y="8750808"/>
            <a:ext cx="210312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00" b="1" i="0">
                <a:solidFill>
                  <a:srgbClr val="FFFFFF"/>
                </a:solidFill>
                <a:latin typeface="Salesforce Sans"/>
              </a:rPr>
              <a:t>ALL SCENES: CORE DEMO</a:t>
            </a:r>
          </a:p>
        </p:txBody>
      </p:sp>
      <p:sp>
        <p:nvSpPr>
          <p:cNvPr id="43" name="TextBox 42"/>
          <p:cNvSpPr txBox="1"/>
          <p:nvPr/>
        </p:nvSpPr>
        <p:spPr>
          <a:xfrm>
            <a:off x="10607040" y="8641080"/>
            <a:ext cx="3611880" cy="548640"/>
          </a:xfrm>
          <a:prstGeom prst="rect">
            <a:avLst/>
          </a:prstGeom>
          <a:noFill/>
        </p:spPr>
        <p:txBody>
          <a:bodyPr wrap="square" lIns="0" tIns="0" rIns="0" bIns="0" anchor="ctr">
            <a:spAutoFit/>
          </a:bodyPr>
          <a:lstStyle/>
          <a:p>
            <a:pPr algn="l"/>
            <a:r>
              <a:rPr sz="1300" b="1" i="0">
                <a:solidFill>
                  <a:srgbClr val="0B827C"/>
                </a:solidFill>
                <a:latin typeface="Salesforce Sans"/>
              </a:rPr>
              <a:t>✧ Einstein</a:t>
            </a:r>
            <a:r>
              <a:rPr sz="1300" b="0" i="0">
                <a:solidFill>
                  <a:srgbClr val="5A6B85"/>
                </a:solidFill>
                <a:latin typeface="Salesforce Sans"/>
              </a:rPr>
              <a:t>  AI suggests, people decide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rPr>
              <a:t>Field Service Core vs the managed package</a:t>
            </a:r>
          </a:p>
        </p:txBody>
      </p:sp>
      <p:sp>
        <p:nvSpPr>
          <p:cNvPr id="3" name="Subtitle 2"/>
          <p:cNvSpPr>
            <a:spLocks noGrp="1"/>
          </p:cNvSpPr>
          <p:nvPr>
            <p:ph type="subTitle" idx="1"/>
          </p:nvPr>
        </p:nvSpPr>
        <p:spPr/>
        <p:txBody>
          <a:bodyPr/>
          <a:lstStyle/>
          <a:p>
            <a:pPr marL="0" indent="0"/>
            <a:r>
              <a:rPr>
                <a:solidFill/>
              </a:rPr>
              <a:t>Core runs the lifecycle; the package makes residential routes pay</a:t>
            </a:r>
          </a:p>
        </p:txBody>
      </p:sp>
      <p:sp>
        <p:nvSpPr>
          <p:cNvPr id="4" name="Rounded Rectangle 3"/>
          <p:cNvSpPr/>
          <p:nvPr/>
        </p:nvSpPr>
        <p:spPr>
          <a:xfrm>
            <a:off x="859536"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59536" y="2788920"/>
            <a:ext cx="5279136" cy="109728"/>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179576" y="3063240"/>
            <a:ext cx="4639056" cy="365760"/>
          </a:xfrm>
          <a:prstGeom prst="rect">
            <a:avLst/>
          </a:prstGeom>
          <a:noFill/>
        </p:spPr>
        <p:txBody>
          <a:bodyPr wrap="square" lIns="0" tIns="0" rIns="0" bIns="0" anchor="t">
            <a:spAutoFit/>
          </a:bodyPr>
          <a:lstStyle/>
          <a:p>
            <a:pPr algn="l"/>
            <a:r>
              <a:rPr sz="1500" b="1" i="0">
                <a:solidFill>
                  <a:srgbClr val="066AFE"/>
                </a:solidFill>
                <a:latin typeface="Salesforce Sans"/>
              </a:rPr>
              <a:t>FIELD SERVICE CORE</a:t>
            </a:r>
          </a:p>
        </p:txBody>
      </p:sp>
      <p:sp>
        <p:nvSpPr>
          <p:cNvPr id="7" name="TextBox 6"/>
          <p:cNvSpPr txBox="1"/>
          <p:nvPr/>
        </p:nvSpPr>
        <p:spPr>
          <a:xfrm>
            <a:off x="1179576" y="3456432"/>
            <a:ext cx="4639056" cy="365760"/>
          </a:xfrm>
          <a:prstGeom prst="rect">
            <a:avLst/>
          </a:prstGeom>
          <a:noFill/>
        </p:spPr>
        <p:txBody>
          <a:bodyPr wrap="square" lIns="0" tIns="0" rIns="0" bIns="0" anchor="t">
            <a:spAutoFit/>
          </a:bodyPr>
          <a:lstStyle/>
          <a:p>
            <a:pPr algn="l"/>
            <a:r>
              <a:rPr sz="1300" b="0" i="0">
                <a:solidFill>
                  <a:srgbClr val="5A6B85"/>
                </a:solidFill>
                <a:latin typeface="Salesforce Sans"/>
              </a:rPr>
              <a:t>Included with Field Service licenses</a:t>
            </a:r>
          </a:p>
        </p:txBody>
      </p:sp>
      <p:sp>
        <p:nvSpPr>
          <p:cNvPr id="8" name="TextBox 7"/>
          <p:cNvSpPr txBox="1"/>
          <p:nvPr/>
        </p:nvSpPr>
        <p:spPr>
          <a:xfrm>
            <a:off x="1179576" y="4023360"/>
            <a:ext cx="4639056" cy="4206240"/>
          </a:xfrm>
          <a:prstGeom prst="rect">
            <a:avLst/>
          </a:prstGeom>
          <a:noFill/>
        </p:spPr>
        <p:txBody>
          <a:bodyPr wrap="square" lIns="0" tIns="0" rIns="0" bIns="0" anchor="t">
            <a:spAutoFit/>
          </a:bodyPr>
          <a:lstStyle/>
          <a:p>
            <a:pPr marL="274320" indent="-274320" algn="l">
              <a:buChar char="•"/>
            </a:pPr>
            <a:r>
              <a:rPr sz="1600" b="0" i="0">
                <a:solidFill>
                  <a:srgbClr val="032D60"/>
                </a:solidFill>
                <a:latin typeface="Salesforce Sans"/>
              </a:rPr>
              <a:t>Work Orders, Service Appointments, and Assets</a:t>
            </a:r>
          </a:p>
          <a:p>
            <a:pPr marL="274320" indent="-274320" algn="l">
              <a:spcBef>
                <a:spcPts val="900"/>
              </a:spcBef>
              <a:buChar char="•"/>
            </a:pPr>
            <a:r>
              <a:rPr sz="1600" b="0" i="0">
                <a:solidFill>
                  <a:srgbClr val="032D60"/>
                </a:solidFill>
                <a:latin typeface="Salesforce Sans"/>
              </a:rPr>
              <a:t>Maintenance Plans that generate recurring visits</a:t>
            </a:r>
          </a:p>
          <a:p>
            <a:pPr marL="274320" indent="-274320" algn="l">
              <a:spcBef>
                <a:spcPts val="900"/>
              </a:spcBef>
              <a:buChar char="•"/>
            </a:pPr>
            <a:r>
              <a:rPr sz="1600" b="0" i="0">
                <a:solidFill>
                  <a:srgbClr val="032D60"/>
                </a:solidFill>
                <a:latin typeface="Salesforce Sans"/>
              </a:rPr>
              <a:t>Skills, territories, operating hours, Work Types</a:t>
            </a:r>
          </a:p>
          <a:p>
            <a:pPr marL="274320" indent="-274320" algn="l">
              <a:spcBef>
                <a:spcPts val="900"/>
              </a:spcBef>
              <a:buChar char="•"/>
            </a:pPr>
            <a:r>
              <a:rPr sz="1600" b="0" i="0">
                <a:solidFill>
                  <a:srgbClr val="032D60"/>
                </a:solidFill>
                <a:latin typeface="Salesforce Sans"/>
              </a:rPr>
              <a:t>Entitlements for guarantee checks</a:t>
            </a:r>
          </a:p>
          <a:p>
            <a:pPr marL="274320" indent="-274320" algn="l">
              <a:spcBef>
                <a:spcPts val="900"/>
              </a:spcBef>
              <a:buChar char="•"/>
            </a:pPr>
            <a:r>
              <a:rPr sz="1600" b="0" i="0">
                <a:solidFill>
                  <a:srgbClr val="032D60"/>
                </a:solidFill>
                <a:latin typeface="Salesforce Sans"/>
              </a:rPr>
              <a:t>Field Service mobile app for technicians</a:t>
            </a:r>
          </a:p>
          <a:p>
            <a:pPr marL="274320" indent="-274320" algn="l">
              <a:spcBef>
                <a:spcPts val="900"/>
              </a:spcBef>
              <a:buChar char="•"/>
            </a:pPr>
            <a:r>
              <a:rPr sz="1600" b="0" i="0">
                <a:solidFill>
                  <a:srgbClr val="032D60"/>
                </a:solidFill>
                <a:latin typeface="Salesforce Sans"/>
              </a:rPr>
              <a:t>Scheduling is manual: set the time, add the technician</a:t>
            </a:r>
          </a:p>
        </p:txBody>
      </p:sp>
      <p:sp>
        <p:nvSpPr>
          <p:cNvPr id="9" name="Rounded Rectangle 8"/>
          <p:cNvSpPr/>
          <p:nvPr/>
        </p:nvSpPr>
        <p:spPr>
          <a:xfrm>
            <a:off x="6504432"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504432" y="2788920"/>
            <a:ext cx="5279136" cy="109728"/>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24472" y="3063240"/>
            <a:ext cx="4639056" cy="365760"/>
          </a:xfrm>
          <a:prstGeom prst="rect">
            <a:avLst/>
          </a:prstGeom>
          <a:noFill/>
        </p:spPr>
        <p:txBody>
          <a:bodyPr wrap="square" lIns="0" tIns="0" rIns="0" bIns="0" anchor="t">
            <a:spAutoFit/>
          </a:bodyPr>
          <a:lstStyle/>
          <a:p>
            <a:pPr algn="l"/>
            <a:r>
              <a:rPr sz="1500" b="1" i="0">
                <a:solidFill>
                  <a:srgbClr val="6B2BD9"/>
                </a:solidFill>
                <a:latin typeface="Salesforce Sans"/>
              </a:rPr>
              <a:t>MANAGED PACKAGE ADDS</a:t>
            </a:r>
          </a:p>
        </p:txBody>
      </p:sp>
      <p:sp>
        <p:nvSpPr>
          <p:cNvPr id="12" name="TextBox 11"/>
          <p:cNvSpPr txBox="1"/>
          <p:nvPr/>
        </p:nvSpPr>
        <p:spPr>
          <a:xfrm>
            <a:off x="6824472" y="3456432"/>
            <a:ext cx="4639056" cy="365760"/>
          </a:xfrm>
          <a:prstGeom prst="rect">
            <a:avLst/>
          </a:prstGeom>
          <a:noFill/>
        </p:spPr>
        <p:txBody>
          <a:bodyPr wrap="square" lIns="0" tIns="0" rIns="0" bIns="0" anchor="t">
            <a:spAutoFit/>
          </a:bodyPr>
          <a:lstStyle/>
          <a:p>
            <a:pPr algn="l"/>
            <a:r>
              <a:rPr sz="1300" b="0" i="0">
                <a:solidFill>
                  <a:srgbClr val="5A6B85"/>
                </a:solidFill>
                <a:latin typeface="Salesforce Sans"/>
              </a:rPr>
              <a:t>Field Service app from AppExchange (FSL)</a:t>
            </a:r>
          </a:p>
        </p:txBody>
      </p:sp>
      <p:sp>
        <p:nvSpPr>
          <p:cNvPr id="13" name="TextBox 12"/>
          <p:cNvSpPr txBox="1"/>
          <p:nvPr/>
        </p:nvSpPr>
        <p:spPr>
          <a:xfrm>
            <a:off x="6824472" y="4023360"/>
            <a:ext cx="4639056" cy="4206240"/>
          </a:xfrm>
          <a:prstGeom prst="rect">
            <a:avLst/>
          </a:prstGeom>
          <a:noFill/>
        </p:spPr>
        <p:txBody>
          <a:bodyPr wrap="square" lIns="0" tIns="0" rIns="0" bIns="0" anchor="t">
            <a:spAutoFit/>
          </a:bodyPr>
          <a:lstStyle/>
          <a:p>
            <a:pPr marL="274320" indent="-274320" algn="l">
              <a:buChar char="•"/>
            </a:pPr>
            <a:r>
              <a:rPr sz="1600" b="0" i="0">
                <a:solidFill>
                  <a:srgbClr val="032D60"/>
                </a:solidFill>
                <a:latin typeface="Salesforce Sans"/>
              </a:rPr>
              <a:t>Dispatcher Console: Gantt, map, drag and drop</a:t>
            </a:r>
          </a:p>
          <a:p>
            <a:pPr marL="274320" indent="-274320" algn="l">
              <a:spcBef>
                <a:spcPts val="900"/>
              </a:spcBef>
              <a:buChar char="•"/>
            </a:pPr>
            <a:r>
              <a:rPr sz="1600" b="0" i="0">
                <a:solidFill>
                  <a:srgbClr val="032D60"/>
                </a:solidFill>
                <a:latin typeface="Salesforce Sans"/>
              </a:rPr>
              <a:t>Automatic booking and ranked technician candidates</a:t>
            </a:r>
          </a:p>
          <a:p>
            <a:pPr marL="274320" indent="-274320" algn="l">
              <a:spcBef>
                <a:spcPts val="900"/>
              </a:spcBef>
              <a:buChar char="•"/>
            </a:pPr>
            <a:r>
              <a:rPr sz="1600" b="0" i="0">
                <a:solidFill>
                  <a:srgbClr val="032D60"/>
                </a:solidFill>
                <a:latin typeface="Salesforce Sans"/>
              </a:rPr>
              <a:t>Rules that enforce skills, territory, hours, and travel</a:t>
            </a:r>
          </a:p>
          <a:p>
            <a:pPr marL="274320" indent="-274320" algn="l">
              <a:spcBef>
                <a:spcPts val="900"/>
              </a:spcBef>
              <a:buChar char="•"/>
            </a:pPr>
            <a:r>
              <a:rPr sz="1600" b="0" i="0">
                <a:solidFill>
                  <a:srgbClr val="032D60"/>
                </a:solidFill>
                <a:latin typeface="Salesforce Sans"/>
              </a:rPr>
              <a:t>Route optimization across the whole territory</a:t>
            </a:r>
          </a:p>
          <a:p>
            <a:pPr marL="274320" indent="-274320" algn="l">
              <a:spcBef>
                <a:spcPts val="900"/>
              </a:spcBef>
              <a:buChar char="•"/>
            </a:pPr>
            <a:r>
              <a:rPr sz="1600" b="0" i="0">
                <a:solidFill>
                  <a:srgbClr val="032D60"/>
                </a:solidFill>
                <a:latin typeface="Salesforce Sans"/>
              </a:rPr>
              <a:t>Appointment booking with real arrival windows</a:t>
            </a:r>
          </a:p>
          <a:p>
            <a:pPr marL="274320" indent="-274320" algn="l">
              <a:spcBef>
                <a:spcPts val="900"/>
              </a:spcBef>
              <a:buChar char="•"/>
            </a:pPr>
            <a:r>
              <a:rPr sz="1600" b="0" i="0">
                <a:solidFill>
                  <a:srgbClr val="032D60"/>
                </a:solidFill>
                <a:latin typeface="Salesforce Sans"/>
              </a:rPr>
              <a:t>Appointment Assistant: live "on my way" updates</a:t>
            </a:r>
          </a:p>
        </p:txBody>
      </p:sp>
      <p:sp>
        <p:nvSpPr>
          <p:cNvPr id="14" name="Rounded Rectangle 13"/>
          <p:cNvSpPr/>
          <p:nvPr/>
        </p:nvSpPr>
        <p:spPr>
          <a:xfrm>
            <a:off x="12149328"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12149328" y="2788920"/>
            <a:ext cx="5279136" cy="10972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2469368" y="3063240"/>
            <a:ext cx="4639056" cy="365760"/>
          </a:xfrm>
          <a:prstGeom prst="rect">
            <a:avLst/>
          </a:prstGeom>
          <a:noFill/>
        </p:spPr>
        <p:txBody>
          <a:bodyPr wrap="square" lIns="0" tIns="0" rIns="0" bIns="0" anchor="t">
            <a:spAutoFit/>
          </a:bodyPr>
          <a:lstStyle/>
          <a:p>
            <a:pPr algn="l"/>
            <a:r>
              <a:rPr sz="1500" b="1" i="0">
                <a:solidFill>
                  <a:srgbClr val="022AC0"/>
                </a:solidFill>
                <a:latin typeface="Salesforce Sans"/>
              </a:rPr>
              <a:t>WHERE IT SHOWS UP</a:t>
            </a:r>
          </a:p>
        </p:txBody>
      </p:sp>
      <p:sp>
        <p:nvSpPr>
          <p:cNvPr id="17" name="TextBox 16"/>
          <p:cNvSpPr txBox="1"/>
          <p:nvPr/>
        </p:nvSpPr>
        <p:spPr>
          <a:xfrm>
            <a:off x="12469368" y="3456432"/>
            <a:ext cx="4639056" cy="365760"/>
          </a:xfrm>
          <a:prstGeom prst="rect">
            <a:avLst/>
          </a:prstGeom>
          <a:noFill/>
        </p:spPr>
        <p:txBody>
          <a:bodyPr wrap="square" lIns="0" tIns="0" rIns="0" bIns="0" anchor="t">
            <a:spAutoFit/>
          </a:bodyPr>
          <a:lstStyle/>
          <a:p>
            <a:pPr algn="l"/>
            <a:r>
              <a:rPr sz="1300" b="0" i="0">
                <a:solidFill>
                  <a:srgbClr val="5A6B85"/>
                </a:solidFill>
                <a:latin typeface="Salesforce Sans"/>
              </a:rPr>
              <a:t>Scenes that change with the package</a:t>
            </a:r>
          </a:p>
        </p:txBody>
      </p:sp>
      <p:sp>
        <p:nvSpPr>
          <p:cNvPr id="18" name="TextBox 17"/>
          <p:cNvSpPr txBox="1"/>
          <p:nvPr/>
        </p:nvSpPr>
        <p:spPr>
          <a:xfrm>
            <a:off x="12469368" y="4023360"/>
            <a:ext cx="4639056" cy="4206240"/>
          </a:xfrm>
          <a:prstGeom prst="rect">
            <a:avLst/>
          </a:prstGeom>
          <a:noFill/>
        </p:spPr>
        <p:txBody>
          <a:bodyPr wrap="square" lIns="0" tIns="0" rIns="0" bIns="0" anchor="t">
            <a:spAutoFit/>
          </a:bodyPr>
          <a:lstStyle/>
          <a:p>
            <a:pPr marL="274320" indent="-274320" algn="l">
              <a:buChar char="•"/>
            </a:pPr>
            <a:r>
              <a:rPr sz="1600" b="0" i="0">
                <a:solidFill>
                  <a:srgbClr val="032D60"/>
                </a:solidFill>
                <a:latin typeface="Salesforce Sans"/>
              </a:rPr>
              <a:t>Scene 4: Initial Service booked within 48 hours, automatically</a:t>
            </a:r>
          </a:p>
          <a:p>
            <a:pPr marL="274320" indent="-274320" algn="l">
              <a:spcBef>
                <a:spcPts val="900"/>
              </a:spcBef>
              <a:buChar char="•"/>
            </a:pPr>
            <a:r>
              <a:rPr sz="1600" b="0" i="0">
                <a:solidFill>
                  <a:srgbClr val="032D60"/>
                </a:solidFill>
                <a:latin typeface="Salesforce Sans"/>
              </a:rPr>
              <a:t>Scene 5: Michael tracks the technician's arrival live</a:t>
            </a:r>
          </a:p>
          <a:p>
            <a:pPr marL="274320" indent="-274320" algn="l">
              <a:spcBef>
                <a:spcPts val="900"/>
              </a:spcBef>
              <a:buChar char="•"/>
            </a:pPr>
            <a:r>
              <a:rPr sz="1600" b="0" i="0">
                <a:solidFill>
                  <a:srgbClr val="032D60"/>
                </a:solidFill>
                <a:latin typeface="Salesforce Sans"/>
              </a:rPr>
              <a:t>Scene 6: monthly visits optimized into dense routes</a:t>
            </a:r>
          </a:p>
          <a:p>
            <a:pPr marL="274320" indent="-274320" algn="l">
              <a:spcBef>
                <a:spcPts val="900"/>
              </a:spcBef>
              <a:buChar char="•"/>
            </a:pPr>
            <a:r>
              <a:rPr sz="1600" b="0" i="0">
                <a:solidFill>
                  <a:srgbClr val="032D60"/>
                </a:solidFill>
                <a:latin typeface="Salesforce Sans"/>
              </a:rPr>
              <a:t>Scene 7: re-service booked into a real open window</a:t>
            </a:r>
          </a:p>
          <a:p>
            <a:pPr marL="274320" indent="-274320" algn="l">
              <a:spcBef>
                <a:spcPts val="900"/>
              </a:spcBef>
              <a:buChar char="•"/>
            </a:pPr>
            <a:r>
              <a:rPr sz="1600" b="0" i="0">
                <a:solidFill>
                  <a:srgbClr val="032D60"/>
                </a:solidFill>
                <a:latin typeface="Salesforce Sans"/>
              </a:rPr>
              <a:t>Scenes 1–3, 8–9: unchanged; the Revenue Cloud story is all Core</a:t>
            </a:r>
          </a:p>
        </p:txBody>
      </p:sp>
      <p:sp>
        <p:nvSpPr>
          <p:cNvPr id="19" name="Rounded Rectangle 18"/>
          <p:cNvSpPr/>
          <p:nvPr/>
        </p:nvSpPr>
        <p:spPr>
          <a:xfrm>
            <a:off x="859536" y="8549640"/>
            <a:ext cx="16568928" cy="685800"/>
          </a:xfrm>
          <a:prstGeom prst="roundRect">
            <a:avLst>
              <a:gd name="adj" fmla="val 30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88720" y="8549640"/>
            <a:ext cx="15910559" cy="685800"/>
          </a:xfrm>
          <a:prstGeom prst="rect">
            <a:avLst/>
          </a:prstGeom>
          <a:noFill/>
        </p:spPr>
        <p:txBody>
          <a:bodyPr wrap="square" lIns="0" tIns="0" rIns="0" bIns="0" anchor="ctr">
            <a:spAutoFit/>
          </a:bodyPr>
          <a:lstStyle/>
          <a:p>
            <a:pPr algn="l"/>
            <a:r>
              <a:rPr sz="1400" b="1" i="0">
                <a:solidFill>
                  <a:srgbClr val="6B2BD9"/>
                </a:solidFill>
                <a:latin typeface="Salesforce Sans"/>
              </a:rPr>
              <a:t>For residential pest control, the package is close to essential: route density is the margin story (Scene 6), and Core can't show it. </a:t>
            </a:r>
            <a:r>
              <a:rPr sz="1400" b="0" i="0">
                <a:solidFill>
                  <a:srgbClr val="032D60"/>
                </a:solidFill>
                <a:latin typeface="Salesforce Sans"/>
              </a:rPr>
              <a:t>Without it, the demo books the first treatment from open times in the app (Scene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838200"/>
            <a:ext cx="15144900" cy="857400"/>
          </a:xfrm>
        </p:spPr>
        <p:txBody>
          <a:bodyPr/>
          <a:lstStyle/>
          <a:p>
            <a:r>
              <a:t>Einstein at every step</a:t>
            </a:r>
          </a:p>
        </p:txBody>
      </p:sp>
      <p:sp>
        <p:nvSpPr>
          <p:cNvPr id="3" name="Subtitle 2"/>
          <p:cNvSpPr>
            <a:spLocks noGrp="1"/>
          </p:cNvSpPr>
          <p:nvPr>
            <p:ph type="subTitle" idx="1"/>
          </p:nvPr>
        </p:nvSpPr>
        <p:spPr>
          <a:xfrm>
            <a:off x="857250" y="1704975"/>
            <a:ext cx="15144900" cy="762000"/>
          </a:xfrm>
        </p:spPr>
        <p:txBody>
          <a:bodyPr/>
          <a:lstStyle/>
          <a:p>
            <a:r>
              <a:t>Seven AI moments. Einstein suggests; the rep, the technician or Michael decides.</a:t>
            </a:r>
          </a:p>
        </p:txBody>
      </p:sp>
      <p:sp>
        <p:nvSpPr>
          <p:cNvPr id="6" name="Rounded Rectangle 5"/>
          <p:cNvSpPr/>
          <p:nvPr/>
        </p:nvSpPr>
        <p:spPr>
          <a:xfrm>
            <a:off x="859536" y="27889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7" name="Rectangle 6"/>
          <p:cNvSpPr/>
          <p:nvPr/>
        </p:nvSpPr>
        <p:spPr>
          <a:xfrm>
            <a:off x="859536" y="2788920"/>
            <a:ext cx="3950208" cy="91440"/>
          </a:xfrm>
          <a:prstGeom prst="rect">
            <a:avLst/>
          </a:prstGeom>
          <a:solidFill>
            <a:srgbClr val="0B827C"/>
          </a:solidFill>
          <a:ln>
            <a:noFill/>
          </a:ln>
          <a:effectLst/>
        </p:spPr>
        <p:txBody>
          <a:bodyPr rtlCol="0" anchor="ctr"/>
          <a:lstStyle/>
          <a:p>
            <a:pPr algn="ctr"/>
            <a:endParaRPr/>
          </a:p>
        </p:txBody>
      </p:sp>
      <p:sp>
        <p:nvSpPr>
          <p:cNvPr id="8" name="TextBox 7"/>
          <p:cNvSpPr txBox="1"/>
          <p:nvPr/>
        </p:nvSpPr>
        <p:spPr>
          <a:xfrm>
            <a:off x="1133856" y="3108960"/>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 1</a:t>
            </a:r>
          </a:p>
          <a:p>
            <a:pPr algn="l">
              <a:spcBef>
                <a:spcPts val="400"/>
              </a:spcBef>
            </a:pPr>
            <a:r>
              <a:rPr sz="2000" b="1" i="0">
                <a:solidFill>
                  <a:srgbClr val="032D60"/>
                </a:solidFill>
                <a:latin typeface="Salesforce Sans"/>
              </a:rPr>
              <a:t>Visit brief</a:t>
            </a:r>
          </a:p>
          <a:p>
            <a:pPr algn="l">
              <a:spcBef>
                <a:spcPts val="600"/>
              </a:spcBef>
            </a:pPr>
            <a:r>
              <a:rPr sz="1400" b="0" i="0">
                <a:solidFill>
                  <a:srgbClr val="5A6B85"/>
                </a:solidFill>
                <a:latin typeface="Salesforce Sans"/>
              </a:rPr>
              <a:t>Why Michael called, his plans and history, and what to look for, before the door opens.</a:t>
            </a:r>
          </a:p>
        </p:txBody>
      </p:sp>
      <p:sp>
        <p:nvSpPr>
          <p:cNvPr id="9" name="Rounded Rectangle 8"/>
          <p:cNvSpPr/>
          <p:nvPr/>
        </p:nvSpPr>
        <p:spPr>
          <a:xfrm>
            <a:off x="5065776" y="27889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10" name="Rectangle 9"/>
          <p:cNvSpPr/>
          <p:nvPr/>
        </p:nvSpPr>
        <p:spPr>
          <a:xfrm>
            <a:off x="5065776" y="2788920"/>
            <a:ext cx="3950208" cy="91440"/>
          </a:xfrm>
          <a:prstGeom prst="rect">
            <a:avLst/>
          </a:prstGeom>
          <a:solidFill>
            <a:srgbClr val="0B827C"/>
          </a:solidFill>
          <a:ln>
            <a:noFill/>
          </a:ln>
          <a:effectLst/>
        </p:spPr>
        <p:txBody>
          <a:bodyPr rtlCol="0" anchor="ctr"/>
          <a:lstStyle/>
          <a:p>
            <a:pPr algn="ctr"/>
            <a:endParaRPr/>
          </a:p>
        </p:txBody>
      </p:sp>
      <p:sp>
        <p:nvSpPr>
          <p:cNvPr id="11" name="TextBox 10"/>
          <p:cNvSpPr txBox="1"/>
          <p:nvPr/>
        </p:nvSpPr>
        <p:spPr>
          <a:xfrm>
            <a:off x="5340096" y="3108960"/>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 2</a:t>
            </a:r>
          </a:p>
          <a:p>
            <a:pPr algn="l">
              <a:spcBef>
                <a:spcPts val="400"/>
              </a:spcBef>
            </a:pPr>
            <a:r>
              <a:rPr sz="2000" b="1" i="0">
                <a:solidFill>
                  <a:srgbClr val="032D60"/>
                </a:solidFill>
                <a:latin typeface="Salesforce Sans"/>
              </a:rPr>
              <a:t>Findings from photos</a:t>
            </a:r>
          </a:p>
          <a:p>
            <a:pPr algn="l">
              <a:spcBef>
                <a:spcPts val="600"/>
              </a:spcBef>
            </a:pPr>
            <a:r>
              <a:rPr sz="1400" b="0" i="0">
                <a:solidFill>
                  <a:srgbClr val="5A6B85"/>
                </a:solidFill>
                <a:latin typeface="Salesforce Sans"/>
              </a:rPr>
              <a:t>Einstein reads each photo and suggests the pest, evidence and severity.</a:t>
            </a:r>
          </a:p>
        </p:txBody>
      </p:sp>
      <p:sp>
        <p:nvSpPr>
          <p:cNvPr id="12" name="Rounded Rectangle 11"/>
          <p:cNvSpPr/>
          <p:nvPr/>
        </p:nvSpPr>
        <p:spPr>
          <a:xfrm>
            <a:off x="9272016" y="27889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13" name="Rectangle 12"/>
          <p:cNvSpPr/>
          <p:nvPr/>
        </p:nvSpPr>
        <p:spPr>
          <a:xfrm>
            <a:off x="9272016" y="2788920"/>
            <a:ext cx="3950208" cy="91440"/>
          </a:xfrm>
          <a:prstGeom prst="rect">
            <a:avLst/>
          </a:prstGeom>
          <a:solidFill>
            <a:srgbClr val="0B827C"/>
          </a:solidFill>
          <a:ln>
            <a:noFill/>
          </a:ln>
          <a:effectLst/>
        </p:spPr>
        <p:txBody>
          <a:bodyPr rtlCol="0" anchor="ctr"/>
          <a:lstStyle/>
          <a:p>
            <a:pPr algn="ctr"/>
            <a:endParaRPr/>
          </a:p>
        </p:txBody>
      </p:sp>
      <p:sp>
        <p:nvSpPr>
          <p:cNvPr id="14" name="TextBox 13"/>
          <p:cNvSpPr txBox="1"/>
          <p:nvPr/>
        </p:nvSpPr>
        <p:spPr>
          <a:xfrm>
            <a:off x="9546336" y="3108960"/>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 2</a:t>
            </a:r>
          </a:p>
          <a:p>
            <a:pPr algn="l">
              <a:spcBef>
                <a:spcPts val="400"/>
              </a:spcBef>
            </a:pPr>
            <a:r>
              <a:rPr sz="2000" b="1" i="0">
                <a:solidFill>
                  <a:srgbClr val="032D60"/>
                </a:solidFill>
                <a:latin typeface="Salesforce Sans"/>
              </a:rPr>
              <a:t>Notes into findings</a:t>
            </a:r>
          </a:p>
          <a:p>
            <a:pPr algn="l">
              <a:spcBef>
                <a:spcPts val="600"/>
              </a:spcBef>
            </a:pPr>
            <a:r>
              <a:rPr sz="1400" b="0" i="0">
                <a:solidFill>
                  <a:srgbClr val="5A6B85"/>
                </a:solidFill>
                <a:latin typeface="Salesforce Sans"/>
              </a:rPr>
              <a:t>Dictate what you see; Einstein fills in the finding for the rep to check.</a:t>
            </a:r>
          </a:p>
        </p:txBody>
      </p:sp>
      <p:sp>
        <p:nvSpPr>
          <p:cNvPr id="15" name="Rounded Rectangle 14"/>
          <p:cNvSpPr/>
          <p:nvPr/>
        </p:nvSpPr>
        <p:spPr>
          <a:xfrm>
            <a:off x="13478256" y="27889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16" name="Rectangle 15"/>
          <p:cNvSpPr/>
          <p:nvPr/>
        </p:nvSpPr>
        <p:spPr>
          <a:xfrm>
            <a:off x="13478256" y="2788920"/>
            <a:ext cx="3950208" cy="91440"/>
          </a:xfrm>
          <a:prstGeom prst="rect">
            <a:avLst/>
          </a:prstGeom>
          <a:solidFill>
            <a:srgbClr val="0B827C"/>
          </a:solidFill>
          <a:ln>
            <a:noFill/>
          </a:ln>
          <a:effectLst/>
        </p:spPr>
        <p:txBody>
          <a:bodyPr rtlCol="0" anchor="ctr"/>
          <a:lstStyle/>
          <a:p>
            <a:pPr algn="ctr"/>
            <a:endParaRPr/>
          </a:p>
        </p:txBody>
      </p:sp>
      <p:sp>
        <p:nvSpPr>
          <p:cNvPr id="17" name="TextBox 16"/>
          <p:cNvSpPr txBox="1"/>
          <p:nvPr/>
        </p:nvSpPr>
        <p:spPr>
          <a:xfrm>
            <a:off x="13752576" y="3108960"/>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 3</a:t>
            </a:r>
          </a:p>
          <a:p>
            <a:pPr algn="l">
              <a:spcBef>
                <a:spcPts val="400"/>
              </a:spcBef>
            </a:pPr>
            <a:r>
              <a:rPr sz="2000" b="1" i="0">
                <a:solidFill>
                  <a:srgbClr val="032D60"/>
                </a:solidFill>
                <a:latin typeface="Salesforce Sans"/>
              </a:rPr>
              <a:t>Why this plan</a:t>
            </a:r>
          </a:p>
          <a:p>
            <a:pPr algn="l">
              <a:spcBef>
                <a:spcPts val="600"/>
              </a:spcBef>
            </a:pPr>
            <a:r>
              <a:rPr sz="1400" b="0" i="0">
                <a:solidFill>
                  <a:srgbClr val="5A6B85"/>
                </a:solidFill>
                <a:latin typeface="Salesforce Sans"/>
              </a:rPr>
              <a:t>Two plain sentences tying the plan to the findings, on screen and in the proposal.</a:t>
            </a:r>
          </a:p>
        </p:txBody>
      </p:sp>
      <p:sp>
        <p:nvSpPr>
          <p:cNvPr id="18" name="Rounded Rectangle 17"/>
          <p:cNvSpPr/>
          <p:nvPr/>
        </p:nvSpPr>
        <p:spPr>
          <a:xfrm>
            <a:off x="2962656" y="55321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19" name="Rectangle 18"/>
          <p:cNvSpPr/>
          <p:nvPr/>
        </p:nvSpPr>
        <p:spPr>
          <a:xfrm>
            <a:off x="2962656" y="5532120"/>
            <a:ext cx="3950208" cy="91440"/>
          </a:xfrm>
          <a:prstGeom prst="rect">
            <a:avLst/>
          </a:prstGeom>
          <a:solidFill>
            <a:srgbClr val="0B827C"/>
          </a:solidFill>
          <a:ln>
            <a:noFill/>
          </a:ln>
          <a:effectLst/>
        </p:spPr>
        <p:txBody>
          <a:bodyPr rtlCol="0" anchor="ctr"/>
          <a:lstStyle/>
          <a:p>
            <a:pPr algn="ctr"/>
            <a:endParaRPr/>
          </a:p>
        </p:txBody>
      </p:sp>
      <p:sp>
        <p:nvSpPr>
          <p:cNvPr id="20" name="TextBox 19"/>
          <p:cNvSpPr txBox="1"/>
          <p:nvPr/>
        </p:nvSpPr>
        <p:spPr>
          <a:xfrm>
            <a:off x="3236976" y="5852159"/>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SCENES 5, 8</a:t>
            </a:r>
          </a:p>
          <a:p>
            <a:pPr algn="l">
              <a:spcBef>
                <a:spcPts val="400"/>
              </a:spcBef>
            </a:pPr>
            <a:r>
              <a:rPr sz="2000" b="1" i="0">
                <a:solidFill>
                  <a:srgbClr val="032D60"/>
                </a:solidFill>
                <a:latin typeface="Salesforce Sans"/>
              </a:rPr>
              <a:t>Ask Einstein</a:t>
            </a:r>
          </a:p>
          <a:p>
            <a:pPr algn="l">
              <a:spcBef>
                <a:spcPts val="600"/>
              </a:spcBef>
            </a:pPr>
            <a:r>
              <a:rPr sz="1400" b="0" i="0">
                <a:solidFill>
                  <a:srgbClr val="5A6B85"/>
                </a:solidFill>
                <a:latin typeface="Salesforce Sans"/>
              </a:rPr>
              <a:t>Extra add-ons and plan changes the notes support, each with its reason.</a:t>
            </a:r>
          </a:p>
        </p:txBody>
      </p:sp>
      <p:sp>
        <p:nvSpPr>
          <p:cNvPr id="21" name="Rounded Rectangle 20"/>
          <p:cNvSpPr/>
          <p:nvPr/>
        </p:nvSpPr>
        <p:spPr>
          <a:xfrm>
            <a:off x="7168896" y="55321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22" name="Rectangle 21"/>
          <p:cNvSpPr/>
          <p:nvPr/>
        </p:nvSpPr>
        <p:spPr>
          <a:xfrm>
            <a:off x="7168896" y="5532120"/>
            <a:ext cx="3950208" cy="91440"/>
          </a:xfrm>
          <a:prstGeom prst="rect">
            <a:avLst/>
          </a:prstGeom>
          <a:solidFill>
            <a:srgbClr val="0B827C"/>
          </a:solidFill>
          <a:ln>
            <a:noFill/>
          </a:ln>
          <a:effectLst/>
        </p:spPr>
        <p:txBody>
          <a:bodyPr rtlCol="0" anchor="ctr"/>
          <a:lstStyle/>
          <a:p>
            <a:pPr algn="ctr"/>
            <a:endParaRPr/>
          </a:p>
        </p:txBody>
      </p:sp>
      <p:sp>
        <p:nvSpPr>
          <p:cNvPr id="23" name="TextBox 22"/>
          <p:cNvSpPr txBox="1"/>
          <p:nvPr/>
        </p:nvSpPr>
        <p:spPr>
          <a:xfrm>
            <a:off x="7443216" y="5852159"/>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 5</a:t>
            </a:r>
          </a:p>
          <a:p>
            <a:pPr algn="l">
              <a:spcBef>
                <a:spcPts val="400"/>
              </a:spcBef>
            </a:pPr>
            <a:r>
              <a:rPr sz="2000" b="1" i="0">
                <a:solidFill>
                  <a:srgbClr val="032D60"/>
                </a:solidFill>
                <a:latin typeface="Salesforce Sans"/>
              </a:rPr>
              <a:t>Visit summary</a:t>
            </a:r>
          </a:p>
          <a:p>
            <a:pPr algn="l">
              <a:spcBef>
                <a:spcPts val="600"/>
              </a:spcBef>
            </a:pPr>
            <a:r>
              <a:rPr sz="1400" b="0" i="0">
                <a:solidFill>
                  <a:srgbClr val="5A6B85"/>
                </a:solidFill>
                <a:latin typeface="Salesforce Sans"/>
              </a:rPr>
              <a:t>What was treated and approved, emailed to Michael when the visit is completed.</a:t>
            </a:r>
          </a:p>
        </p:txBody>
      </p:sp>
      <p:sp>
        <p:nvSpPr>
          <p:cNvPr id="24" name="Rounded Rectangle 23"/>
          <p:cNvSpPr/>
          <p:nvPr/>
        </p:nvSpPr>
        <p:spPr>
          <a:xfrm>
            <a:off x="11375136" y="5532120"/>
            <a:ext cx="3950208" cy="2514600"/>
          </a:xfrm>
          <a:prstGeom prst="roundRect">
            <a:avLst>
              <a:gd name="adj" fmla="val 6000"/>
            </a:avLst>
          </a:prstGeom>
          <a:solidFill>
            <a:srgbClr val="FFFFFF"/>
          </a:solidFill>
          <a:ln w="12700">
            <a:solidFill>
              <a:srgbClr val="D8DDE6"/>
            </a:solidFill>
          </a:ln>
          <a:effectLst/>
        </p:spPr>
        <p:txBody>
          <a:bodyPr rtlCol="0" anchor="ctr"/>
          <a:lstStyle/>
          <a:p>
            <a:pPr algn="ctr"/>
            <a:endParaRPr/>
          </a:p>
        </p:txBody>
      </p:sp>
      <p:sp>
        <p:nvSpPr>
          <p:cNvPr id="25" name="Rectangle 24"/>
          <p:cNvSpPr/>
          <p:nvPr/>
        </p:nvSpPr>
        <p:spPr>
          <a:xfrm>
            <a:off x="11375136" y="5532120"/>
            <a:ext cx="3950208" cy="91440"/>
          </a:xfrm>
          <a:prstGeom prst="rect">
            <a:avLst/>
          </a:prstGeom>
          <a:solidFill>
            <a:srgbClr val="0B827C"/>
          </a:solidFill>
          <a:ln>
            <a:noFill/>
          </a:ln>
          <a:effectLst/>
        </p:spPr>
        <p:txBody>
          <a:bodyPr rtlCol="0" anchor="ctr"/>
          <a:lstStyle/>
          <a:p>
            <a:pPr algn="ctr"/>
            <a:endParaRPr/>
          </a:p>
        </p:txBody>
      </p:sp>
      <p:sp>
        <p:nvSpPr>
          <p:cNvPr id="26" name="TextBox 25"/>
          <p:cNvSpPr txBox="1"/>
          <p:nvPr/>
        </p:nvSpPr>
        <p:spPr>
          <a:xfrm>
            <a:off x="11649456" y="5852159"/>
            <a:ext cx="3401568" cy="2011680"/>
          </a:xfrm>
          <a:prstGeom prst="rect">
            <a:avLst/>
          </a:prstGeom>
          <a:noFill/>
        </p:spPr>
        <p:txBody>
          <a:bodyPr wrap="square" lIns="0" tIns="0" rIns="0" bIns="0" anchor="t">
            <a:spAutoFit/>
          </a:bodyPr>
          <a:lstStyle/>
          <a:p>
            <a:pPr algn="l"/>
            <a:r>
              <a:rPr sz="1100" b="1" i="0">
                <a:solidFill>
                  <a:srgbClr val="0B827C"/>
                </a:solidFill>
                <a:latin typeface="Salesforce Sans"/>
              </a:rPr>
              <a:t>SCENES 8, 9</a:t>
            </a:r>
          </a:p>
          <a:p>
            <a:pPr algn="l">
              <a:spcBef>
                <a:spcPts val="400"/>
              </a:spcBef>
            </a:pPr>
            <a:r>
              <a:rPr sz="2000" b="1" i="0">
                <a:solidFill>
                  <a:srgbClr val="032D60"/>
                </a:solidFill>
                <a:latin typeface="Salesforce Sans"/>
              </a:rPr>
              <a:t>Billing agent</a:t>
            </a:r>
          </a:p>
          <a:p>
            <a:pPr algn="l">
              <a:spcBef>
                <a:spcPts val="600"/>
              </a:spcBef>
            </a:pPr>
            <a:r>
              <a:rPr sz="1400" b="0" i="0">
                <a:solidFill>
                  <a:srgbClr val="5A6B85"/>
                </a:solidFill>
                <a:latin typeface="Salesforce Sans"/>
              </a:rPr>
              <a:t>“Why is my bill $366?” answered line by line from the posted invoice.</a:t>
            </a:r>
          </a:p>
        </p:txBody>
      </p:sp>
      <p:sp>
        <p:nvSpPr>
          <p:cNvPr id="27" name="Rounded Rectangle 26"/>
          <p:cNvSpPr/>
          <p:nvPr/>
        </p:nvSpPr>
        <p:spPr>
          <a:xfrm>
            <a:off x="859536" y="8229600"/>
            <a:ext cx="16568928" cy="548640"/>
          </a:xfrm>
          <a:prstGeom prst="roundRect">
            <a:avLst>
              <a:gd name="adj" fmla="val 50000"/>
            </a:avLst>
          </a:prstGeom>
          <a:solidFill>
            <a:srgbClr val="E6F6F4"/>
          </a:solidFill>
          <a:ln>
            <a:noFill/>
          </a:ln>
          <a:effectLst/>
        </p:spPr>
        <p:txBody>
          <a:bodyPr rtlCol="0" anchor="ctr"/>
          <a:lstStyle/>
          <a:p>
            <a:pPr algn="ctr"/>
            <a:endParaRPr/>
          </a:p>
        </p:txBody>
      </p:sp>
      <p:sp>
        <p:nvSpPr>
          <p:cNvPr id="28" name="TextBox 27"/>
          <p:cNvSpPr txBox="1"/>
          <p:nvPr/>
        </p:nvSpPr>
        <p:spPr>
          <a:xfrm>
            <a:off x="1188720" y="8229600"/>
            <a:ext cx="15910559" cy="548640"/>
          </a:xfrm>
          <a:prstGeom prst="rect">
            <a:avLst/>
          </a:prstGeom>
          <a:noFill/>
        </p:spPr>
        <p:txBody>
          <a:bodyPr wrap="square" lIns="0" tIns="0" rIns="0" bIns="0" anchor="ctr">
            <a:spAutoFit/>
          </a:bodyPr>
          <a:lstStyle/>
          <a:p>
            <a:pPr algn="l"/>
            <a:r>
              <a:rPr sz="1400" b="1" i="0">
                <a:solidFill>
                  <a:srgbClr val="0B827C"/>
                </a:solidFill>
                <a:latin typeface="Salesforce Sans"/>
              </a:rPr>
              <a:t>✧  </a:t>
            </a:r>
            <a:r>
              <a:rPr sz="1400" b="1" i="0">
                <a:solidFill>
                  <a:srgbClr val="032D60"/>
                </a:solidFill>
                <a:latin typeface="Salesforce Sans"/>
              </a:rPr>
              <a:t>Prices stay rule- and zone-based</a:t>
            </a:r>
            <a:r>
              <a:rPr sz="1400" b="0" i="0">
                <a:solidFill>
                  <a:srgbClr val="5A6B85"/>
                </a:solidFill>
                <a:latin typeface="Salesforce Sans"/>
              </a:rPr>
              <a:t>   ·   </a:t>
            </a:r>
            <a:r>
              <a:rPr sz="1400" b="1" i="0">
                <a:solidFill>
                  <a:srgbClr val="032D60"/>
                </a:solidFill>
                <a:latin typeface="Salesforce Sans"/>
              </a:rPr>
              <a:t>Nothing is saved or sold until a person accepts it</a:t>
            </a:r>
            <a:r>
              <a:rPr sz="1400" b="0" i="0">
                <a:solidFill>
                  <a:srgbClr val="5A6B85"/>
                </a:solidFill>
                <a:latin typeface="Salesforce Sans"/>
              </a:rPr>
              <a:t>   ·   </a:t>
            </a:r>
            <a:r>
              <a:rPr sz="1400" b="1" i="0">
                <a:solidFill>
                  <a:srgbClr val="032D60"/>
                </a:solidFill>
                <a:latin typeface="Salesforce Sans"/>
              </a:rPr>
              <a:t>Falls back to the records when AI is off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sz="6000">
                <a:solidFill>
                  <a:srgbClr val="FFFFFF"/>
                </a:solidFill>
              </a:rPr>
              <a:t>The inspection is the sales call</a:t>
            </a:r>
          </a:p>
        </p:txBody>
      </p:sp>
      <p:sp>
        <p:nvSpPr>
          <p:cNvPr id="3" name="TextBox 2"/>
          <p:cNvSpPr txBox="1"/>
          <p:nvPr/>
        </p:nvSpPr>
        <p:spPr>
          <a:xfrm>
            <a:off x="1133856" y="3063240"/>
            <a:ext cx="16020288" cy="548640"/>
          </a:xfrm>
          <a:prstGeom prst="rect">
            <a:avLst/>
          </a:prstGeom>
          <a:noFill/>
        </p:spPr>
        <p:txBody>
          <a:bodyPr wrap="square" lIns="0" tIns="0" rIns="0" bIns="0" anchor="t">
            <a:spAutoFit/>
          </a:bodyPr>
          <a:lstStyle/>
          <a:p>
            <a:pPr algn="ctr"/>
            <a:r>
              <a:rPr sz="2400" b="1" i="0">
                <a:solidFill>
                  <a:srgbClr val="FFFFFF"/>
                </a:solidFill>
                <a:latin typeface="Salesforce Sans"/>
              </a:rPr>
              <a:t>PHASE 1  ·  SELL</a:t>
            </a:r>
          </a:p>
        </p:txBody>
      </p:sp>
      <p:sp>
        <p:nvSpPr>
          <p:cNvPr id="4" name="TextBox 3"/>
          <p:cNvSpPr txBox="1"/>
          <p:nvPr/>
        </p:nvSpPr>
        <p:spPr>
          <a:xfrm>
            <a:off x="1133856" y="7086600"/>
            <a:ext cx="16020288" cy="731520"/>
          </a:xfrm>
          <a:prstGeom prst="rect">
            <a:avLst/>
          </a:prstGeom>
          <a:noFill/>
        </p:spPr>
        <p:txBody>
          <a:bodyPr wrap="square" lIns="0" tIns="0" rIns="0" bIns="0" anchor="t">
            <a:spAutoFit/>
          </a:bodyPr>
          <a:lstStyle/>
          <a:p>
            <a:pPr algn="ctr"/>
            <a:r>
              <a:rPr sz="2800" b="0" i="0">
                <a:solidFill>
                  <a:srgbClr val="FFFFFF"/>
                </a:solidFill>
                <a:latin typeface="Salesforce Sans"/>
              </a:rPr>
              <a:t>Inspect, price, sign, and book the first treatment in one visit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Plan the day</a:t>
            </a:r>
          </a:p>
        </p:txBody>
      </p:sp>
      <p:sp>
        <p:nvSpPr>
          <p:cNvPr id="4" name="Subtitle 3"/>
          <p:cNvSpPr>
            <a:spLocks noGrp="1"/>
          </p:cNvSpPr>
          <p:nvPr>
            <p:ph type="subTitle" idx="2"/>
          </p:nvPr>
        </p:nvSpPr>
        <p:spPr/>
        <p:txBody>
          <a:bodyPr/>
          <a:lstStyle/>
          <a:p>
            <a:pPr marL="0" indent="0"/>
            <a:r>
              <a:rPr sz="2000">
                <a:solidFill/>
              </a:rPr>
              <a:t>Sales Rep · Field Service mobile schedule</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66AFE"/>
                </a:solidFill>
                <a:latin typeface="Salesforce Sans"/>
              </a:rPr>
              <a:t>SCENE 1  ·  SELL</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The rep's day in the Field Service app: inspection appointments across Bloomingdale</a:t>
            </a:r>
          </a:p>
          <a:p>
            <a:pPr marL="274320" indent="-274320" algn="l">
              <a:spcBef>
                <a:spcPts val="900"/>
              </a:spcBef>
              <a:buChar char="•"/>
            </a:pPr>
            <a:r>
              <a:rPr sz="1700" b="0" i="0">
                <a:solidFill>
                  <a:srgbClr val="032D60"/>
                </a:solidFill>
                <a:latin typeface="Salesforce Sans"/>
              </a:rPr>
              <a:t>Michael's request from last night (ants in the kitchen, mice in the garage) is the first stop</a:t>
            </a:r>
          </a:p>
          <a:p>
            <a:pPr marL="274320" indent="-274320" algn="l">
              <a:spcBef>
                <a:spcPts val="900"/>
              </a:spcBef>
              <a:buChar char="•"/>
            </a:pPr>
            <a:r>
              <a:rPr sz="1700" b="0" i="0">
                <a:solidFill>
                  <a:srgbClr val="032D60"/>
                </a:solidFill>
                <a:latin typeface="Salesforce Sans"/>
              </a:rPr>
              <a:t>His address, appointment window, and notes are on the appointment</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briefs the rep before the door opens: why Michael called, his history, and what to look for</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Last night's web form is this morning's first stop.</a:t>
            </a:r>
          </a:p>
        </p:txBody>
      </p:sp>
      <p:sp>
        <p:nvSpPr>
          <p:cNvPr id="16" name="TextBox 15"/>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today's schedule in the Field Service app</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Michael's free pest inspection is first</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the appointment → Einstein visit brief</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Start Inspect &amp; Quote on arrival</a:t>
            </a:r>
          </a:p>
        </p:txBody>
      </p:sp>
      <p:sp>
        <p:nvSpPr>
          <p:cNvPr id="26" name="Rounded Rectangle 25"/>
          <p:cNvSpPr/>
          <p:nvPr/>
        </p:nvSpPr>
        <p:spPr>
          <a:xfrm>
            <a:off x="9857873" y="767616"/>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a:t>
            </a:r>
          </a:p>
        </p:txBody>
      </p:sp>
      <p:sp>
        <p:nvSpPr>
          <p:cNvPr id="27" name="Rounded Rectangle 26"/>
          <p:cNvSpPr/>
          <p:nvPr/>
        </p:nvSpPr>
        <p:spPr>
          <a:xfrm>
            <a:off x="9829800" y="5348436"/>
            <a:ext cx="7406640" cy="795529"/>
          </a:xfrm>
          <a:prstGeom prst="roundRect">
            <a:avLst>
              <a:gd name="adj" fmla="val 6000"/>
            </a:avLst>
          </a:prstGeom>
          <a:solidFill>
            <a:srgbClr val="E6F6F4"/>
          </a:solidFill>
          <a:ln w="12700">
            <a:solidFill>
              <a:srgbClr val="0B827C"/>
            </a:solidFill>
          </a:ln>
          <a:effectLst/>
        </p:spPr>
        <p:txBody>
          <a:bodyPr rtlCol="0" anchor="ctr"/>
          <a:lstStyle/>
          <a:p>
            <a:pPr algn="ctr"/>
            <a:endParaRPr/>
          </a:p>
        </p:txBody>
      </p:sp>
      <p:sp>
        <p:nvSpPr>
          <p:cNvPr id="28" name="Rectangle 27"/>
          <p:cNvSpPr/>
          <p:nvPr/>
        </p:nvSpPr>
        <p:spPr>
          <a:xfrm>
            <a:off x="9787623" y="5348435"/>
            <a:ext cx="134636" cy="795529"/>
          </a:xfrm>
          <a:prstGeom prst="rect">
            <a:avLst/>
          </a:prstGeom>
          <a:solidFill>
            <a:srgbClr val="0B827C"/>
          </a:solidFill>
          <a:ln>
            <a:noFill/>
          </a:ln>
          <a:effectLst/>
        </p:spPr>
        <p:txBody>
          <a:bodyPr rtlCol="0" anchor="ctr"/>
          <a:lstStyle/>
          <a:p>
            <a:pPr algn="ctr"/>
            <a:endParaRPr/>
          </a:p>
        </p:txBody>
      </p:sp>
      <p:sp>
        <p:nvSpPr>
          <p:cNvPr id="29" name="TextBox 28"/>
          <p:cNvSpPr txBox="1"/>
          <p:nvPr/>
        </p:nvSpPr>
        <p:spPr>
          <a:xfrm>
            <a:off x="10104120" y="5458405"/>
            <a:ext cx="6997684" cy="666849"/>
          </a:xfrm>
          <a:prstGeom prst="rect">
            <a:avLst/>
          </a:prstGeom>
          <a:noFill/>
        </p:spPr>
        <p:txBody>
          <a:bodyPr wrap="square" lIns="0" tIns="0" rIns="0" bIns="0" anchor="ctr">
            <a:spAutoFit/>
          </a:bodyPr>
          <a:lstStyle/>
          <a:p>
            <a:pPr algn="l"/>
            <a:r>
              <a:rPr sz="1200" b="1" i="0" dirty="0">
                <a:solidFill>
                  <a:srgbClr val="0B827C"/>
                </a:solidFill>
                <a:latin typeface="Salesforce Sans"/>
              </a:rPr>
              <a:t>✧ WITH EINSTEIN</a:t>
            </a:r>
          </a:p>
          <a:p>
            <a:pPr algn="l">
              <a:spcBef>
                <a:spcPts val="400"/>
              </a:spcBef>
            </a:pPr>
            <a:r>
              <a:rPr sz="1400" b="0" i="0" dirty="0">
                <a:solidFill>
                  <a:srgbClr val="032D60"/>
                </a:solidFill>
                <a:latin typeface="Salesforce Sans"/>
              </a:rPr>
              <a:t>A visit brief tops Inspect &amp; Quote: the reason for the visit, plans, last visit, open balance and what to look for. Built from the records when Einstein is off.</a:t>
            </a:r>
          </a:p>
        </p:txBody>
      </p:sp>
      <p:pic>
        <p:nvPicPr>
          <p:cNvPr id="5" name="Picture 4">
            <a:extLst>
              <a:ext uri="{FF2B5EF4-FFF2-40B4-BE49-F238E27FC236}">
                <a16:creationId xmlns:a16="http://schemas.microsoft.com/office/drawing/2014/main" id="{4F1447E9-A7A6-32A0-A7FC-9BEFA9AA57C5}"/>
              </a:ext>
            </a:extLst>
          </p:cNvPr>
          <p:cNvPicPr>
            <a:picLocks noChangeAspect="1"/>
          </p:cNvPicPr>
          <p:nvPr/>
        </p:nvPicPr>
        <p:blipFill>
          <a:blip r:embed="rId3"/>
          <a:stretch>
            <a:fillRect/>
          </a:stretch>
        </p:blipFill>
        <p:spPr>
          <a:xfrm>
            <a:off x="9747451" y="1075945"/>
            <a:ext cx="2006600" cy="4203700"/>
          </a:xfrm>
          <a:prstGeom prst="rect">
            <a:avLst/>
          </a:prstGeom>
        </p:spPr>
      </p:pic>
      <p:pic>
        <p:nvPicPr>
          <p:cNvPr id="15" name="Picture 14">
            <a:extLst>
              <a:ext uri="{FF2B5EF4-FFF2-40B4-BE49-F238E27FC236}">
                <a16:creationId xmlns:a16="http://schemas.microsoft.com/office/drawing/2014/main" id="{0A505660-BDF8-655A-B6F0-08900BD34610}"/>
              </a:ext>
            </a:extLst>
          </p:cNvPr>
          <p:cNvPicPr>
            <a:picLocks noChangeAspect="1"/>
          </p:cNvPicPr>
          <p:nvPr/>
        </p:nvPicPr>
        <p:blipFill>
          <a:blip r:embed="rId4"/>
          <a:stretch>
            <a:fillRect/>
          </a:stretch>
        </p:blipFill>
        <p:spPr>
          <a:xfrm>
            <a:off x="11767754" y="1057952"/>
            <a:ext cx="2006600" cy="4203700"/>
          </a:xfrm>
          <a:prstGeom prst="rect">
            <a:avLst/>
          </a:prstGeom>
        </p:spPr>
      </p:pic>
      <p:pic>
        <p:nvPicPr>
          <p:cNvPr id="31" name="Picture 30">
            <a:extLst>
              <a:ext uri="{FF2B5EF4-FFF2-40B4-BE49-F238E27FC236}">
                <a16:creationId xmlns:a16="http://schemas.microsoft.com/office/drawing/2014/main" id="{1872071E-88CC-9CCB-98E1-2903D3A9CAF2}"/>
              </a:ext>
            </a:extLst>
          </p:cNvPr>
          <p:cNvPicPr>
            <a:picLocks noChangeAspect="1"/>
          </p:cNvPicPr>
          <p:nvPr/>
        </p:nvPicPr>
        <p:blipFill>
          <a:blip r:embed="rId5"/>
          <a:stretch>
            <a:fillRect/>
          </a:stretch>
        </p:blipFill>
        <p:spPr>
          <a:xfrm>
            <a:off x="13774354" y="1075945"/>
            <a:ext cx="2006600" cy="4203700"/>
          </a:xfrm>
          <a:prstGeom prst="rect">
            <a:avLst/>
          </a:prstGeom>
        </p:spPr>
      </p:pic>
      <p:pic>
        <p:nvPicPr>
          <p:cNvPr id="33" name="Picture 32">
            <a:extLst>
              <a:ext uri="{FF2B5EF4-FFF2-40B4-BE49-F238E27FC236}">
                <a16:creationId xmlns:a16="http://schemas.microsoft.com/office/drawing/2014/main" id="{4B716691-5812-521A-1B3F-D213058B3F1F}"/>
              </a:ext>
            </a:extLst>
          </p:cNvPr>
          <p:cNvPicPr>
            <a:picLocks noChangeAspect="1"/>
          </p:cNvPicPr>
          <p:nvPr/>
        </p:nvPicPr>
        <p:blipFill>
          <a:blip r:embed="rId6"/>
          <a:stretch>
            <a:fillRect/>
          </a:stretch>
        </p:blipFill>
        <p:spPr>
          <a:xfrm>
            <a:off x="15794657" y="1075140"/>
            <a:ext cx="2006600" cy="4191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Inspect &amp; quote on the tablet</a:t>
            </a:r>
          </a:p>
        </p:txBody>
      </p:sp>
      <p:sp>
        <p:nvSpPr>
          <p:cNvPr id="4" name="Subtitle 3"/>
          <p:cNvSpPr>
            <a:spLocks noGrp="1"/>
          </p:cNvSpPr>
          <p:nvPr>
            <p:ph type="subTitle" idx="2"/>
          </p:nvPr>
        </p:nvSpPr>
        <p:spPr/>
        <p:txBody>
          <a:bodyPr/>
          <a:lstStyle/>
          <a:p>
            <a:pPr marL="0" indent="0"/>
            <a:r>
              <a:rPr sz="2000">
                <a:solidFill/>
              </a:rPr>
              <a:t>Sales Rep · Field Service Mobile + Revenue Cloud quote</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66AFE"/>
                </a:solidFill>
                <a:latin typeface="Salesforce Sans"/>
              </a:rPr>
              <a:t>SCENE 2  ·  SELL</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The rep walks the property area by area, logging findings and photos: ant trails, rodent entry points</a:t>
            </a:r>
          </a:p>
          <a:p>
            <a:pPr marL="274320" indent="-274320" algn="l">
              <a:spcBef>
                <a:spcPts val="900"/>
              </a:spcBef>
              <a:buChar char="•"/>
            </a:pPr>
            <a:r>
              <a:rPr sz="1700" b="0" i="0">
                <a:solidFill>
                  <a:srgbClr val="032D60"/>
                </a:solidFill>
                <a:latin typeface="Salesforce Sans"/>
              </a:rPr>
              <a:t>Findings recommend a plan; home size and severity adjust the price</a:t>
            </a:r>
          </a:p>
          <a:p>
            <a:pPr marL="274320" indent="-274320" algn="l">
              <a:spcBef>
                <a:spcPts val="900"/>
              </a:spcBef>
              <a:buChar char="•"/>
            </a:pPr>
            <a:r>
              <a:rPr sz="1700" b="0" i="0">
                <a:solidFill>
                  <a:srgbClr val="032D60"/>
                </a:solidFill>
                <a:latin typeface="Salesforce Sans"/>
              </a:rPr>
              <a:t>Michael's ZIP sets his service-zone price</a:t>
            </a:r>
          </a:p>
          <a:p>
            <a:pPr marL="274320" indent="-274320" algn="l">
              <a:spcBef>
                <a:spcPts val="900"/>
              </a:spcBef>
              <a:buChar char="•"/>
            </a:pPr>
            <a:r>
              <a:rPr sz="1700" b="0" i="0">
                <a:solidFill>
                  <a:srgbClr val="032D60"/>
                </a:solidFill>
                <a:latin typeface="Salesforce Sans"/>
              </a:rPr>
              <a:t>A rule adds the Initial Service to every plan automatically</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reads each photo and the rep's dictated notes and suggests the pest, evidence and severity; the rep accepts or edits</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The price reflects Michael's home, not a rate card.</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6" name="TextBox 15"/>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Walk the property: Einstein fills findings from photos</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Enter home size and property details</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Review the recommended plan and price</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Create the quote and the Rentokil proposal</a:t>
            </a:r>
          </a:p>
        </p:txBody>
      </p:sp>
      <p:pic>
        <p:nvPicPr>
          <p:cNvPr id="25" name="Picture 24" descr="s2-01-quote.png"/>
          <p:cNvPicPr>
            <a:picLocks noChangeAspect="1"/>
          </p:cNvPicPr>
          <p:nvPr/>
        </p:nvPicPr>
        <p:blipFill>
          <a:blip r:embed="rId3"/>
          <a:srcRect/>
          <a:stretch>
            <a:fillRect/>
          </a:stretch>
        </p:blipFill>
        <p:spPr>
          <a:xfrm>
            <a:off x="10330642" y="1554480"/>
            <a:ext cx="6450676" cy="4434840"/>
          </a:xfrm>
          <a:prstGeom prst="rect">
            <a:avLst/>
          </a:prstGeom>
          <a:ln w="9525">
            <a:solidFill>
              <a:srgbClr val="C9C9C9"/>
            </a:solidFill>
          </a:ln>
        </p:spPr>
      </p:pic>
      <p:sp>
        <p:nvSpPr>
          <p:cNvPr id="26" name="Rounded Rectangle 25"/>
          <p:cNvSpPr/>
          <p:nvPr/>
        </p:nvSpPr>
        <p:spPr>
          <a:xfrm>
            <a:off x="11430000" y="960120"/>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a:t>
            </a:r>
          </a:p>
        </p:txBody>
      </p:sp>
      <p:pic>
        <p:nvPicPr>
          <p:cNvPr id="15" name="Picture 14">
            <a:extLst>
              <a:ext uri="{FF2B5EF4-FFF2-40B4-BE49-F238E27FC236}">
                <a16:creationId xmlns:a16="http://schemas.microsoft.com/office/drawing/2014/main" id="{C8B741A4-C356-4FD6-5317-943E5D540A29}"/>
              </a:ext>
            </a:extLst>
          </p:cNvPr>
          <p:cNvPicPr>
            <a:picLocks noChangeAspect="1"/>
          </p:cNvPicPr>
          <p:nvPr/>
        </p:nvPicPr>
        <p:blipFill>
          <a:blip r:embed="rId4"/>
          <a:stretch>
            <a:fillRect/>
          </a:stretch>
        </p:blipFill>
        <p:spPr>
          <a:xfrm>
            <a:off x="13904969" y="2553716"/>
            <a:ext cx="2006600" cy="4203700"/>
          </a:xfrm>
          <a:prstGeom prst="rect">
            <a:avLst/>
          </a:prstGeom>
        </p:spPr>
      </p:pic>
      <p:pic>
        <p:nvPicPr>
          <p:cNvPr id="28" name="Picture 27">
            <a:extLst>
              <a:ext uri="{FF2B5EF4-FFF2-40B4-BE49-F238E27FC236}">
                <a16:creationId xmlns:a16="http://schemas.microsoft.com/office/drawing/2014/main" id="{7C91264D-5D61-855A-D396-8244D1A6BB1E}"/>
              </a:ext>
            </a:extLst>
          </p:cNvPr>
          <p:cNvPicPr>
            <a:picLocks noChangeAspect="1"/>
          </p:cNvPicPr>
          <p:nvPr/>
        </p:nvPicPr>
        <p:blipFill>
          <a:blip r:embed="rId5"/>
          <a:stretch>
            <a:fillRect/>
          </a:stretch>
        </p:blipFill>
        <p:spPr>
          <a:xfrm>
            <a:off x="15892276" y="2557071"/>
            <a:ext cx="2006600" cy="4203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Sign &amp; pay at the door</a:t>
            </a:r>
          </a:p>
        </p:txBody>
      </p:sp>
      <p:sp>
        <p:nvSpPr>
          <p:cNvPr id="4" name="Subtitle 3"/>
          <p:cNvSpPr>
            <a:spLocks noGrp="1"/>
          </p:cNvSpPr>
          <p:nvPr>
            <p:ph type="subTitle" idx="2"/>
          </p:nvPr>
        </p:nvSpPr>
        <p:spPr/>
        <p:txBody>
          <a:bodyPr/>
          <a:lstStyle/>
          <a:p>
            <a:pPr marL="0" indent="0"/>
            <a:r>
              <a:rPr sz="2000">
                <a:solidFill/>
              </a:rPr>
              <a:t>Sales Rep + Michael · Revenue Cloud quote, order, and payment</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66AFE"/>
                </a:solidFill>
                <a:latin typeface="Salesforce Sans"/>
              </a:rPr>
              <a:t>SCENE 3  ·  SELL</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Michael reviews the Rentokil proposal with his findings and photos</a:t>
            </a:r>
          </a:p>
          <a:p>
            <a:pPr marL="274320" indent="-274320" algn="l">
              <a:spcBef>
                <a:spcPts val="900"/>
              </a:spcBef>
              <a:buChar char="•"/>
            </a:pPr>
            <a:r>
              <a:rPr sz="1700" b="0" i="0">
                <a:solidFill>
                  <a:srgbClr val="032D60"/>
                </a:solidFill>
                <a:latin typeface="Salesforce Sans"/>
              </a:rPr>
              <a:t>He picks Home Protection, adds seasonal mosquito, signs, and saves a card</a:t>
            </a:r>
          </a:p>
          <a:p>
            <a:pPr marL="274320" indent="-274320" algn="l">
              <a:spcBef>
                <a:spcPts val="900"/>
              </a:spcBef>
              <a:buChar char="•"/>
            </a:pPr>
            <a:r>
              <a:rPr sz="1700" b="0" i="0">
                <a:solidFill>
                  <a:srgbClr val="032D60"/>
                </a:solidFill>
                <a:latin typeface="Salesforce Sans"/>
              </a:rPr>
              <a:t>The order activates on the spot</a:t>
            </a:r>
          </a:p>
          <a:p>
            <a:pPr marL="274320" indent="-274320" algn="l">
              <a:spcBef>
                <a:spcPts val="900"/>
              </a:spcBef>
              <a:buChar char="•"/>
            </a:pPr>
            <a:r>
              <a:rPr sz="1700" b="0" i="0">
                <a:solidFill>
                  <a:srgbClr val="032D60"/>
                </a:solidFill>
                <a:latin typeface="Salesforce Sans"/>
              </a:rPr>
              <a:t>The rep books his first treatment from open times before leaving</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explains why this plan in two plain sentences, on screen and in the proposal</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Knock to signed in one visit, with the first treatment already on the schedule.</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6" name="TextBox 15"/>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proposal: why we recommend this plan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Sign &amp; Pay: signature and card on file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Activate the order</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Pick a treatment time → dispatched</a:t>
            </a:r>
          </a:p>
        </p:txBody>
      </p:sp>
      <p:pic>
        <p:nvPicPr>
          <p:cNvPr id="25" name="Picture 24" descr="s3-01-order.png"/>
          <p:cNvPicPr>
            <a:picLocks noChangeAspect="1"/>
          </p:cNvPicPr>
          <p:nvPr/>
        </p:nvPicPr>
        <p:blipFill>
          <a:blip r:embed="rId3"/>
          <a:srcRect/>
          <a:stretch>
            <a:fillRect/>
          </a:stretch>
        </p:blipFill>
        <p:spPr>
          <a:xfrm>
            <a:off x="10330642" y="1554480"/>
            <a:ext cx="6450676" cy="4434840"/>
          </a:xfrm>
          <a:prstGeom prst="rect">
            <a:avLst/>
          </a:prstGeom>
          <a:ln w="9525">
            <a:solidFill>
              <a:srgbClr val="C9C9C9"/>
            </a:solidFill>
          </a:ln>
        </p:spPr>
      </p:pic>
      <p:sp>
        <p:nvSpPr>
          <p:cNvPr id="26" name="Rounded Rectangle 25"/>
          <p:cNvSpPr/>
          <p:nvPr/>
        </p:nvSpPr>
        <p:spPr>
          <a:xfrm>
            <a:off x="11430000" y="960120"/>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a:t>
            </a:r>
          </a:p>
        </p:txBody>
      </p:sp>
      <p:pic>
        <p:nvPicPr>
          <p:cNvPr id="5" name="Picture 4">
            <a:extLst>
              <a:ext uri="{FF2B5EF4-FFF2-40B4-BE49-F238E27FC236}">
                <a16:creationId xmlns:a16="http://schemas.microsoft.com/office/drawing/2014/main" id="{1AF5A608-A8FE-E9B4-F798-584FF56EE804}"/>
              </a:ext>
            </a:extLst>
          </p:cNvPr>
          <p:cNvPicPr>
            <a:picLocks noChangeAspect="1"/>
          </p:cNvPicPr>
          <p:nvPr/>
        </p:nvPicPr>
        <p:blipFill>
          <a:blip r:embed="rId4"/>
          <a:stretch>
            <a:fillRect/>
          </a:stretch>
        </p:blipFill>
        <p:spPr>
          <a:xfrm>
            <a:off x="11792659" y="1808567"/>
            <a:ext cx="2006600" cy="4216400"/>
          </a:xfrm>
          <a:prstGeom prst="rect">
            <a:avLst/>
          </a:prstGeom>
        </p:spPr>
      </p:pic>
      <p:pic>
        <p:nvPicPr>
          <p:cNvPr id="15" name="Picture 14">
            <a:extLst>
              <a:ext uri="{FF2B5EF4-FFF2-40B4-BE49-F238E27FC236}">
                <a16:creationId xmlns:a16="http://schemas.microsoft.com/office/drawing/2014/main" id="{FD11510B-F46C-8473-C4B5-4640617B183D}"/>
              </a:ext>
            </a:extLst>
          </p:cNvPr>
          <p:cNvPicPr>
            <a:picLocks noChangeAspect="1"/>
          </p:cNvPicPr>
          <p:nvPr/>
        </p:nvPicPr>
        <p:blipFill>
          <a:blip r:embed="rId5"/>
          <a:stretch>
            <a:fillRect/>
          </a:stretch>
        </p:blipFill>
        <p:spPr>
          <a:xfrm>
            <a:off x="13799259" y="1808567"/>
            <a:ext cx="2006600" cy="4241800"/>
          </a:xfrm>
          <a:prstGeom prst="rect">
            <a:avLst/>
          </a:prstGeom>
        </p:spPr>
      </p:pic>
      <p:pic>
        <p:nvPicPr>
          <p:cNvPr id="28" name="Picture 27">
            <a:extLst>
              <a:ext uri="{FF2B5EF4-FFF2-40B4-BE49-F238E27FC236}">
                <a16:creationId xmlns:a16="http://schemas.microsoft.com/office/drawing/2014/main" id="{677C6CD1-50AA-350F-68CE-635D87BE2A49}"/>
              </a:ext>
            </a:extLst>
          </p:cNvPr>
          <p:cNvPicPr>
            <a:picLocks noChangeAspect="1"/>
          </p:cNvPicPr>
          <p:nvPr/>
        </p:nvPicPr>
        <p:blipFill>
          <a:blip r:embed="rId6"/>
          <a:stretch>
            <a:fillRect/>
          </a:stretch>
        </p:blipFill>
        <p:spPr>
          <a:xfrm>
            <a:off x="9848566" y="1760135"/>
            <a:ext cx="2006600" cy="4216400"/>
          </a:xfrm>
          <a:prstGeom prst="rect">
            <a:avLst/>
          </a:prstGeom>
        </p:spPr>
      </p:pic>
      <p:pic>
        <p:nvPicPr>
          <p:cNvPr id="30" name="Picture 29">
            <a:extLst>
              <a:ext uri="{FF2B5EF4-FFF2-40B4-BE49-F238E27FC236}">
                <a16:creationId xmlns:a16="http://schemas.microsoft.com/office/drawing/2014/main" id="{5FE4C961-83E7-A832-6DA5-5C5A36792DA2}"/>
              </a:ext>
            </a:extLst>
          </p:cNvPr>
          <p:cNvPicPr>
            <a:picLocks noChangeAspect="1"/>
          </p:cNvPicPr>
          <p:nvPr/>
        </p:nvPicPr>
        <p:blipFill>
          <a:blip r:embed="rId7"/>
          <a:stretch>
            <a:fillRect/>
          </a:stretch>
        </p:blipFill>
        <p:spPr>
          <a:xfrm>
            <a:off x="15743352" y="1855216"/>
            <a:ext cx="2006600" cy="421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sz="6000">
                <a:solidFill>
                  <a:srgbClr val="FFFFFF"/>
                </a:solidFill>
              </a:rPr>
              <a:t>One order, two kinds of work</a:t>
            </a:r>
          </a:p>
        </p:txBody>
      </p:sp>
      <p:sp>
        <p:nvSpPr>
          <p:cNvPr id="3" name="TextBox 2"/>
          <p:cNvSpPr txBox="1"/>
          <p:nvPr/>
        </p:nvSpPr>
        <p:spPr>
          <a:xfrm>
            <a:off x="1133856" y="3063240"/>
            <a:ext cx="16020288" cy="548640"/>
          </a:xfrm>
          <a:prstGeom prst="rect">
            <a:avLst/>
          </a:prstGeom>
          <a:noFill/>
        </p:spPr>
        <p:txBody>
          <a:bodyPr wrap="square" lIns="0" tIns="0" rIns="0" bIns="0" anchor="t">
            <a:spAutoFit/>
          </a:bodyPr>
          <a:lstStyle/>
          <a:p>
            <a:pPr algn="ctr"/>
            <a:r>
              <a:rPr sz="2400" b="1" i="0">
                <a:solidFill>
                  <a:srgbClr val="FFFFFF"/>
                </a:solidFill>
                <a:latin typeface="Salesforce Sans"/>
              </a:rPr>
              <a:t>PHASE 2  ·  HAND OFF</a:t>
            </a:r>
          </a:p>
        </p:txBody>
      </p:sp>
      <p:sp>
        <p:nvSpPr>
          <p:cNvPr id="4" name="TextBox 3"/>
          <p:cNvSpPr txBox="1"/>
          <p:nvPr/>
        </p:nvSpPr>
        <p:spPr>
          <a:xfrm>
            <a:off x="1133856" y="7086600"/>
            <a:ext cx="16020288" cy="731520"/>
          </a:xfrm>
          <a:prstGeom prst="rect">
            <a:avLst/>
          </a:prstGeom>
          <a:noFill/>
        </p:spPr>
        <p:txBody>
          <a:bodyPr wrap="square" lIns="0" tIns="0" rIns="0" bIns="0" anchor="t">
            <a:spAutoFit/>
          </a:bodyPr>
          <a:lstStyle/>
          <a:p>
            <a:pPr algn="ctr"/>
            <a:r>
              <a:rPr sz="2800" b="0" i="0">
                <a:solidFill>
                  <a:srgbClr val="FFFFFF"/>
                </a:solidFill>
                <a:latin typeface="Salesforce Sans"/>
              </a:rPr>
              <a:t>The signed plan builds the first visit and every visit after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The plan builds itself</a:t>
            </a:r>
          </a:p>
        </p:txBody>
      </p:sp>
      <p:sp>
        <p:nvSpPr>
          <p:cNvPr id="4" name="Subtitle 3"/>
          <p:cNvSpPr>
            <a:spLocks noGrp="1"/>
          </p:cNvSpPr>
          <p:nvPr>
            <p:ph type="subTitle" idx="2"/>
          </p:nvPr>
        </p:nvSpPr>
        <p:spPr/>
        <p:txBody>
          <a:bodyPr/>
          <a:lstStyle/>
          <a:p>
            <a:pPr marL="0" indent="0"/>
            <a:r>
              <a:rPr sz="2000">
                <a:solidFill/>
              </a:rPr>
              <a:t>Operations · Dynamic Revenue Orchestration</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22AC0"/>
                </a:solidFill>
                <a:latin typeface="Salesforce Sans"/>
              </a:rPr>
              <a:t>SCENE 4  ·  HAND OFF</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The order decomposes into a fulfillment plan automatically</a:t>
            </a:r>
          </a:p>
          <a:p>
            <a:pPr marL="274320" indent="-274320" algn="l">
              <a:spcBef>
                <a:spcPts val="900"/>
              </a:spcBef>
              <a:buChar char="•"/>
            </a:pPr>
            <a:r>
              <a:rPr sz="1700" b="0" i="0">
                <a:solidFill>
                  <a:srgbClr val="032D60"/>
                </a:solidFill>
                <a:latin typeface="Salesforce Sans"/>
              </a:rPr>
              <a:t>The Initial Treatment Work Order and appointment are created</a:t>
            </a:r>
          </a:p>
          <a:p>
            <a:pPr marL="274320" indent="-274320" algn="l">
              <a:spcBef>
                <a:spcPts val="900"/>
              </a:spcBef>
              <a:buChar char="•"/>
            </a:pPr>
            <a:r>
              <a:rPr sz="1700" b="0" i="0">
                <a:solidFill>
                  <a:srgbClr val="032D60"/>
                </a:solidFill>
                <a:latin typeface="Salesforce Sans"/>
              </a:rPr>
              <a:t>Each plan becomes an asset with its own monthly billing</a:t>
            </a:r>
          </a:p>
          <a:p>
            <a:pPr marL="274320" indent="-274320" algn="l">
              <a:spcBef>
                <a:spcPts val="900"/>
              </a:spcBef>
              <a:buChar char="•"/>
            </a:pPr>
            <a:r>
              <a:rPr sz="1700" b="0" i="0">
                <a:solidFill>
                  <a:srgbClr val="032D60"/>
                </a:solidFill>
                <a:latin typeface="Salesforce Sans"/>
              </a:rPr>
              <a:t>Initial Service billing waits for the treatment to be completed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The rep never calls the office. The service plan builds itself.</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4" name="Rounded Rectangle 13"/>
          <p:cNvSpPr/>
          <p:nvPr/>
        </p:nvSpPr>
        <p:spPr>
          <a:xfrm>
            <a:off x="1143000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00" b="1" i="0">
                <a:solidFill>
                  <a:srgbClr val="FFFFFF"/>
                </a:solidFill>
                <a:latin typeface="Salesforce Sans"/>
              </a:rPr>
              <a:t>MANAGED PACKAGE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104120" y="4846320"/>
            <a:ext cx="7040880" cy="1143000"/>
          </a:xfrm>
          <a:prstGeom prst="rect">
            <a:avLst/>
          </a:prstGeom>
          <a:noFill/>
        </p:spPr>
        <p:txBody>
          <a:bodyPr wrap="square" lIns="0" tIns="0" rIns="0" bIns="0" anchor="ctr">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The Initial Service is booked automatically into the best open slot within 48 hours, and Michael gets his arrival window by text. Nothing waits in a scheduling queue.</a:t>
            </a:r>
          </a:p>
        </p:txBody>
      </p:sp>
      <p:sp>
        <p:nvSpPr>
          <p:cNvPr id="20" name="TextBox 19"/>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Michael's order → fulfillment plan</a:t>
            </a:r>
          </a:p>
        </p:txBody>
      </p:sp>
      <p:sp>
        <p:nvSpPr>
          <p:cNvPr id="23" name="Oval 22"/>
          <p:cNvSpPr/>
          <p:nvPr/>
        </p:nvSpPr>
        <p:spPr>
          <a:xfrm>
            <a:off x="9829800" y="7379207"/>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Initial Treatment Work Order</a:t>
            </a:r>
          </a:p>
        </p:txBody>
      </p:sp>
      <p:sp>
        <p:nvSpPr>
          <p:cNvPr id="25" name="Oval 24"/>
          <p:cNvSpPr/>
          <p:nvPr/>
        </p:nvSpPr>
        <p:spPr>
          <a:xfrm>
            <a:off x="9829800" y="8000999"/>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Michael's plan assets</a:t>
            </a:r>
          </a:p>
        </p:txBody>
      </p:sp>
      <p:sp>
        <p:nvSpPr>
          <p:cNvPr id="27" name="Oval 26"/>
          <p:cNvSpPr/>
          <p:nvPr/>
        </p:nvSpPr>
        <p:spPr>
          <a:xfrm>
            <a:off x="9829800" y="8622792"/>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Point at Initial Service billing waiting</a:t>
            </a:r>
          </a:p>
        </p:txBody>
      </p:sp>
      <p:pic>
        <p:nvPicPr>
          <p:cNvPr id="5" name="Picture 4">
            <a:extLst>
              <a:ext uri="{FF2B5EF4-FFF2-40B4-BE49-F238E27FC236}">
                <a16:creationId xmlns:a16="http://schemas.microsoft.com/office/drawing/2014/main" id="{A82AA0D5-4678-A927-79A9-6C3254B63D71}"/>
              </a:ext>
            </a:extLst>
          </p:cNvPr>
          <p:cNvPicPr>
            <a:picLocks noChangeAspect="1"/>
          </p:cNvPicPr>
          <p:nvPr/>
        </p:nvPicPr>
        <p:blipFill>
          <a:blip r:embed="rId3"/>
          <a:stretch>
            <a:fillRect/>
          </a:stretch>
        </p:blipFill>
        <p:spPr>
          <a:xfrm>
            <a:off x="10147128" y="1467267"/>
            <a:ext cx="4979218" cy="3123020"/>
          </a:xfrm>
          <a:prstGeom prst="rect">
            <a:avLst/>
          </a:prstGeom>
        </p:spPr>
      </p:pic>
      <p:pic>
        <p:nvPicPr>
          <p:cNvPr id="16" name="Picture 15">
            <a:extLst>
              <a:ext uri="{FF2B5EF4-FFF2-40B4-BE49-F238E27FC236}">
                <a16:creationId xmlns:a16="http://schemas.microsoft.com/office/drawing/2014/main" id="{FAA12C55-5647-E4FC-0EB7-5DD13D8E05F5}"/>
              </a:ext>
            </a:extLst>
          </p:cNvPr>
          <p:cNvPicPr>
            <a:picLocks noChangeAspect="1"/>
          </p:cNvPicPr>
          <p:nvPr/>
        </p:nvPicPr>
        <p:blipFill>
          <a:blip r:embed="rId4"/>
          <a:stretch>
            <a:fillRect/>
          </a:stretch>
        </p:blipFill>
        <p:spPr>
          <a:xfrm>
            <a:off x="12752845" y="1441952"/>
            <a:ext cx="4979218" cy="31230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sz="6000">
                <a:solidFill>
                  <a:srgbClr val="FFFFFF"/>
                </a:solidFill>
              </a:rPr>
              <a:t>Every visit tied to what was sold</a:t>
            </a:r>
          </a:p>
        </p:txBody>
      </p:sp>
      <p:sp>
        <p:nvSpPr>
          <p:cNvPr id="3" name="TextBox 2"/>
          <p:cNvSpPr txBox="1"/>
          <p:nvPr/>
        </p:nvSpPr>
        <p:spPr>
          <a:xfrm>
            <a:off x="1133856" y="3063240"/>
            <a:ext cx="16020288" cy="548640"/>
          </a:xfrm>
          <a:prstGeom prst="rect">
            <a:avLst/>
          </a:prstGeom>
          <a:noFill/>
        </p:spPr>
        <p:txBody>
          <a:bodyPr wrap="square" lIns="0" tIns="0" rIns="0" bIns="0" anchor="t">
            <a:spAutoFit/>
          </a:bodyPr>
          <a:lstStyle/>
          <a:p>
            <a:pPr algn="ctr"/>
            <a:r>
              <a:rPr sz="2400" b="1" i="0">
                <a:solidFill>
                  <a:srgbClr val="FFFFFF"/>
                </a:solidFill>
                <a:latin typeface="Salesforce Sans"/>
              </a:rPr>
              <a:t>PHASE 3  ·  SERVE</a:t>
            </a:r>
          </a:p>
        </p:txBody>
      </p:sp>
      <p:sp>
        <p:nvSpPr>
          <p:cNvPr id="4" name="TextBox 3"/>
          <p:cNvSpPr txBox="1"/>
          <p:nvPr/>
        </p:nvSpPr>
        <p:spPr>
          <a:xfrm>
            <a:off x="1133856" y="7086600"/>
            <a:ext cx="16020288" cy="731520"/>
          </a:xfrm>
          <a:prstGeom prst="rect">
            <a:avLst/>
          </a:prstGeom>
          <a:noFill/>
        </p:spPr>
        <p:txBody>
          <a:bodyPr wrap="square" lIns="0" tIns="0" rIns="0" bIns="0" anchor="t">
            <a:spAutoFit/>
          </a:bodyPr>
          <a:lstStyle/>
          <a:p>
            <a:pPr algn="ctr"/>
            <a:r>
              <a:rPr sz="2800" b="0" i="0">
                <a:solidFill>
                  <a:srgbClr val="FFFFFF"/>
                </a:solidFill>
                <a:latin typeface="Salesforce Sans"/>
              </a:rPr>
              <a:t>Billing starts with service, and the guarantee enforces itself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First treatment starts billing</a:t>
            </a:r>
          </a:p>
        </p:txBody>
      </p:sp>
      <p:sp>
        <p:nvSpPr>
          <p:cNvPr id="4" name="Subtitle 3"/>
          <p:cNvSpPr>
            <a:spLocks noGrp="1"/>
          </p:cNvSpPr>
          <p:nvPr>
            <p:ph type="subTitle" idx="2"/>
          </p:nvPr>
        </p:nvSpPr>
        <p:spPr/>
        <p:txBody>
          <a:bodyPr/>
          <a:lstStyle/>
          <a:p>
            <a:pPr marL="0" indent="0"/>
            <a:r>
              <a:rPr sz="2000">
                <a:solidFill/>
              </a:rPr>
              <a:t>Technician · Field Service Mobile</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32D60"/>
                </a:solidFill>
                <a:latin typeface="Salesforce Sans"/>
              </a:rPr>
              <a:t>SCENE 5  ·  SERVE</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The technician opens Treatment: the rep's findings and photos are the checklist</a:t>
            </a:r>
          </a:p>
          <a:p>
            <a:pPr marL="274320" indent="-274320" algn="l">
              <a:spcBef>
                <a:spcPts val="900"/>
              </a:spcBef>
              <a:buChar char="•"/>
            </a:pPr>
            <a:r>
              <a:rPr sz="1700" b="0" i="0">
                <a:solidFill>
                  <a:srgbClr val="032D60"/>
                </a:solidFill>
                <a:latin typeface="Salesforce Sans"/>
              </a:rPr>
              <a:t>A new finding, a wasp nest, becomes a one-time add-on Michael approves on the device</a:t>
            </a:r>
          </a:p>
          <a:p>
            <a:pPr marL="274320" indent="-274320" algn="l">
              <a:spcBef>
                <a:spcPts val="900"/>
              </a:spcBef>
              <a:buChar char="•"/>
            </a:pPr>
            <a:r>
              <a:rPr sz="1700" b="0" i="0">
                <a:solidFill>
                  <a:srgbClr val="032D60"/>
                </a:solidFill>
                <a:latin typeface="Salesforce Sans"/>
              </a:rPr>
              <a:t>Completing the visit posts the invoices: Initial Service, the first month, and the add-on</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suggests add-ons the notes support, and completing the visit emails Michael a summary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Michael pays when service starts, not when he signs.</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4" name="Rounded Rectangle 13"/>
          <p:cNvSpPr/>
          <p:nvPr/>
        </p:nvSpPr>
        <p:spPr>
          <a:xfrm>
            <a:off x="1143000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00" b="1" i="0">
                <a:solidFill>
                  <a:srgbClr val="FFFFFF"/>
                </a:solidFill>
                <a:latin typeface="Salesforce Sans"/>
              </a:rPr>
              <a:t>MANAGED PACKAGE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104120" y="4846320"/>
            <a:ext cx="7040880" cy="1143000"/>
          </a:xfrm>
          <a:prstGeom prst="rect">
            <a:avLst/>
          </a:prstGeom>
          <a:noFill/>
        </p:spPr>
        <p:txBody>
          <a:bodyPr wrap="square" lIns="0" tIns="0" rIns="0" bIns="0" anchor="ctr">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Assistant texts Michael when the technician is on the way, with live location and ETA. No more waiting at home all afternoon.</a:t>
            </a:r>
          </a:p>
        </p:txBody>
      </p:sp>
      <p:sp>
        <p:nvSpPr>
          <p:cNvPr id="20" name="TextBox 19"/>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Treatment on the work order</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Work the checklist from the findings</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Find &amp; Add: log a finding → approved add-on</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Complete → invoices posted, summary emailed</a:t>
            </a:r>
          </a:p>
        </p:txBody>
      </p:sp>
      <p:pic>
        <p:nvPicPr>
          <p:cNvPr id="29" name="Picture 28" descr="s5-01-work-order.png"/>
          <p:cNvPicPr>
            <a:picLocks noChangeAspect="1"/>
          </p:cNvPicPr>
          <p:nvPr/>
        </p:nvPicPr>
        <p:blipFill>
          <a:blip r:embed="rId3"/>
          <a:srcRect/>
          <a:stretch>
            <a:fillRect/>
          </a:stretch>
        </p:blipFill>
        <p:spPr>
          <a:xfrm>
            <a:off x="11328169" y="1554480"/>
            <a:ext cx="4455621" cy="3063240"/>
          </a:xfrm>
          <a:prstGeom prst="rect">
            <a:avLst/>
          </a:prstGeom>
          <a:ln w="9525">
            <a:solidFill>
              <a:srgbClr val="C9C9C9"/>
            </a:solidFill>
          </a:ln>
        </p:spPr>
      </p:pic>
      <p:sp>
        <p:nvSpPr>
          <p:cNvPr id="30" name="Rounded Rectangle 29"/>
          <p:cNvSpPr/>
          <p:nvPr/>
        </p:nvSpPr>
        <p:spPr>
          <a:xfrm>
            <a:off x="13578840" y="960120"/>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Recurring visits run themselves</a:t>
            </a:r>
          </a:p>
        </p:txBody>
      </p:sp>
      <p:sp>
        <p:nvSpPr>
          <p:cNvPr id="4" name="Subtitle 3"/>
          <p:cNvSpPr>
            <a:spLocks noGrp="1"/>
          </p:cNvSpPr>
          <p:nvPr>
            <p:ph type="subTitle" idx="2"/>
          </p:nvPr>
        </p:nvSpPr>
        <p:spPr/>
        <p:txBody>
          <a:bodyPr/>
          <a:lstStyle/>
          <a:p>
            <a:pPr marL="0" indent="0"/>
            <a:r>
              <a:rPr sz="2000">
                <a:solidFill/>
              </a:rPr>
              <a:t>Dispatcher · Field Service scheduling</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32D60"/>
                </a:solidFill>
                <a:latin typeface="Salesforce Sans"/>
              </a:rPr>
              <a:t>SCENE 6  ·  SERVE</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Monthly visits are generated from the maintenance plan without anyone booking them</a:t>
            </a:r>
          </a:p>
          <a:p>
            <a:pPr marL="274320" indent="-274320" algn="l">
              <a:spcBef>
                <a:spcPts val="900"/>
              </a:spcBef>
              <a:buChar char="•"/>
            </a:pPr>
            <a:r>
              <a:rPr sz="1700" b="0" i="0">
                <a:solidFill>
                  <a:srgbClr val="032D60"/>
                </a:solidFill>
                <a:latin typeface="Salesforce Sans"/>
              </a:rPr>
              <a:t>Each visit is routed into the Bloomingdale territory alongside neighboring customers</a:t>
            </a:r>
          </a:p>
          <a:p>
            <a:pPr marL="274320" indent="-274320" algn="l">
              <a:spcBef>
                <a:spcPts val="900"/>
              </a:spcBef>
              <a:buChar char="•"/>
            </a:pPr>
            <a:r>
              <a:rPr sz="1700" b="0" i="0">
                <a:solidFill>
                  <a:srgbClr val="032D60"/>
                </a:solidFill>
                <a:latin typeface="Salesforce Sans"/>
              </a:rPr>
              <a:t>Michael gets a reminder text with an arrival window two days before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Recurring revenue and recurring routes come from the same record.</a:t>
            </a:r>
          </a:p>
        </p:txBody>
      </p:sp>
      <p:sp>
        <p:nvSpPr>
          <p:cNvPr id="13" name="Rounded Rectangle 12"/>
          <p:cNvSpPr/>
          <p:nvPr/>
        </p:nvSpPr>
        <p:spPr>
          <a:xfrm>
            <a:off x="9829800" y="960120"/>
            <a:ext cx="1463040" cy="329184"/>
          </a:xfrm>
          <a:prstGeom prst="roundRect">
            <a:avLst>
              <a:gd name="adj" fmla="val 50000"/>
            </a:avLst>
          </a:prstGeom>
          <a:solidFill>
            <a:srgbClr val="B75F00"/>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PARTLY LIVE</a:t>
            </a:r>
          </a:p>
        </p:txBody>
      </p:sp>
      <p:sp>
        <p:nvSpPr>
          <p:cNvPr id="14" name="Rounded Rectangle 13"/>
          <p:cNvSpPr/>
          <p:nvPr/>
        </p:nvSpPr>
        <p:spPr>
          <a:xfrm>
            <a:off x="1143000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00" b="1" i="0">
                <a:solidFill>
                  <a:srgbClr val="FFFFFF"/>
                </a:solidFill>
                <a:latin typeface="Salesforce Sans"/>
              </a:rPr>
              <a:t>MANAGED PACKAGE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104120" y="4846320"/>
            <a:ext cx="7040880" cy="1143000"/>
          </a:xfrm>
          <a:prstGeom prst="rect">
            <a:avLst/>
          </a:prstGeom>
          <a:noFill/>
        </p:spPr>
        <p:txBody>
          <a:bodyPr wrap="square" lIns="0" tIns="0" rIns="0" bIns="0" anchor="ctr">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Optimization packs every monthly visit into dense Bloomingdale routes and cuts drive time. This is where residential margin comes from, and Core alone can't show it.</a:t>
            </a:r>
          </a:p>
        </p:txBody>
      </p:sp>
      <p:sp>
        <p:nvSpPr>
          <p:cNvPr id="20" name="TextBox 19"/>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the maintenance plan → upcoming visits</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generated monthly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it on the Bloomingdale route</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reminder text to Michael</a:t>
            </a:r>
          </a:p>
        </p:txBody>
      </p:sp>
      <p:pic>
        <p:nvPicPr>
          <p:cNvPr id="29" name="Picture 28" descr="s6-01-maintenance-plan.png"/>
          <p:cNvPicPr>
            <a:picLocks noChangeAspect="1"/>
          </p:cNvPicPr>
          <p:nvPr/>
        </p:nvPicPr>
        <p:blipFill>
          <a:blip r:embed="rId3"/>
          <a:srcRect b="273"/>
          <a:stretch>
            <a:fillRect/>
          </a:stretch>
        </p:blipFill>
        <p:spPr>
          <a:xfrm>
            <a:off x="11322077" y="1554480"/>
            <a:ext cx="4467806" cy="3063240"/>
          </a:xfrm>
          <a:prstGeom prst="rect">
            <a:avLst/>
          </a:prstGeom>
          <a:ln w="9525">
            <a:solidFill>
              <a:srgbClr val="C9C9C9"/>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Re-service with a guarantee check</a:t>
            </a:r>
          </a:p>
        </p:txBody>
      </p:sp>
      <p:sp>
        <p:nvSpPr>
          <p:cNvPr id="4" name="Subtitle 3"/>
          <p:cNvSpPr>
            <a:spLocks noGrp="1"/>
          </p:cNvSpPr>
          <p:nvPr>
            <p:ph type="subTitle" idx="2"/>
          </p:nvPr>
        </p:nvSpPr>
        <p:spPr/>
        <p:txBody>
          <a:bodyPr/>
          <a:lstStyle/>
          <a:p>
            <a:pPr marL="0" indent="0"/>
            <a:r>
              <a:rPr sz="2000">
                <a:solidFill/>
              </a:rPr>
              <a:t>Customer Care + Technician · Field Service + Revenue Cloud Billing</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032D60"/>
                </a:solidFill>
                <a:latin typeface="Salesforce Sans"/>
              </a:rPr>
              <a:t>SCENE 7  ·  SERVE</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Three weeks later, Michael reports ants are back in the kitchen</a:t>
            </a:r>
          </a:p>
          <a:p>
            <a:pPr marL="274320" indent="-274320" algn="l">
              <a:spcBef>
                <a:spcPts val="900"/>
              </a:spcBef>
              <a:buChar char="•"/>
            </a:pPr>
            <a:r>
              <a:rPr sz="1700" b="0" i="0">
                <a:solidFill>
                  <a:srgbClr val="032D60"/>
                </a:solidFill>
                <a:latin typeface="Salesforce Sans"/>
              </a:rPr>
              <a:t>A guarantee check finds his active Home Protection plan: re-service at no charge</a:t>
            </a:r>
          </a:p>
          <a:p>
            <a:pPr marL="274320" indent="-274320" algn="l">
              <a:spcBef>
                <a:spcPts val="900"/>
              </a:spcBef>
              <a:buChar char="•"/>
            </a:pPr>
            <a:r>
              <a:rPr sz="1700" b="0" i="0">
                <a:solidFill>
                  <a:srgbClr val="032D60"/>
                </a:solidFill>
                <a:latin typeface="Salesforce Sans"/>
              </a:rPr>
              <a:t>A neighbor without a plan gets a priced, one-time treatment that is invoiced automatically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The guarantee is enforced by the subscription, not by memory.</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4" name="Rounded Rectangle 13"/>
          <p:cNvSpPr/>
          <p:nvPr/>
        </p:nvSpPr>
        <p:spPr>
          <a:xfrm>
            <a:off x="1143000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00" b="1" i="0">
                <a:solidFill>
                  <a:srgbClr val="FFFFFF"/>
                </a:solidFill>
                <a:latin typeface="Salesforce Sans"/>
              </a:rPr>
              <a:t>MANAGED PACKAGE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104120" y="4846320"/>
            <a:ext cx="7040880" cy="1143000"/>
          </a:xfrm>
          <a:prstGeom prst="rect">
            <a:avLst/>
          </a:prstGeom>
          <a:noFill/>
        </p:spPr>
        <p:txBody>
          <a:bodyPr wrap="square" lIns="0" tIns="0" rIns="0" bIns="0" anchor="ctr">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booking offers Michael real open windows while he's still on the phone, and slots the re-service into a technician route already nearby.</a:t>
            </a:r>
          </a:p>
        </p:txBody>
      </p:sp>
      <p:sp>
        <p:nvSpPr>
          <p:cNvPr id="20" name="TextBox 19"/>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Log Michael's re-service request</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Covered result and $0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Repeat for the neighbor without a plan</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one-time order and invoice</a:t>
            </a:r>
          </a:p>
        </p:txBody>
      </p:sp>
      <p:pic>
        <p:nvPicPr>
          <p:cNvPr id="29" name="Picture 28" descr="s7-01-asset.png"/>
          <p:cNvPicPr>
            <a:picLocks noChangeAspect="1"/>
          </p:cNvPicPr>
          <p:nvPr/>
        </p:nvPicPr>
        <p:blipFill>
          <a:blip r:embed="rId3"/>
          <a:srcRect/>
          <a:stretch>
            <a:fillRect/>
          </a:stretch>
        </p:blipFill>
        <p:spPr>
          <a:xfrm>
            <a:off x="11328169" y="1554480"/>
            <a:ext cx="4455621" cy="3063240"/>
          </a:xfrm>
          <a:prstGeom prst="rect">
            <a:avLst/>
          </a:prstGeom>
          <a:ln w="9525">
            <a:solidFill>
              <a:srgbClr val="C9C9C9"/>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sz="6000">
                <a:solidFill>
                  <a:srgbClr val="FFFFFF"/>
                </a:solidFill>
              </a:rPr>
              <a:t>The technician is the best salesperson</a:t>
            </a:r>
          </a:p>
        </p:txBody>
      </p:sp>
      <p:sp>
        <p:nvSpPr>
          <p:cNvPr id="3" name="TextBox 2"/>
          <p:cNvSpPr txBox="1"/>
          <p:nvPr/>
        </p:nvSpPr>
        <p:spPr>
          <a:xfrm>
            <a:off x="1133856" y="3063240"/>
            <a:ext cx="16020288" cy="548640"/>
          </a:xfrm>
          <a:prstGeom prst="rect">
            <a:avLst/>
          </a:prstGeom>
          <a:noFill/>
        </p:spPr>
        <p:txBody>
          <a:bodyPr wrap="square" lIns="0" tIns="0" rIns="0" bIns="0" anchor="t">
            <a:spAutoFit/>
          </a:bodyPr>
          <a:lstStyle/>
          <a:p>
            <a:pPr algn="ctr"/>
            <a:r>
              <a:rPr sz="2400" b="1" i="0">
                <a:solidFill>
                  <a:srgbClr val="FFFFFF"/>
                </a:solidFill>
                <a:latin typeface="Salesforce Sans"/>
              </a:rPr>
              <a:t>PHASE 4  ·  GROW &amp; RETAIN</a:t>
            </a:r>
          </a:p>
        </p:txBody>
      </p:sp>
      <p:sp>
        <p:nvSpPr>
          <p:cNvPr id="4" name="TextBox 3"/>
          <p:cNvSpPr txBox="1"/>
          <p:nvPr/>
        </p:nvSpPr>
        <p:spPr>
          <a:xfrm>
            <a:off x="1133856" y="7086600"/>
            <a:ext cx="16020288" cy="731520"/>
          </a:xfrm>
          <a:prstGeom prst="rect">
            <a:avLst/>
          </a:prstGeom>
          <a:noFill/>
        </p:spPr>
        <p:txBody>
          <a:bodyPr wrap="square" lIns="0" tIns="0" rIns="0" bIns="0" anchor="t">
            <a:spAutoFit/>
          </a:bodyPr>
          <a:lstStyle/>
          <a:p>
            <a:pPr algn="ctr"/>
            <a:r>
              <a:rPr sz="2800" b="0" i="0">
                <a:solidFill>
                  <a:srgbClr val="FFFFFF"/>
                </a:solidFill>
                <a:latin typeface="Salesforce Sans"/>
              </a:rPr>
              <a:t>Grow the household plan and keep it through every season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Upsell &amp; upgrade on the visit</a:t>
            </a:r>
          </a:p>
        </p:txBody>
      </p:sp>
      <p:sp>
        <p:nvSpPr>
          <p:cNvPr id="4" name="Subtitle 3"/>
          <p:cNvSpPr>
            <a:spLocks noGrp="1"/>
          </p:cNvSpPr>
          <p:nvPr>
            <p:ph type="subTitle" idx="2"/>
          </p:nvPr>
        </p:nvSpPr>
        <p:spPr/>
        <p:txBody>
          <a:bodyPr/>
          <a:lstStyle/>
          <a:p>
            <a:pPr marL="0" indent="0"/>
            <a:r>
              <a:rPr sz="2000">
                <a:solidFill/>
              </a:rPr>
              <a:t>Technician → Michael · Field Service Mobile + Revenue Cloud amendment</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5A1BA9"/>
                </a:solidFill>
                <a:latin typeface="Salesforce Sans"/>
              </a:rPr>
              <a:t>SCENE 8  ·  GROW &amp; RETAIN</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On a monthly visit, the technician logs mud tubes on the foundation: termite activity</a:t>
            </a:r>
          </a:p>
          <a:p>
            <a:pPr marL="274320" indent="-274320" algn="l">
              <a:spcBef>
                <a:spcPts val="900"/>
              </a:spcBef>
              <a:buChar char="•"/>
            </a:pPr>
            <a:r>
              <a:rPr sz="1700" b="0" i="0">
                <a:solidFill>
                  <a:srgbClr val="032D60"/>
                </a:solidFill>
                <a:latin typeface="Salesforce Sans"/>
              </a:rPr>
              <a:t>Change the plan recommends the Termite plan, or an upgrade when a finding calls for one</a:t>
            </a:r>
          </a:p>
          <a:p>
            <a:pPr marL="274320" indent="-274320" algn="l">
              <a:spcBef>
                <a:spcPts val="900"/>
              </a:spcBef>
              <a:buChar char="•"/>
            </a:pPr>
            <a:r>
              <a:rPr sz="1700" b="0" i="0">
                <a:solidFill>
                  <a:srgbClr val="032D60"/>
                </a:solidFill>
                <a:latin typeface="Salesforce Sans"/>
              </a:rPr>
              <a:t>Michael approves on the technician's device</a:t>
            </a:r>
          </a:p>
          <a:p>
            <a:pPr marL="274320" indent="-274320" algn="l">
              <a:spcBef>
                <a:spcPts val="900"/>
              </a:spcBef>
              <a:buChar char="•"/>
            </a:pPr>
            <a:r>
              <a:rPr sz="1700" b="0" i="0">
                <a:solidFill>
                  <a:srgbClr val="032D60"/>
                </a:solidFill>
                <a:latin typeface="Salesforce Sans"/>
              </a:rPr>
              <a:t>Revenue Cloud amends his plan from tomorrow and bills the difference</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surfaces plan changes the notes support, each with its reason; Michael still approves</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The person at the house is the best salesperson the company has.</a:t>
            </a:r>
          </a:p>
        </p:txBody>
      </p:sp>
      <p:sp>
        <p:nvSpPr>
          <p:cNvPr id="13" name="Rounded Rectangle 12"/>
          <p:cNvSpPr/>
          <p:nvPr/>
        </p:nvSpPr>
        <p:spPr>
          <a:xfrm>
            <a:off x="9829800" y="960120"/>
            <a:ext cx="1463040" cy="329184"/>
          </a:xfrm>
          <a:prstGeom prst="roundRect">
            <a:avLst>
              <a:gd name="adj" fmla="val 50000"/>
            </a:avLst>
          </a:prstGeom>
          <a:solidFill>
            <a:srgbClr val="2E844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LIVE</a:t>
            </a:r>
          </a:p>
        </p:txBody>
      </p:sp>
      <p:sp>
        <p:nvSpPr>
          <p:cNvPr id="16" name="TextBox 15"/>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Log the finding in Find &amp; Add</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Change the plan → rules and Einstein picks</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Michael approves on the device</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Amendment → upgrade on his assets + invoice</a:t>
            </a:r>
          </a:p>
        </p:txBody>
      </p:sp>
      <p:pic>
        <p:nvPicPr>
          <p:cNvPr id="25" name="Picture 24" descr="s8-01-expansion-opportunity.png"/>
          <p:cNvPicPr>
            <a:picLocks noChangeAspect="1"/>
          </p:cNvPicPr>
          <p:nvPr/>
        </p:nvPicPr>
        <p:blipFill>
          <a:blip r:embed="rId3"/>
          <a:srcRect/>
          <a:stretch>
            <a:fillRect/>
          </a:stretch>
        </p:blipFill>
        <p:spPr>
          <a:xfrm>
            <a:off x="10330642" y="1554480"/>
            <a:ext cx="6450676" cy="4434840"/>
          </a:xfrm>
          <a:prstGeom prst="rect">
            <a:avLst/>
          </a:prstGeom>
          <a:ln w="9525">
            <a:solidFill>
              <a:srgbClr val="C9C9C9"/>
            </a:solidFill>
          </a:ln>
        </p:spPr>
      </p:pic>
      <p:sp>
        <p:nvSpPr>
          <p:cNvPr id="26" name="Rounded Rectangle 25"/>
          <p:cNvSpPr/>
          <p:nvPr/>
        </p:nvSpPr>
        <p:spPr>
          <a:xfrm>
            <a:off x="11430000" y="960120"/>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a:t>
            </a:r>
          </a:p>
        </p:txBody>
      </p:sp>
      <p:pic>
        <p:nvPicPr>
          <p:cNvPr id="5" name="Picture 4">
            <a:extLst>
              <a:ext uri="{FF2B5EF4-FFF2-40B4-BE49-F238E27FC236}">
                <a16:creationId xmlns:a16="http://schemas.microsoft.com/office/drawing/2014/main" id="{5F454DB5-C223-3EAF-2AF5-6DF1980B8793}"/>
              </a:ext>
            </a:extLst>
          </p:cNvPr>
          <p:cNvPicPr>
            <a:picLocks noChangeAspect="1"/>
          </p:cNvPicPr>
          <p:nvPr/>
        </p:nvPicPr>
        <p:blipFill>
          <a:blip r:embed="rId4"/>
          <a:stretch>
            <a:fillRect/>
          </a:stretch>
        </p:blipFill>
        <p:spPr>
          <a:xfrm>
            <a:off x="11158220" y="2129536"/>
            <a:ext cx="2006600" cy="4216400"/>
          </a:xfrm>
          <a:prstGeom prst="rect">
            <a:avLst/>
          </a:prstGeom>
        </p:spPr>
      </p:pic>
      <p:pic>
        <p:nvPicPr>
          <p:cNvPr id="15" name="Picture 14">
            <a:extLst>
              <a:ext uri="{FF2B5EF4-FFF2-40B4-BE49-F238E27FC236}">
                <a16:creationId xmlns:a16="http://schemas.microsoft.com/office/drawing/2014/main" id="{3C11F7DC-9FF1-D265-CCB4-6509BD94E9D1}"/>
              </a:ext>
            </a:extLst>
          </p:cNvPr>
          <p:cNvPicPr>
            <a:picLocks noChangeAspect="1"/>
          </p:cNvPicPr>
          <p:nvPr/>
        </p:nvPicPr>
        <p:blipFill>
          <a:blip r:embed="rId5"/>
          <a:stretch>
            <a:fillRect/>
          </a:stretch>
        </p:blipFill>
        <p:spPr>
          <a:xfrm>
            <a:off x="13164820" y="2129536"/>
            <a:ext cx="2006600" cy="4216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marL="0" indent="0"/>
            <a:r>
              <a:rPr sz="4000">
                <a:solidFill/>
              </a:rPr>
              <a:t>Pause, resume &amp; renew</a:t>
            </a:r>
          </a:p>
        </p:txBody>
      </p:sp>
      <p:sp>
        <p:nvSpPr>
          <p:cNvPr id="4" name="Subtitle 3"/>
          <p:cNvSpPr>
            <a:spLocks noGrp="1"/>
          </p:cNvSpPr>
          <p:nvPr>
            <p:ph type="subTitle" idx="2"/>
          </p:nvPr>
        </p:nvSpPr>
        <p:spPr/>
        <p:txBody>
          <a:bodyPr/>
          <a:lstStyle/>
          <a:p>
            <a:pPr marL="0" indent="0"/>
            <a:r>
              <a:rPr sz="2000">
                <a:solidFill/>
              </a:rPr>
              <a:t>Billing + Michael · Revenue Cloud subscription lifecycle</a:t>
            </a:r>
          </a:p>
        </p:txBody>
      </p:sp>
      <p:sp>
        <p:nvSpPr>
          <p:cNvPr id="6" name="TextBox 5"/>
          <p:cNvSpPr txBox="1"/>
          <p:nvPr/>
        </p:nvSpPr>
        <p:spPr>
          <a:xfrm>
            <a:off x="859536" y="411480"/>
            <a:ext cx="5486400" cy="365760"/>
          </a:xfrm>
          <a:prstGeom prst="rect">
            <a:avLst/>
          </a:prstGeom>
          <a:noFill/>
        </p:spPr>
        <p:txBody>
          <a:bodyPr wrap="square" lIns="0" tIns="0" rIns="0" bIns="0" anchor="t">
            <a:spAutoFit/>
          </a:bodyPr>
          <a:lstStyle/>
          <a:p>
            <a:pPr algn="l"/>
            <a:r>
              <a:rPr sz="1500" b="1" i="0">
                <a:solidFill>
                  <a:srgbClr val="5A1BA9"/>
                </a:solidFill>
                <a:latin typeface="Salesforce Sans"/>
              </a:rPr>
              <a:t>SCENE 9  ·  GROW &amp; RETAIN</a:t>
            </a:r>
          </a:p>
        </p:txBody>
      </p:sp>
      <p:sp>
        <p:nvSpPr>
          <p:cNvPr id="7" name="TextBox 6"/>
          <p:cNvSpPr txBox="1"/>
          <p:nvPr/>
        </p:nvSpPr>
        <p:spPr>
          <a:xfrm>
            <a:off x="859536" y="3429000"/>
            <a:ext cx="7589520" cy="365760"/>
          </a:xfrm>
          <a:prstGeom prst="rect">
            <a:avLst/>
          </a:prstGeom>
          <a:noFill/>
        </p:spPr>
        <p:txBody>
          <a:bodyPr wrap="square" lIns="0" tIns="0" rIns="0" bIns="0" anchor="t">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lIns="0" tIns="0" rIns="0" bIns="0" anchor="t">
            <a:spAutoFit/>
          </a:bodyPr>
          <a:lstStyle/>
          <a:p>
            <a:pPr marL="274320" indent="-274320" algn="l">
              <a:buChar char="•"/>
            </a:pPr>
            <a:r>
              <a:rPr sz="1700" b="0" i="0">
                <a:solidFill>
                  <a:srgbClr val="032D60"/>
                </a:solidFill>
                <a:latin typeface="Salesforce Sans"/>
              </a:rPr>
              <a:t>Mosquito service pauses in November; visits and billing stop together</a:t>
            </a:r>
          </a:p>
          <a:p>
            <a:pPr marL="274320" indent="-274320" algn="l">
              <a:spcBef>
                <a:spcPts val="900"/>
              </a:spcBef>
              <a:buChar char="•"/>
            </a:pPr>
            <a:r>
              <a:rPr sz="1700" b="0" i="0">
                <a:solidFill>
                  <a:srgbClr val="032D60"/>
                </a:solidFill>
                <a:latin typeface="Salesforce Sans"/>
              </a:rPr>
              <a:t>It resumes automatically in April with no call and no re-sign</a:t>
            </a:r>
          </a:p>
          <a:p>
            <a:pPr marL="274320" indent="-274320" algn="l">
              <a:spcBef>
                <a:spcPts val="900"/>
              </a:spcBef>
              <a:buChar char="•"/>
            </a:pPr>
            <a:r>
              <a:rPr sz="1700" b="0" i="0">
                <a:solidFill>
                  <a:srgbClr val="032D60"/>
                </a:solidFill>
                <a:latin typeface="Salesforce Sans"/>
              </a:rPr>
              <a:t>At the one-year mark, the plan renews with the annual price adjustment</a:t>
            </a:r>
          </a:p>
          <a:p>
            <a:pPr marL="274320" indent="-274320" algn="l">
              <a:spcBef>
                <a:spcPts val="900"/>
              </a:spcBef>
              <a:buChar char="•"/>
            </a:pPr>
            <a:r>
              <a:rPr sz="1700" b="0" i="0">
                <a:solidFill>
                  <a:srgbClr val="032D60"/>
                </a:solidFill>
                <a:latin typeface="Salesforce Sans"/>
              </a:rPr>
              <a:t>One subscription view shows every visit, invoice, and change</a:t>
            </a:r>
          </a:p>
          <a:p>
            <a:pPr marL="274320" indent="-274320" algn="l">
              <a:spcBef>
                <a:spcPts val="900"/>
              </a:spcBef>
              <a:buChar char="•"/>
            </a:pPr>
            <a:r>
              <a:rPr sz="1700" b="1" i="0">
                <a:solidFill>
                  <a:srgbClr val="0B827C"/>
                </a:solidFill>
                <a:latin typeface="Salesforce Sans"/>
              </a:rPr>
              <a:t>Einstein </a:t>
            </a:r>
            <a:r>
              <a:rPr sz="1700" b="0" i="0">
                <a:solidFill>
                  <a:srgbClr val="032D60"/>
                </a:solidFill>
                <a:latin typeface="Salesforce Sans"/>
              </a:rPr>
              <a:t>answers “why is my bill $366?” line by line: plans, initial service, add-ons and tax</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34440" y="7360920"/>
            <a:ext cx="7040880" cy="365760"/>
          </a:xfrm>
          <a:prstGeom prst="rect">
            <a:avLst/>
          </a:prstGeom>
          <a:noFill/>
        </p:spPr>
        <p:txBody>
          <a:bodyPr wrap="square" lIns="0" tIns="0" rIns="0" bIns="0" anchor="t">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lIns="0" tIns="0" rIns="0" bIns="0" anchor="ctr">
            <a:spAutoFit/>
          </a:bodyPr>
          <a:lstStyle/>
          <a:p>
            <a:pPr algn="l"/>
            <a:r>
              <a:rPr sz="2000" b="1" i="0">
                <a:solidFill>
                  <a:srgbClr val="032D60"/>
                </a:solidFill>
                <a:latin typeface="Avant Garde Demi SFDC"/>
              </a:rPr>
              <a:t>Seasonal service without seasonal churn.</a:t>
            </a:r>
          </a:p>
        </p:txBody>
      </p:sp>
      <p:sp>
        <p:nvSpPr>
          <p:cNvPr id="13" name="Rounded Rectangle 12"/>
          <p:cNvSpPr/>
          <p:nvPr/>
        </p:nvSpPr>
        <p:spPr>
          <a:xfrm>
            <a:off x="9829800" y="960120"/>
            <a:ext cx="1463040" cy="329184"/>
          </a:xfrm>
          <a:prstGeom prst="roundRect">
            <a:avLst>
              <a:gd name="adj" fmla="val 50000"/>
            </a:avLst>
          </a:prstGeom>
          <a:solidFill>
            <a:srgbClr val="5C6B7A"/>
          </a:solidFill>
          <a:ln w="12700">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FFFFFF"/>
                </a:solidFill>
                <a:latin typeface="Salesforce Sans"/>
              </a:rPr>
              <a:t>VISION</a:t>
            </a:r>
          </a:p>
        </p:txBody>
      </p:sp>
      <p:sp>
        <p:nvSpPr>
          <p:cNvPr id="16" name="TextBox 15"/>
          <p:cNvSpPr txBox="1"/>
          <p:nvPr/>
        </p:nvSpPr>
        <p:spPr>
          <a:xfrm>
            <a:off x="9829800" y="6263640"/>
            <a:ext cx="7452360" cy="365760"/>
          </a:xfrm>
          <a:prstGeom prst="rect">
            <a:avLst/>
          </a:prstGeom>
          <a:noFill/>
        </p:spPr>
        <p:txBody>
          <a:bodyPr wrap="square" lIns="0" tIns="0" rIns="0" bIns="0" anchor="t">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Open Michael's subscription timeline</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mosquito pause and resume</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termite amendment</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lIns="0" tIns="0" rIns="0" bIns="0" anchor="ctr">
            <a:spAutoFit/>
          </a:bodyPr>
          <a:lstStyle/>
          <a:p>
            <a:pPr algn="l"/>
            <a:r>
              <a:rPr sz="1600" b="0" i="0">
                <a:solidFill>
                  <a:srgbClr val="032D60"/>
                </a:solidFill>
                <a:latin typeface="Salesforce Sans"/>
              </a:rPr>
              <a:t>Show the renewal quote and price adjustment</a:t>
            </a:r>
          </a:p>
        </p:txBody>
      </p:sp>
      <p:sp>
        <p:nvSpPr>
          <p:cNvPr id="26" name="Rounded Rectangle 25"/>
          <p:cNvSpPr/>
          <p:nvPr/>
        </p:nvSpPr>
        <p:spPr>
          <a:xfrm>
            <a:off x="11430000" y="960120"/>
            <a:ext cx="1463040" cy="329184"/>
          </a:xfrm>
          <a:prstGeom prst="roundRect">
            <a:avLst>
              <a:gd name="adj" fmla="val 50000"/>
            </a:avLst>
          </a:prstGeom>
          <a:solidFill>
            <a:srgbClr val="0B827C"/>
          </a:solidFill>
          <a:ln>
            <a:noFill/>
          </a:ln>
          <a:effectLst/>
        </p:spPr>
        <p:txBody>
          <a:bodyPr lIns="45720" tIns="0" rIns="45720" bIns="0" rtlCol="0" anchor="ctr"/>
          <a:lstStyle/>
          <a:p>
            <a:pPr algn="ctr"/>
            <a:r>
              <a:rPr sz="1100" b="1" i="0">
                <a:solidFill>
                  <a:srgbClr val="FFFFFF"/>
                </a:solidFill>
                <a:latin typeface="Salesforce Sans"/>
              </a:rPr>
              <a:t>✧ EINSTEIN LIVE</a:t>
            </a:r>
          </a:p>
        </p:txBody>
      </p:sp>
      <p:pic>
        <p:nvPicPr>
          <p:cNvPr id="5" name="Picture 4">
            <a:extLst>
              <a:ext uri="{FF2B5EF4-FFF2-40B4-BE49-F238E27FC236}">
                <a16:creationId xmlns:a16="http://schemas.microsoft.com/office/drawing/2014/main" id="{4BC3C918-9982-91AF-13AD-177033D45D4C}"/>
              </a:ext>
            </a:extLst>
          </p:cNvPr>
          <p:cNvPicPr>
            <a:picLocks noChangeAspect="1"/>
          </p:cNvPicPr>
          <p:nvPr/>
        </p:nvPicPr>
        <p:blipFill>
          <a:blip r:embed="rId3"/>
          <a:srcRect t="17302"/>
          <a:stretch>
            <a:fillRect/>
          </a:stretch>
        </p:blipFill>
        <p:spPr>
          <a:xfrm>
            <a:off x="9810752" y="1760738"/>
            <a:ext cx="7772400" cy="40314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rPr>
              <a:t>What the audience should walk away with</a:t>
            </a:r>
          </a:p>
        </p:txBody>
      </p:sp>
      <p:sp>
        <p:nvSpPr>
          <p:cNvPr id="3" name="Subtitle 2"/>
          <p:cNvSpPr>
            <a:spLocks noGrp="1"/>
          </p:cNvSpPr>
          <p:nvPr>
            <p:ph type="subTitle" idx="1"/>
          </p:nvPr>
        </p:nvSpPr>
        <p:spPr/>
        <p:txBody>
          <a:bodyPr/>
          <a:lstStyle/>
          <a:p>
            <a:pPr marL="0" indent="0"/>
            <a:r>
              <a:rPr>
                <a:solidFill/>
              </a:rPr>
              <a:t>Three outcomes, one for each stage of the household relationship</a:t>
            </a:r>
          </a:p>
        </p:txBody>
      </p:sp>
      <p:sp>
        <p:nvSpPr>
          <p:cNvPr id="4" name="Rounded Rectangle 3"/>
          <p:cNvSpPr/>
          <p:nvPr/>
        </p:nvSpPr>
        <p:spPr>
          <a:xfrm>
            <a:off x="859536"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225295" y="3291840"/>
            <a:ext cx="731520" cy="7315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Avant Garde Demi SFDC"/>
              </a:rPr>
              <a:t>1</a:t>
            </a:r>
          </a:p>
        </p:txBody>
      </p:sp>
      <p:sp>
        <p:nvSpPr>
          <p:cNvPr id="6" name="TextBox 5"/>
          <p:cNvSpPr txBox="1"/>
          <p:nvPr/>
        </p:nvSpPr>
        <p:spPr>
          <a:xfrm>
            <a:off x="1225295" y="4343400"/>
            <a:ext cx="4517136" cy="1463040"/>
          </a:xfrm>
          <a:prstGeom prst="rect">
            <a:avLst/>
          </a:prstGeom>
          <a:noFill/>
        </p:spPr>
        <p:txBody>
          <a:bodyPr wrap="square" lIns="0" tIns="0" rIns="0" bIns="0" anchor="t">
            <a:spAutoFit/>
          </a:bodyPr>
          <a:lstStyle/>
          <a:p>
            <a:pPr algn="l"/>
            <a:r>
              <a:rPr sz="3000" b="1" i="0">
                <a:solidFill>
                  <a:srgbClr val="032D60"/>
                </a:solidFill>
                <a:latin typeface="Avant Garde Demi SFDC"/>
              </a:rPr>
              <a:t>Close on the first visit</a:t>
            </a:r>
          </a:p>
        </p:txBody>
      </p:sp>
      <p:sp>
        <p:nvSpPr>
          <p:cNvPr id="7" name="TextBox 6"/>
          <p:cNvSpPr txBox="1"/>
          <p:nvPr/>
        </p:nvSpPr>
        <p:spPr>
          <a:xfrm>
            <a:off x="1225295" y="5623560"/>
            <a:ext cx="4517136" cy="2011680"/>
          </a:xfrm>
          <a:prstGeom prst="rect">
            <a:avLst/>
          </a:prstGeom>
          <a:noFill/>
        </p:spPr>
        <p:txBody>
          <a:bodyPr wrap="square" lIns="0" tIns="0" rIns="0" bIns="0" anchor="t">
            <a:spAutoFit/>
          </a:bodyPr>
          <a:lstStyle/>
          <a:p>
            <a:pPr algn="l"/>
            <a:r>
              <a:rPr sz="1900" b="0" i="0">
                <a:solidFill>
                  <a:srgbClr val="032D60"/>
                </a:solidFill>
                <a:latin typeface="Salesforce Sans"/>
              </a:rPr>
              <a:t>Inspect, price, sign, pay, and book the first treatment before leaving the driveway.</a:t>
            </a:r>
          </a:p>
        </p:txBody>
      </p:sp>
      <p:sp>
        <p:nvSpPr>
          <p:cNvPr id="8" name="TextBox 7"/>
          <p:cNvSpPr txBox="1"/>
          <p:nvPr/>
        </p:nvSpPr>
        <p:spPr>
          <a:xfrm>
            <a:off x="1225295" y="8001000"/>
            <a:ext cx="2377440" cy="365760"/>
          </a:xfrm>
          <a:prstGeom prst="rect">
            <a:avLst/>
          </a:prstGeom>
          <a:noFill/>
        </p:spPr>
        <p:txBody>
          <a:bodyPr wrap="square" lIns="0" tIns="0" rIns="0" bIns="0" anchor="ctr">
            <a:spAutoFit/>
          </a:bodyPr>
          <a:lstStyle/>
          <a:p>
            <a:pPr algn="l"/>
            <a:r>
              <a:rPr sz="1400" b="1" i="0">
                <a:solidFill>
                  <a:srgbClr val="066AFE"/>
                </a:solidFill>
                <a:latin typeface="Salesforce Sans"/>
              </a:rPr>
              <a:t>Shown in Scenes 1–3</a:t>
            </a:r>
          </a:p>
        </p:txBody>
      </p:sp>
      <p:sp>
        <p:nvSpPr>
          <p:cNvPr id="9" name="Rounded Rectangle 8"/>
          <p:cNvSpPr/>
          <p:nvPr/>
        </p:nvSpPr>
        <p:spPr>
          <a:xfrm>
            <a:off x="6519672"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885432" y="3291840"/>
            <a:ext cx="731520" cy="73152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Avant Garde Demi SFDC"/>
              </a:rPr>
              <a:t>2</a:t>
            </a:r>
          </a:p>
        </p:txBody>
      </p:sp>
      <p:sp>
        <p:nvSpPr>
          <p:cNvPr id="11" name="TextBox 10"/>
          <p:cNvSpPr txBox="1"/>
          <p:nvPr/>
        </p:nvSpPr>
        <p:spPr>
          <a:xfrm>
            <a:off x="6885432" y="4343400"/>
            <a:ext cx="4517136" cy="1463040"/>
          </a:xfrm>
          <a:prstGeom prst="rect">
            <a:avLst/>
          </a:prstGeom>
          <a:noFill/>
        </p:spPr>
        <p:txBody>
          <a:bodyPr wrap="square" lIns="0" tIns="0" rIns="0" bIns="0" anchor="t">
            <a:spAutoFit/>
          </a:bodyPr>
          <a:lstStyle/>
          <a:p>
            <a:pPr algn="l"/>
            <a:r>
              <a:rPr sz="3000" b="1" i="0">
                <a:solidFill>
                  <a:srgbClr val="032D60"/>
                </a:solidFill>
                <a:latin typeface="Avant Garde Demi SFDC"/>
              </a:rPr>
              <a:t>Every visit is accountable</a:t>
            </a:r>
          </a:p>
        </p:txBody>
      </p:sp>
      <p:sp>
        <p:nvSpPr>
          <p:cNvPr id="12" name="TextBox 11"/>
          <p:cNvSpPr txBox="1"/>
          <p:nvPr/>
        </p:nvSpPr>
        <p:spPr>
          <a:xfrm>
            <a:off x="6885432" y="5623560"/>
            <a:ext cx="4517136" cy="2011680"/>
          </a:xfrm>
          <a:prstGeom prst="rect">
            <a:avLst/>
          </a:prstGeom>
          <a:noFill/>
        </p:spPr>
        <p:txBody>
          <a:bodyPr wrap="square" lIns="0" tIns="0" rIns="0" bIns="0" anchor="t">
            <a:spAutoFit/>
          </a:bodyPr>
          <a:lstStyle/>
          <a:p>
            <a:pPr algn="l"/>
            <a:r>
              <a:rPr sz="1900" b="0" i="0">
                <a:solidFill>
                  <a:srgbClr val="032D60"/>
                </a:solidFill>
                <a:latin typeface="Salesforce Sans"/>
              </a:rPr>
              <a:t>Billing starts with service, visits generate themselves, and the guarantee is enforced by the plan.</a:t>
            </a:r>
          </a:p>
        </p:txBody>
      </p:sp>
      <p:sp>
        <p:nvSpPr>
          <p:cNvPr id="13" name="TextBox 12"/>
          <p:cNvSpPr txBox="1"/>
          <p:nvPr/>
        </p:nvSpPr>
        <p:spPr>
          <a:xfrm>
            <a:off x="6885432" y="8001000"/>
            <a:ext cx="2377440" cy="365760"/>
          </a:xfrm>
          <a:prstGeom prst="rect">
            <a:avLst/>
          </a:prstGeom>
          <a:noFill/>
        </p:spPr>
        <p:txBody>
          <a:bodyPr wrap="square" lIns="0" tIns="0" rIns="0" bIns="0" anchor="ctr">
            <a:spAutoFit/>
          </a:bodyPr>
          <a:lstStyle/>
          <a:p>
            <a:pPr algn="l"/>
            <a:r>
              <a:rPr sz="1400" b="1" i="0">
                <a:solidFill>
                  <a:srgbClr val="032D60"/>
                </a:solidFill>
                <a:latin typeface="Salesforce Sans"/>
              </a:rPr>
              <a:t>Shown in Scenes 4–7</a:t>
            </a:r>
          </a:p>
        </p:txBody>
      </p:sp>
      <p:sp>
        <p:nvSpPr>
          <p:cNvPr id="14" name="Rounded Rectangle 13"/>
          <p:cNvSpPr/>
          <p:nvPr/>
        </p:nvSpPr>
        <p:spPr>
          <a:xfrm>
            <a:off x="12179808"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2545568" y="3291840"/>
            <a:ext cx="731520" cy="73152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Avant Garde Demi SFDC"/>
              </a:rPr>
              <a:t>3</a:t>
            </a:r>
          </a:p>
        </p:txBody>
      </p:sp>
      <p:sp>
        <p:nvSpPr>
          <p:cNvPr id="16" name="TextBox 15"/>
          <p:cNvSpPr txBox="1"/>
          <p:nvPr/>
        </p:nvSpPr>
        <p:spPr>
          <a:xfrm>
            <a:off x="12545568" y="4343400"/>
            <a:ext cx="4517136" cy="1463040"/>
          </a:xfrm>
          <a:prstGeom prst="rect">
            <a:avLst/>
          </a:prstGeom>
          <a:noFill/>
        </p:spPr>
        <p:txBody>
          <a:bodyPr wrap="square" lIns="0" tIns="0" rIns="0" bIns="0" anchor="t">
            <a:spAutoFit/>
          </a:bodyPr>
          <a:lstStyle/>
          <a:p>
            <a:pPr algn="l"/>
            <a:r>
              <a:rPr sz="3000" b="1" i="0">
                <a:solidFill>
                  <a:srgbClr val="032D60"/>
                </a:solidFill>
                <a:latin typeface="Avant Garde Demi SFDC"/>
              </a:rPr>
              <a:t>Grow and keep every household</a:t>
            </a:r>
          </a:p>
        </p:txBody>
      </p:sp>
      <p:sp>
        <p:nvSpPr>
          <p:cNvPr id="17" name="TextBox 16"/>
          <p:cNvSpPr txBox="1"/>
          <p:nvPr/>
        </p:nvSpPr>
        <p:spPr>
          <a:xfrm>
            <a:off x="12545568" y="5623560"/>
            <a:ext cx="4517136" cy="2011680"/>
          </a:xfrm>
          <a:prstGeom prst="rect">
            <a:avLst/>
          </a:prstGeom>
          <a:noFill/>
        </p:spPr>
        <p:txBody>
          <a:bodyPr wrap="square" lIns="0" tIns="0" rIns="0" bIns="0" anchor="t">
            <a:spAutoFit/>
          </a:bodyPr>
          <a:lstStyle/>
          <a:p>
            <a:pPr algn="l"/>
            <a:r>
              <a:rPr sz="1900" b="0" i="0">
                <a:solidFill>
                  <a:srgbClr val="032D60"/>
                </a:solidFill>
                <a:latin typeface="Salesforce Sans"/>
              </a:rPr>
              <a:t>Technicians add services and upgrade plans with evidence, and seasonal plans pause instead of churning.</a:t>
            </a:r>
          </a:p>
        </p:txBody>
      </p:sp>
      <p:sp>
        <p:nvSpPr>
          <p:cNvPr id="18" name="TextBox 17"/>
          <p:cNvSpPr txBox="1"/>
          <p:nvPr/>
        </p:nvSpPr>
        <p:spPr>
          <a:xfrm>
            <a:off x="12545568" y="8001000"/>
            <a:ext cx="2377440" cy="365760"/>
          </a:xfrm>
          <a:prstGeom prst="rect">
            <a:avLst/>
          </a:prstGeom>
          <a:noFill/>
        </p:spPr>
        <p:txBody>
          <a:bodyPr wrap="square" lIns="0" tIns="0" rIns="0" bIns="0" anchor="ctr">
            <a:spAutoFit/>
          </a:bodyPr>
          <a:lstStyle/>
          <a:p>
            <a:pPr algn="l"/>
            <a:r>
              <a:rPr sz="1400" b="1" i="0">
                <a:solidFill>
                  <a:srgbClr val="5A1BA9"/>
                </a:solidFill>
                <a:latin typeface="Salesforce Sans"/>
              </a:rPr>
              <a:t>Shown in Scenes 8–9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a:solidFill/>
              </a:rPr>
              <a:t>Run of show and status</a:t>
            </a:r>
          </a:p>
        </p:txBody>
      </p:sp>
      <p:sp>
        <p:nvSpPr>
          <p:cNvPr id="3" name="Subtitle 2"/>
          <p:cNvSpPr>
            <a:spLocks noGrp="1"/>
          </p:cNvSpPr>
          <p:nvPr>
            <p:ph type="subTitle" idx="1"/>
          </p:nvPr>
        </p:nvSpPr>
        <p:spPr/>
        <p:txBody>
          <a:bodyPr/>
          <a:lstStyle/>
          <a:p>
            <a:pPr marL="0" indent="0"/>
            <a:r>
              <a:rPr>
                <a:solidFill/>
              </a:rPr>
              <a:t>Who drives each scene, timing, and what's live in the demo org today</a:t>
            </a:r>
          </a:p>
        </p:txBody>
      </p:sp>
      <p:graphicFrame>
        <p:nvGraphicFramePr>
          <p:cNvPr id="4" name="Table 3"/>
          <p:cNvGraphicFramePr>
            <a:graphicFrameLocks noGrp="1"/>
          </p:cNvGraphicFramePr>
          <p:nvPr/>
        </p:nvGraphicFramePr>
        <p:xfrm>
          <a:off x="859536" y="2788920"/>
          <a:ext cx="16568928" cy="6035040"/>
        </p:xfrm>
        <a:graphic>
          <a:graphicData uri="http://schemas.openxmlformats.org/drawingml/2006/table">
            <a:tbl>
              <a:tblPr firstRow="1">
                <a:tableStyleId>{5C22544A-7EE6-4342-B048-85BDC9FD1C3A}</a:tableStyleId>
              </a:tblPr>
              <a:tblGrid>
                <a:gridCol w="640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7059168">
                  <a:extLst>
                    <a:ext uri="{9D8B030D-6E8A-4147-A177-3AD203B41FA5}">
                      <a16:colId xmlns:a16="http://schemas.microsoft.com/office/drawing/2014/main" val="20005"/>
                    </a:ext>
                  </a:extLst>
                </a:gridCol>
              </a:tblGrid>
              <a:tr h="548640">
                <a:tc>
                  <a:txBody>
                    <a:bodyPr/>
                    <a:lstStyle/>
                    <a:p>
                      <a:pPr algn="l"/>
                      <a:r>
                        <a:rPr sz="1400" b="1" i="0">
                          <a:solidFill>
                            <a:srgbClr val="FFFFFF"/>
                          </a:solidFill>
                          <a:latin typeface="Salesforce Sans"/>
                        </a:rPr>
                        <a:t>#</a:t>
                      </a:r>
                    </a:p>
                  </a:txBody>
                  <a:tcPr marL="109728" marR="109728" anchor="ctr">
                    <a:solidFill>
                      <a:srgbClr val="032D60"/>
                    </a:solidFill>
                  </a:tcPr>
                </a:tc>
                <a:tc>
                  <a:txBody>
                    <a:bodyPr/>
                    <a:lstStyle/>
                    <a:p>
                      <a:pPr algn="l"/>
                      <a:r>
                        <a:rPr sz="1400" b="1" i="0">
                          <a:solidFill>
                            <a:srgbClr val="FFFFFF"/>
                          </a:solidFill>
                          <a:latin typeface="Salesforce Sans"/>
                        </a:rPr>
                        <a:t>Scene</a:t>
                      </a:r>
                    </a:p>
                  </a:txBody>
                  <a:tcPr marL="109728" marR="109728" anchor="ctr">
                    <a:solidFill>
                      <a:srgbClr val="032D60"/>
                    </a:solidFill>
                  </a:tcPr>
                </a:tc>
                <a:tc>
                  <a:txBody>
                    <a:bodyPr/>
                    <a:lstStyle/>
                    <a:p>
                      <a:pPr algn="l"/>
                      <a:r>
                        <a:rPr sz="1400" b="1" i="0">
                          <a:solidFill>
                            <a:srgbClr val="FFFFFF"/>
                          </a:solidFill>
                          <a:latin typeface="Salesforce Sans"/>
                        </a:rPr>
                        <a:t>Persona</a:t>
                      </a:r>
                    </a:p>
                  </a:txBody>
                  <a:tcPr marL="109728" marR="109728" anchor="ctr">
                    <a:solidFill>
                      <a:srgbClr val="032D60"/>
                    </a:solidFill>
                  </a:tcPr>
                </a:tc>
                <a:tc>
                  <a:txBody>
                    <a:bodyPr/>
                    <a:lstStyle/>
                    <a:p>
                      <a:pPr algn="l"/>
                      <a:r>
                        <a:rPr sz="1400" b="1" i="0">
                          <a:solidFill>
                            <a:srgbClr val="FFFFFF"/>
                          </a:solidFill>
                          <a:latin typeface="Salesforce Sans"/>
                        </a:rPr>
                        <a:t>Min</a:t>
                      </a:r>
                    </a:p>
                  </a:txBody>
                  <a:tcPr marL="109728" marR="109728" anchor="ctr">
                    <a:solidFill>
                      <a:srgbClr val="032D60"/>
                    </a:solidFill>
                  </a:tcPr>
                </a:tc>
                <a:tc>
                  <a:txBody>
                    <a:bodyPr/>
                    <a:lstStyle/>
                    <a:p>
                      <a:pPr algn="l"/>
                      <a:r>
                        <a:rPr sz="1400" b="1" i="0">
                          <a:solidFill>
                            <a:srgbClr val="FFFFFF"/>
                          </a:solidFill>
                          <a:latin typeface="Salesforce Sans"/>
                        </a:rPr>
                        <a:t>Package · AI</a:t>
                      </a:r>
                    </a:p>
                  </a:txBody>
                  <a:tcPr marL="109728" marR="109728" anchor="ctr">
                    <a:solidFill>
                      <a:srgbClr val="032D60"/>
                    </a:solidFill>
                  </a:tcPr>
                </a:tc>
                <a:tc>
                  <a:txBody>
                    <a:bodyPr/>
                    <a:lstStyle/>
                    <a:p>
                      <a:pPr algn="l"/>
                      <a:r>
                        <a:rPr sz="1400" b="1" i="0">
                          <a:solidFill>
                            <a:srgbClr val="FFFFFF"/>
                          </a:solidFill>
                          <a:latin typeface="Salesforce Sans"/>
                        </a:rPr>
                        <a:t>Status today</a:t>
                      </a:r>
                    </a:p>
                  </a:txBody>
                  <a:tcPr marL="109728" marR="109728" anchor="ctr">
                    <a:solidFill>
                      <a:srgbClr val="032D60"/>
                    </a:solidFill>
                  </a:tcPr>
                </a:tc>
                <a:extLst>
                  <a:ext uri="{0D108BD9-81ED-4DB2-BD59-A6C34878D82A}">
                    <a16:rowId xmlns:a16="http://schemas.microsoft.com/office/drawing/2014/main" val="10000"/>
                  </a:ext>
                </a:extLst>
              </a:tr>
              <a:tr h="548640">
                <a:tc>
                  <a:txBody>
                    <a:bodyPr/>
                    <a:lstStyle/>
                    <a:p>
                      <a:pPr algn="ctr"/>
                      <a:r>
                        <a:rPr sz="1400" b="1" i="0">
                          <a:solidFill>
                            <a:srgbClr val="066AFE"/>
                          </a:solidFill>
                          <a:latin typeface="Salesforce Sans"/>
                        </a:rPr>
                        <a:t>1</a:t>
                      </a:r>
                    </a:p>
                  </a:txBody>
                  <a:tcPr marL="109728" marR="109728" anchor="ctr">
                    <a:solidFill>
                      <a:srgbClr val="FFFFFF"/>
                    </a:solidFill>
                  </a:tcPr>
                </a:tc>
                <a:tc>
                  <a:txBody>
                    <a:bodyPr/>
                    <a:lstStyle/>
                    <a:p>
                      <a:pPr algn="l"/>
                      <a:r>
                        <a:rPr sz="1400" b="1" i="0">
                          <a:solidFill>
                            <a:srgbClr val="032D60"/>
                          </a:solidFill>
                          <a:latin typeface="Salesforce Sans"/>
                        </a:rPr>
                        <a:t>Plan the day</a:t>
                      </a:r>
                    </a:p>
                  </a:txBody>
                  <a:tcPr marL="109728" marR="109728" anchor="ctr">
                    <a:solidFill>
                      <a:srgbClr val="FFFFFF"/>
                    </a:solidFill>
                  </a:tcPr>
                </a:tc>
                <a:tc>
                  <a:txBody>
                    <a:bodyPr/>
                    <a:lstStyle/>
                    <a:p>
                      <a:pPr algn="l"/>
                      <a:r>
                        <a:rPr sz="1400" b="0" i="0">
                          <a:solidFill>
                            <a:srgbClr val="032D60"/>
                          </a:solidFill>
                          <a:latin typeface="Salesforce Sans"/>
                        </a:rPr>
                        <a:t>Sales Rep</a:t>
                      </a:r>
                    </a:p>
                  </a:txBody>
                  <a:tcPr marL="109728" marR="109728" anchor="ctr">
                    <a:solidFill>
                      <a:srgbClr val="FFFFFF"/>
                    </a:solidFill>
                  </a:tcPr>
                </a:tc>
                <a:tc>
                  <a:txBody>
                    <a:bodyPr/>
                    <a:lstStyle/>
                    <a:p>
                      <a:pPr algn="ctr"/>
                      <a:r>
                        <a:rPr sz="1400" b="0" i="0">
                          <a:solidFill>
                            <a:srgbClr val="032D60"/>
                          </a:solidFill>
                          <a:latin typeface="Salesforce Sans"/>
                        </a:rPr>
                        <a:t>1</a:t>
                      </a:r>
                    </a:p>
                  </a:txBody>
                  <a:tcPr marL="109728" marR="109728" anchor="ctr">
                    <a:solidFill>
                      <a:srgbClr val="FFFFFF"/>
                    </a:solidFill>
                  </a:tcPr>
                </a:tc>
                <a:tc>
                  <a:txBody>
                    <a:bodyPr/>
                    <a:lstStyle/>
                    <a:p>
                      <a:pPr algn="l"/>
                      <a:r>
                        <a:rPr sz="1200" b="1" i="0">
                          <a:solidFill>
                            <a:srgbClr val="0B827C"/>
                          </a:solidFill>
                          <a:latin typeface="Salesforce Sans"/>
                        </a:rPr>
                        <a:t>✧ Einstein</a:t>
                      </a:r>
                    </a:p>
                  </a:txBody>
                  <a:tcPr marL="109728" marR="109728" anchor="ctr">
                    <a:solidFill>
                      <a:srgbClr val="FFFFFF"/>
                    </a:solidFill>
                  </a:tcPr>
                </a:tc>
                <a:tc>
                  <a:txBody>
                    <a:bodyPr/>
                    <a:lstStyle/>
                    <a:p>
                      <a:pPr algn="l"/>
                      <a:r>
                        <a:rPr sz="1200" b="0" i="0">
                          <a:solidFill>
                            <a:srgbClr val="5A6B85"/>
                          </a:solidFill>
                          <a:latin typeface="Salesforce Sans"/>
                        </a:rPr>
                        <a:t>Partly live: inspection appointment on the schedule. Vision: web lead, route map</a:t>
                      </a:r>
                      <a:r>
                        <a:rPr sz="1200">
                          <a:solidFill>
                            <a:srgbClr val="0B827C"/>
                          </a:solidFill>
                          <a:latin typeface="Salesforce Sans"/>
                        </a:rPr>
                        <a:t> · Einstein: visit brief</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pPr algn="ctr"/>
                      <a:r>
                        <a:rPr sz="1400" b="1" i="0">
                          <a:solidFill>
                            <a:srgbClr val="066AFE"/>
                          </a:solidFill>
                          <a:latin typeface="Salesforce Sans"/>
                        </a:rPr>
                        <a:t>2</a:t>
                      </a:r>
                    </a:p>
                  </a:txBody>
                  <a:tcPr marL="109728" marR="109728" anchor="ctr">
                    <a:solidFill>
                      <a:srgbClr val="EAF5FE"/>
                    </a:solidFill>
                  </a:tcPr>
                </a:tc>
                <a:tc>
                  <a:txBody>
                    <a:bodyPr/>
                    <a:lstStyle/>
                    <a:p>
                      <a:pPr algn="l"/>
                      <a:r>
                        <a:rPr sz="1400" b="1" i="0">
                          <a:solidFill>
                            <a:srgbClr val="032D60"/>
                          </a:solidFill>
                          <a:latin typeface="Salesforce Sans"/>
                        </a:rPr>
                        <a:t>Inspect &amp; quote on the tablet</a:t>
                      </a:r>
                    </a:p>
                  </a:txBody>
                  <a:tcPr marL="109728" marR="109728" anchor="ctr">
                    <a:solidFill>
                      <a:srgbClr val="EAF5FE"/>
                    </a:solidFill>
                  </a:tcPr>
                </a:tc>
                <a:tc>
                  <a:txBody>
                    <a:bodyPr/>
                    <a:lstStyle/>
                    <a:p>
                      <a:pPr algn="l"/>
                      <a:r>
                        <a:rPr sz="1400" b="0" i="0">
                          <a:solidFill>
                            <a:srgbClr val="032D60"/>
                          </a:solidFill>
                          <a:latin typeface="Salesforce Sans"/>
                        </a:rPr>
                        <a:t>Sales Rep</a:t>
                      </a:r>
                    </a:p>
                  </a:txBody>
                  <a:tcPr marL="109728" marR="109728" anchor="ctr">
                    <a:solidFill>
                      <a:srgbClr val="EAF5FE"/>
                    </a:solidFill>
                  </a:tcPr>
                </a:tc>
                <a:tc>
                  <a:txBody>
                    <a:bodyPr/>
                    <a:lstStyle/>
                    <a:p>
                      <a:pPr algn="ctr"/>
                      <a:r>
                        <a:rPr sz="1400" b="0" i="0">
                          <a:solidFill>
                            <a:srgbClr val="032D60"/>
                          </a:solidFill>
                          <a:latin typeface="Salesforce Sans"/>
                        </a:rPr>
                        <a:t>2.5</a:t>
                      </a:r>
                    </a:p>
                  </a:txBody>
                  <a:tcPr marL="109728" marR="109728" anchor="ctr">
                    <a:solidFill>
                      <a:srgbClr val="EAF5FE"/>
                    </a:solidFill>
                  </a:tcPr>
                </a:tc>
                <a:tc>
                  <a:txBody>
                    <a:bodyPr/>
                    <a:lstStyle/>
                    <a:p>
                      <a:pPr algn="l"/>
                      <a:r>
                        <a:rPr sz="1200" b="1" i="0">
                          <a:solidFill>
                            <a:srgbClr val="0B827C"/>
                          </a:solidFill>
                          <a:latin typeface="Salesforce Sans"/>
                        </a:rPr>
                        <a:t>✧ Einstein</a:t>
                      </a:r>
                    </a:p>
                  </a:txBody>
                  <a:tcPr marL="109728" marR="109728" anchor="ctr">
                    <a:solidFill>
                      <a:srgbClr val="EAF5FE"/>
                    </a:solidFill>
                  </a:tcPr>
                </a:tc>
                <a:tc>
                  <a:txBody>
                    <a:bodyPr/>
                    <a:lstStyle/>
                    <a:p>
                      <a:pPr algn="l"/>
                      <a:r>
                        <a:rPr sz="1200" b="0" i="0">
                          <a:solidFill>
                            <a:srgbClr val="5A6B85"/>
                          </a:solidFill>
                          <a:latin typeface="Salesforce Sans"/>
                        </a:rPr>
                        <a:t>Live: property walk, findings and photos, recommended plan, zone and attribute pricing</a:t>
                      </a:r>
                      <a:r>
                        <a:rPr sz="1200">
                          <a:solidFill>
                            <a:srgbClr val="0B827C"/>
                          </a:solidFill>
                          <a:latin typeface="Salesforce Sans"/>
                        </a:rPr>
                        <a:t> · Einstein: findings from photos and notes</a:t>
                      </a:r>
                    </a:p>
                  </a:txBody>
                  <a:tcPr marL="109728" marR="109728" anchor="ctr">
                    <a:solidFill>
                      <a:srgbClr val="EAF5FE"/>
                    </a:solidFill>
                  </a:tcPr>
                </a:tc>
                <a:extLst>
                  <a:ext uri="{0D108BD9-81ED-4DB2-BD59-A6C34878D82A}">
                    <a16:rowId xmlns:a16="http://schemas.microsoft.com/office/drawing/2014/main" val="10002"/>
                  </a:ext>
                </a:extLst>
              </a:tr>
              <a:tr h="548640">
                <a:tc>
                  <a:txBody>
                    <a:bodyPr/>
                    <a:lstStyle/>
                    <a:p>
                      <a:pPr algn="ctr"/>
                      <a:r>
                        <a:rPr sz="1400" b="1" i="0">
                          <a:solidFill>
                            <a:srgbClr val="066AFE"/>
                          </a:solidFill>
                          <a:latin typeface="Salesforce Sans"/>
                        </a:rPr>
                        <a:t>3</a:t>
                      </a:r>
                    </a:p>
                  </a:txBody>
                  <a:tcPr marL="109728" marR="109728" anchor="ctr">
                    <a:solidFill>
                      <a:srgbClr val="FFFFFF"/>
                    </a:solidFill>
                  </a:tcPr>
                </a:tc>
                <a:tc>
                  <a:txBody>
                    <a:bodyPr/>
                    <a:lstStyle/>
                    <a:p>
                      <a:pPr algn="l"/>
                      <a:r>
                        <a:rPr sz="1400" b="1" i="0">
                          <a:solidFill>
                            <a:srgbClr val="032D60"/>
                          </a:solidFill>
                          <a:latin typeface="Salesforce Sans"/>
                        </a:rPr>
                        <a:t>Sign &amp; pay at the door</a:t>
                      </a:r>
                    </a:p>
                  </a:txBody>
                  <a:tcPr marL="109728" marR="109728" anchor="ctr">
                    <a:solidFill>
                      <a:srgbClr val="FFFFFF"/>
                    </a:solidFill>
                  </a:tcPr>
                </a:tc>
                <a:tc>
                  <a:txBody>
                    <a:bodyPr/>
                    <a:lstStyle/>
                    <a:p>
                      <a:pPr algn="l"/>
                      <a:r>
                        <a:rPr sz="1400" b="0" i="0">
                          <a:solidFill>
                            <a:srgbClr val="032D60"/>
                          </a:solidFill>
                          <a:latin typeface="Salesforce Sans"/>
                        </a:rPr>
                        <a:t>Sales Rep + Michael</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0B827C"/>
                          </a:solidFill>
                          <a:latin typeface="Salesforce Sans"/>
                        </a:rPr>
                        <a:t>✧ Einstein</a:t>
                      </a:r>
                    </a:p>
                  </a:txBody>
                  <a:tcPr marL="109728" marR="109728" anchor="ctr">
                    <a:solidFill>
                      <a:srgbClr val="FFFFFF"/>
                    </a:solidFill>
                  </a:tcPr>
                </a:tc>
                <a:tc>
                  <a:txBody>
                    <a:bodyPr/>
                    <a:lstStyle/>
                    <a:p>
                      <a:pPr algn="l"/>
                      <a:r>
                        <a:rPr sz="1200" b="0" i="0">
                          <a:solidFill>
                            <a:srgbClr val="5A6B85"/>
                          </a:solidFill>
                          <a:latin typeface="Salesforce Sans"/>
                        </a:rPr>
                        <a:t>Live: proposal PDF, Sign &amp; Pay, order activation, first-treatment booking</a:t>
                      </a:r>
                      <a:r>
                        <a:rPr sz="1200">
                          <a:solidFill>
                            <a:srgbClr val="0B827C"/>
                          </a:solidFill>
                          <a:latin typeface="Salesforce Sans"/>
                        </a:rPr>
                        <a:t> · Einstein: why this plan</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pPr algn="ctr"/>
                      <a:r>
                        <a:rPr sz="1400" b="1" i="0">
                          <a:solidFill>
                            <a:srgbClr val="022AC0"/>
                          </a:solidFill>
                          <a:latin typeface="Salesforce Sans"/>
                        </a:rPr>
                        <a:t>4</a:t>
                      </a:r>
                    </a:p>
                  </a:txBody>
                  <a:tcPr marL="109728" marR="109728" anchor="ctr">
                    <a:solidFill>
                      <a:srgbClr val="EAF5FE"/>
                    </a:solidFill>
                  </a:tcPr>
                </a:tc>
                <a:tc>
                  <a:txBody>
                    <a:bodyPr/>
                    <a:lstStyle/>
                    <a:p>
                      <a:pPr algn="l"/>
                      <a:r>
                        <a:rPr sz="1400" b="1" i="0">
                          <a:solidFill>
                            <a:srgbClr val="032D60"/>
                          </a:solidFill>
                          <a:latin typeface="Salesforce Sans"/>
                        </a:rPr>
                        <a:t>The plan builds itself</a:t>
                      </a:r>
                    </a:p>
                  </a:txBody>
                  <a:tcPr marL="109728" marR="109728" anchor="ctr">
                    <a:solidFill>
                      <a:srgbClr val="EAF5FE"/>
                    </a:solidFill>
                  </a:tcPr>
                </a:tc>
                <a:tc>
                  <a:txBody>
                    <a:bodyPr/>
                    <a:lstStyle/>
                    <a:p>
                      <a:pPr algn="l"/>
                      <a:r>
                        <a:rPr sz="1400" b="0" i="0">
                          <a:solidFill>
                            <a:srgbClr val="032D60"/>
                          </a:solidFill>
                          <a:latin typeface="Salesforce Sans"/>
                        </a:rPr>
                        <a:t>Operations</a:t>
                      </a:r>
                    </a:p>
                  </a:txBody>
                  <a:tcPr marL="109728" marR="109728" anchor="ctr">
                    <a:solidFill>
                      <a:srgbClr val="EAF5FE"/>
                    </a:solidFill>
                  </a:tcPr>
                </a:tc>
                <a:tc>
                  <a:txBody>
                    <a:bodyPr/>
                    <a:lstStyle/>
                    <a:p>
                      <a:pPr algn="ctr"/>
                      <a:r>
                        <a:rPr sz="1400" b="0" i="0">
                          <a:solidFill>
                            <a:srgbClr val="032D60"/>
                          </a:solidFill>
                          <a:latin typeface="Salesforce Sans"/>
                        </a:rPr>
                        <a:t>1.5</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Live: orchestration creates the treatment work order; milestone billing</a:t>
                      </a:r>
                    </a:p>
                  </a:txBody>
                  <a:tcPr marL="109728" marR="109728" anchor="ctr">
                    <a:solidFill>
                      <a:srgbClr val="EAF5FE"/>
                    </a:solidFill>
                  </a:tcPr>
                </a:tc>
                <a:extLst>
                  <a:ext uri="{0D108BD9-81ED-4DB2-BD59-A6C34878D82A}">
                    <a16:rowId xmlns:a16="http://schemas.microsoft.com/office/drawing/2014/main" val="10004"/>
                  </a:ext>
                </a:extLst>
              </a:tr>
              <a:tr h="548640">
                <a:tc>
                  <a:txBody>
                    <a:bodyPr/>
                    <a:lstStyle/>
                    <a:p>
                      <a:pPr algn="ctr"/>
                      <a:r>
                        <a:rPr sz="1400" b="1" i="0">
                          <a:solidFill>
                            <a:srgbClr val="032D60"/>
                          </a:solidFill>
                          <a:latin typeface="Salesforce Sans"/>
                        </a:rPr>
                        <a:t>5</a:t>
                      </a:r>
                    </a:p>
                  </a:txBody>
                  <a:tcPr marL="109728" marR="109728" anchor="ctr">
                    <a:solidFill>
                      <a:srgbClr val="FFFFFF"/>
                    </a:solidFill>
                  </a:tcPr>
                </a:tc>
                <a:tc>
                  <a:txBody>
                    <a:bodyPr/>
                    <a:lstStyle/>
                    <a:p>
                      <a:pPr algn="l"/>
                      <a:r>
                        <a:rPr sz="1400" b="1" i="0">
                          <a:solidFill>
                            <a:srgbClr val="032D60"/>
                          </a:solidFill>
                          <a:latin typeface="Salesforce Sans"/>
                        </a:rPr>
                        <a:t>First treatment starts billing</a:t>
                      </a:r>
                    </a:p>
                  </a:txBody>
                  <a:tcPr marL="109728" marR="109728" anchor="ctr">
                    <a:solidFill>
                      <a:srgbClr val="FFFFFF"/>
                    </a:solidFill>
                  </a:tcPr>
                </a:tc>
                <a:tc>
                  <a:txBody>
                    <a:bodyPr/>
                    <a:lstStyle/>
                    <a:p>
                      <a:pPr algn="l"/>
                      <a:r>
                        <a:rPr sz="1400" b="0" i="0">
                          <a:solidFill>
                            <a:srgbClr val="032D60"/>
                          </a:solidFill>
                          <a:latin typeface="Salesforce Sans"/>
                        </a:rPr>
                        <a:t>Technician</a:t>
                      </a:r>
                    </a:p>
                  </a:txBody>
                  <a:tcPr marL="109728" marR="109728" anchor="ctr">
                    <a:solidFill>
                      <a:srgbClr val="FFFFFF"/>
                    </a:solidFill>
                  </a:tcPr>
                </a:tc>
                <a:tc>
                  <a:txBody>
                    <a:bodyPr/>
                    <a:lstStyle/>
                    <a:p>
                      <a:pPr algn="ctr"/>
                      <a:r>
                        <a:rPr sz="1400" b="0" i="0">
                          <a:solidFill>
                            <a:srgbClr val="032D60"/>
                          </a:solidFill>
                          <a:latin typeface="Salesforce Sans"/>
                        </a:rPr>
                        <a:t>2.5</a:t>
                      </a:r>
                    </a:p>
                  </a:txBody>
                  <a:tcPr marL="109728" marR="109728" anchor="ctr">
                    <a:solidFill>
                      <a:srgbClr val="FFFFFF"/>
                    </a:solidFill>
                  </a:tcPr>
                </a:tc>
                <a:tc>
                  <a:txBody>
                    <a:bodyPr/>
                    <a:lstStyle/>
                    <a:p>
                      <a:pPr algn="l"/>
                      <a:r>
                        <a:rPr sz="1200" b="1" i="0">
                          <a:solidFill>
                            <a:srgbClr val="6B2BD9"/>
                          </a:solidFill>
                          <a:latin typeface="Salesforce Sans"/>
                        </a:rPr>
                        <a:t>✦ Enhances</a:t>
                      </a:r>
                    </a:p>
                    <a:p>
                      <a:pPr algn="l"/>
                      <a:r>
                        <a:rPr sz="1200" b="1" i="0">
                          <a:solidFill>
                            <a:srgbClr val="0B827C"/>
                          </a:solidFill>
                          <a:latin typeface="Salesforce Sans"/>
                        </a:rPr>
                        <a:t>✧ Einstein</a:t>
                      </a:r>
                    </a:p>
                  </a:txBody>
                  <a:tcPr marL="109728" marR="109728" anchor="ctr">
                    <a:solidFill>
                      <a:srgbClr val="FFFFFF"/>
                    </a:solidFill>
                  </a:tcPr>
                </a:tc>
                <a:tc>
                  <a:txBody>
                    <a:bodyPr/>
                    <a:lstStyle/>
                    <a:p>
                      <a:pPr algn="l"/>
                      <a:r>
                        <a:rPr sz="1200" b="0" i="0">
                          <a:solidFill>
                            <a:srgbClr val="5A6B85"/>
                          </a:solidFill>
                          <a:latin typeface="Salesforce Sans"/>
                        </a:rPr>
                        <a:t>Live: treatment checklist, Find &amp; Add, completion posts invoices</a:t>
                      </a:r>
                      <a:r>
                        <a:rPr sz="1200">
                          <a:solidFill>
                            <a:srgbClr val="0B827C"/>
                          </a:solidFill>
                          <a:latin typeface="Salesforce Sans"/>
                        </a:rPr>
                        <a:t> · Einstein: add-on picks, visit summary</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pPr algn="ctr"/>
                      <a:r>
                        <a:rPr sz="1400" b="1" i="0">
                          <a:solidFill>
                            <a:srgbClr val="032D60"/>
                          </a:solidFill>
                          <a:latin typeface="Salesforce Sans"/>
                        </a:rPr>
                        <a:t>6</a:t>
                      </a:r>
                    </a:p>
                  </a:txBody>
                  <a:tcPr marL="109728" marR="109728" anchor="ctr">
                    <a:solidFill>
                      <a:srgbClr val="EAF5FE"/>
                    </a:solidFill>
                  </a:tcPr>
                </a:tc>
                <a:tc>
                  <a:txBody>
                    <a:bodyPr/>
                    <a:lstStyle/>
                    <a:p>
                      <a:pPr algn="l"/>
                      <a:r>
                        <a:rPr sz="1400" b="1" i="0">
                          <a:solidFill>
                            <a:srgbClr val="032D60"/>
                          </a:solidFill>
                          <a:latin typeface="Salesforce Sans"/>
                        </a:rPr>
                        <a:t>Recurring visits run themselves</a:t>
                      </a:r>
                    </a:p>
                  </a:txBody>
                  <a:tcPr marL="109728" marR="109728" anchor="ctr">
                    <a:solidFill>
                      <a:srgbClr val="EAF5FE"/>
                    </a:solidFill>
                  </a:tcPr>
                </a:tc>
                <a:tc>
                  <a:txBody>
                    <a:bodyPr/>
                    <a:lstStyle/>
                    <a:p>
                      <a:pPr algn="l"/>
                      <a:r>
                        <a:rPr sz="1400" b="0" i="0">
                          <a:solidFill>
                            <a:srgbClr val="032D60"/>
                          </a:solidFill>
                          <a:latin typeface="Salesforce Sans"/>
                        </a:rPr>
                        <a:t>Dispatcher</a:t>
                      </a:r>
                    </a:p>
                  </a:txBody>
                  <a:tcPr marL="109728" marR="109728" anchor="ctr">
                    <a:solidFill>
                      <a:srgbClr val="EAF5FE"/>
                    </a:solidFill>
                  </a:tcPr>
                </a:tc>
                <a:tc>
                  <a:txBody>
                    <a:bodyPr/>
                    <a:lstStyle/>
                    <a:p>
                      <a:pPr algn="ctr"/>
                      <a:r>
                        <a:rPr sz="1400" b="0" i="0">
                          <a:solidFill>
                            <a:srgbClr val="032D60"/>
                          </a:solidFill>
                          <a:latin typeface="Salesforce Sans"/>
                        </a:rPr>
                        <a:t>1</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Partly live: maintenance plan generates monthly visits. Vision: routing, reminders</a:t>
                      </a:r>
                    </a:p>
                  </a:txBody>
                  <a:tcPr marL="109728" marR="109728" anchor="ctr">
                    <a:solidFill>
                      <a:srgbClr val="EAF5FE"/>
                    </a:solidFill>
                  </a:tcPr>
                </a:tc>
                <a:extLst>
                  <a:ext uri="{0D108BD9-81ED-4DB2-BD59-A6C34878D82A}">
                    <a16:rowId xmlns:a16="http://schemas.microsoft.com/office/drawing/2014/main" val="10006"/>
                  </a:ext>
                </a:extLst>
              </a:tr>
              <a:tr h="548640">
                <a:tc>
                  <a:txBody>
                    <a:bodyPr/>
                    <a:lstStyle/>
                    <a:p>
                      <a:pPr algn="ctr"/>
                      <a:r>
                        <a:rPr sz="1400" b="1" i="0">
                          <a:solidFill>
                            <a:srgbClr val="032D60"/>
                          </a:solidFill>
                          <a:latin typeface="Salesforce Sans"/>
                        </a:rPr>
                        <a:t>7</a:t>
                      </a:r>
                    </a:p>
                  </a:txBody>
                  <a:tcPr marL="109728" marR="109728" anchor="ctr">
                    <a:solidFill>
                      <a:srgbClr val="FFFFFF"/>
                    </a:solidFill>
                  </a:tcPr>
                </a:tc>
                <a:tc>
                  <a:txBody>
                    <a:bodyPr/>
                    <a:lstStyle/>
                    <a:p>
                      <a:pPr algn="l"/>
                      <a:r>
                        <a:rPr sz="1400" b="1" i="0">
                          <a:solidFill>
                            <a:srgbClr val="032D60"/>
                          </a:solidFill>
                          <a:latin typeface="Salesforce Sans"/>
                        </a:rPr>
                        <a:t>Re-service with a guarantee check</a:t>
                      </a:r>
                    </a:p>
                  </a:txBody>
                  <a:tcPr marL="109728" marR="109728" anchor="ctr">
                    <a:solidFill>
                      <a:srgbClr val="FFFFFF"/>
                    </a:solidFill>
                  </a:tcPr>
                </a:tc>
                <a:tc>
                  <a:txBody>
                    <a:bodyPr/>
                    <a:lstStyle/>
                    <a:p>
                      <a:pPr algn="l"/>
                      <a:r>
                        <a:rPr sz="1400" b="0" i="0">
                          <a:solidFill>
                            <a:srgbClr val="032D60"/>
                          </a:solidFill>
                          <a:latin typeface="Salesforce Sans"/>
                        </a:rPr>
                        <a:t>Customer Care + Technician</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6B2BD9"/>
                          </a:solidFill>
                          <a:latin typeface="Salesforce Sans"/>
                        </a:rPr>
                        <a:t>✦ Enhances</a:t>
                      </a:r>
                    </a:p>
                  </a:txBody>
                  <a:tcPr marL="109728" marR="109728" anchor="ctr">
                    <a:solidFill>
                      <a:srgbClr val="FFFFFF"/>
                    </a:solidFill>
                  </a:tcPr>
                </a:tc>
                <a:tc>
                  <a:txBody>
                    <a:bodyPr/>
                    <a:lstStyle/>
                    <a:p>
                      <a:pPr algn="l"/>
                      <a:r>
                        <a:rPr sz="1200" b="0" i="0">
                          <a:solidFill>
                            <a:srgbClr val="5A6B85"/>
                          </a:solidFill>
                          <a:latin typeface="Salesforce Sans"/>
                        </a:rPr>
                        <a:t>Live: coverage check; free or priced re-service with invoice</a:t>
                      </a:r>
                    </a:p>
                  </a:txBody>
                  <a:tcPr marL="109728" marR="109728" anchor="ctr">
                    <a:solidFill>
                      <a:srgbClr val="FFFFFF"/>
                    </a:solidFill>
                  </a:tcPr>
                </a:tc>
                <a:extLst>
                  <a:ext uri="{0D108BD9-81ED-4DB2-BD59-A6C34878D82A}">
                    <a16:rowId xmlns:a16="http://schemas.microsoft.com/office/drawing/2014/main" val="10007"/>
                  </a:ext>
                </a:extLst>
              </a:tr>
              <a:tr h="548640">
                <a:tc>
                  <a:txBody>
                    <a:bodyPr/>
                    <a:lstStyle/>
                    <a:p>
                      <a:pPr algn="ctr"/>
                      <a:r>
                        <a:rPr sz="1400" b="1" i="0">
                          <a:solidFill>
                            <a:srgbClr val="5A1BA9"/>
                          </a:solidFill>
                          <a:latin typeface="Salesforce Sans"/>
                        </a:rPr>
                        <a:t>8</a:t>
                      </a:r>
                    </a:p>
                  </a:txBody>
                  <a:tcPr marL="109728" marR="109728" anchor="ctr">
                    <a:solidFill>
                      <a:srgbClr val="EAF5FE"/>
                    </a:solidFill>
                  </a:tcPr>
                </a:tc>
                <a:tc>
                  <a:txBody>
                    <a:bodyPr/>
                    <a:lstStyle/>
                    <a:p>
                      <a:pPr algn="l"/>
                      <a:r>
                        <a:rPr sz="1400" b="1" i="0">
                          <a:solidFill>
                            <a:srgbClr val="032D60"/>
                          </a:solidFill>
                          <a:latin typeface="Salesforce Sans"/>
                        </a:rPr>
                        <a:t>Upsell &amp; upgrade on the visit</a:t>
                      </a:r>
                    </a:p>
                  </a:txBody>
                  <a:tcPr marL="109728" marR="109728" anchor="ctr">
                    <a:solidFill>
                      <a:srgbClr val="EAF5FE"/>
                    </a:solidFill>
                  </a:tcPr>
                </a:tc>
                <a:tc>
                  <a:txBody>
                    <a:bodyPr/>
                    <a:lstStyle/>
                    <a:p>
                      <a:pPr algn="l"/>
                      <a:r>
                        <a:rPr sz="1400" b="0" i="0">
                          <a:solidFill>
                            <a:srgbClr val="032D60"/>
                          </a:solidFill>
                          <a:latin typeface="Salesforce Sans"/>
                        </a:rPr>
                        <a:t>Technician → Michael</a:t>
                      </a:r>
                    </a:p>
                  </a:txBody>
                  <a:tcPr marL="109728" marR="109728" anchor="ctr">
                    <a:solidFill>
                      <a:srgbClr val="EAF5FE"/>
                    </a:solidFill>
                  </a:tcPr>
                </a:tc>
                <a:tc>
                  <a:txBody>
                    <a:bodyPr/>
                    <a:lstStyle/>
                    <a:p>
                      <a:pPr algn="ctr"/>
                      <a:r>
                        <a:rPr sz="1400" b="0" i="0">
                          <a:solidFill>
                            <a:srgbClr val="032D60"/>
                          </a:solidFill>
                          <a:latin typeface="Salesforce Sans"/>
                        </a:rPr>
                        <a:t>2.5</a:t>
                      </a:r>
                    </a:p>
                  </a:txBody>
                  <a:tcPr marL="109728" marR="109728" anchor="ctr">
                    <a:solidFill>
                      <a:srgbClr val="EAF5FE"/>
                    </a:solidFill>
                  </a:tcPr>
                </a:tc>
                <a:tc>
                  <a:txBody>
                    <a:bodyPr/>
                    <a:lstStyle/>
                    <a:p>
                      <a:pPr algn="l"/>
                      <a:r>
                        <a:rPr sz="1200" b="1" i="0">
                          <a:solidFill>
                            <a:srgbClr val="0B827C"/>
                          </a:solidFill>
                          <a:latin typeface="Salesforce Sans"/>
                        </a:rPr>
                        <a:t>✧ Einstein</a:t>
                      </a:r>
                    </a:p>
                  </a:txBody>
                  <a:tcPr marL="109728" marR="109728" anchor="ctr">
                    <a:solidFill>
                      <a:srgbClr val="EAF5FE"/>
                    </a:solidFill>
                  </a:tcPr>
                </a:tc>
                <a:tc>
                  <a:txBody>
                    <a:bodyPr/>
                    <a:lstStyle/>
                    <a:p>
                      <a:pPr algn="l"/>
                      <a:r>
                        <a:rPr sz="1200" b="0" i="0">
                          <a:solidFill>
                            <a:srgbClr val="5A6B85"/>
                          </a:solidFill>
                          <a:latin typeface="Salesforce Sans"/>
                        </a:rPr>
                        <a:t>Live: Change the plan; upgrade, downgrade or add on an amendment</a:t>
                      </a:r>
                      <a:r>
                        <a:rPr sz="1200">
                          <a:solidFill>
                            <a:srgbClr val="0B827C"/>
                          </a:solidFill>
                          <a:latin typeface="Salesforce Sans"/>
                        </a:rPr>
                        <a:t> · Einstein: plan picks</a:t>
                      </a:r>
                    </a:p>
                  </a:txBody>
                  <a:tcPr marL="109728" marR="109728" anchor="ctr">
                    <a:solidFill>
                      <a:srgbClr val="EAF5FE"/>
                    </a:solidFill>
                  </a:tcPr>
                </a:tc>
                <a:extLst>
                  <a:ext uri="{0D108BD9-81ED-4DB2-BD59-A6C34878D82A}">
                    <a16:rowId xmlns:a16="http://schemas.microsoft.com/office/drawing/2014/main" val="10008"/>
                  </a:ext>
                </a:extLst>
              </a:tr>
              <a:tr h="548640">
                <a:tc>
                  <a:txBody>
                    <a:bodyPr/>
                    <a:lstStyle/>
                    <a:p>
                      <a:pPr algn="ctr"/>
                      <a:r>
                        <a:rPr sz="1400" b="1" i="0">
                          <a:solidFill>
                            <a:srgbClr val="5A1BA9"/>
                          </a:solidFill>
                          <a:latin typeface="Salesforce Sans"/>
                        </a:rPr>
                        <a:t>9</a:t>
                      </a:r>
                    </a:p>
                  </a:txBody>
                  <a:tcPr marL="109728" marR="109728" anchor="ctr">
                    <a:solidFill>
                      <a:srgbClr val="FFFFFF"/>
                    </a:solidFill>
                  </a:tcPr>
                </a:tc>
                <a:tc>
                  <a:txBody>
                    <a:bodyPr/>
                    <a:lstStyle/>
                    <a:p>
                      <a:pPr algn="l"/>
                      <a:r>
                        <a:rPr sz="1400" b="1" i="0">
                          <a:solidFill>
                            <a:srgbClr val="032D60"/>
                          </a:solidFill>
                          <a:latin typeface="Salesforce Sans"/>
                        </a:rPr>
                        <a:t>Pause, resume &amp; renew</a:t>
                      </a:r>
                    </a:p>
                  </a:txBody>
                  <a:tcPr marL="109728" marR="109728" anchor="ctr">
                    <a:solidFill>
                      <a:srgbClr val="FFFFFF"/>
                    </a:solidFill>
                  </a:tcPr>
                </a:tc>
                <a:tc>
                  <a:txBody>
                    <a:bodyPr/>
                    <a:lstStyle/>
                    <a:p>
                      <a:pPr algn="l"/>
                      <a:r>
                        <a:rPr sz="1400" b="0" i="0">
                          <a:solidFill>
                            <a:srgbClr val="032D60"/>
                          </a:solidFill>
                          <a:latin typeface="Salesforce Sans"/>
                        </a:rPr>
                        <a:t>Billing + Michael</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0B827C"/>
                          </a:solidFill>
                          <a:latin typeface="Salesforce Sans"/>
                        </a:rPr>
                        <a:t>✧ Einstein</a:t>
                      </a:r>
                    </a:p>
                  </a:txBody>
                  <a:tcPr marL="109728" marR="109728" anchor="ctr">
                    <a:solidFill>
                      <a:srgbClr val="FFFFFF"/>
                    </a:solidFill>
                  </a:tcPr>
                </a:tc>
                <a:tc>
                  <a:txBody>
                    <a:bodyPr/>
                    <a:lstStyle/>
                    <a:p>
                      <a:pPr algn="l"/>
                      <a:r>
                        <a:rPr sz="1200" b="0" i="0">
                          <a:solidFill>
                            <a:srgbClr val="5A6B85"/>
                          </a:solidFill>
                          <a:latin typeface="Salesforce Sans"/>
                        </a:rPr>
                        <a:t>Vision: seasonal pause and resume, renewal with uplift, timeline</a:t>
                      </a:r>
                      <a:r>
                        <a:rPr sz="1200">
                          <a:solidFill>
                            <a:srgbClr val="0B827C"/>
                          </a:solidFill>
                          <a:latin typeface="Salesforce Sans"/>
                        </a:rPr>
                        <a:t> · Einstein: billing agent (live)</a:t>
                      </a:r>
                    </a:p>
                  </a:txBody>
                  <a:tcPr marL="109728" marR="109728" anchor="ctr">
                    <a:solidFill>
                      <a:srgbClr val="FFFFFF"/>
                    </a:solidFill>
                  </a:tcPr>
                </a:tc>
                <a:extLst>
                  <a:ext uri="{0D108BD9-81ED-4DB2-BD59-A6C34878D82A}">
                    <a16:rowId xmlns:a16="http://schemas.microsoft.com/office/drawing/2014/main" val="10009"/>
                  </a:ext>
                </a:extLst>
              </a:tr>
              <a:tr h="548640">
                <a:tc>
                  <a:txBody>
                    <a:bodyPr/>
                    <a:lstStyle/>
                    <a:p>
                      <a:pPr algn="l"/>
                      <a:endParaRPr/>
                    </a:p>
                  </a:txBody>
                  <a:tcPr marL="109728" marR="109728" anchor="ctr">
                    <a:solidFill>
                      <a:srgbClr val="EAF5FE"/>
                    </a:solidFill>
                  </a:tcPr>
                </a:tc>
                <a:tc>
                  <a:txBody>
                    <a:bodyPr/>
                    <a:lstStyle/>
                    <a:p>
                      <a:pPr algn="l"/>
                      <a:r>
                        <a:rPr sz="1400" b="1" i="0">
                          <a:solidFill>
                            <a:srgbClr val="032D60"/>
                          </a:solidFill>
                          <a:latin typeface="Salesforce Sans"/>
                        </a:rPr>
                        <a:t>Total</a:t>
                      </a:r>
                    </a:p>
                  </a:txBody>
                  <a:tcPr marL="109728" marR="109728" anchor="ctr">
                    <a:solidFill>
                      <a:srgbClr val="EAF5FE"/>
                    </a:solidFill>
                  </a:tcPr>
                </a:tc>
                <a:tc>
                  <a:txBody>
                    <a:bodyPr/>
                    <a:lstStyle/>
                    <a:p>
                      <a:pPr algn="l"/>
                      <a:endParaRPr/>
                    </a:p>
                  </a:txBody>
                  <a:tcPr marL="109728" marR="109728" anchor="ctr">
                    <a:solidFill>
                      <a:srgbClr val="EAF5FE"/>
                    </a:solidFill>
                  </a:tcPr>
                </a:tc>
                <a:tc>
                  <a:txBody>
                    <a:bodyPr/>
                    <a:lstStyle/>
                    <a:p>
                      <a:pPr algn="ctr"/>
                      <a:r>
                        <a:rPr sz="1400" b="1" i="0">
                          <a:solidFill>
                            <a:srgbClr val="032D60"/>
                          </a:solidFill>
                          <a:latin typeface="Salesforce Sans"/>
                        </a:rPr>
                        <a:t>16.5</a:t>
                      </a:r>
                    </a:p>
                  </a:txBody>
                  <a:tcPr marL="109728" marR="109728" anchor="ctr">
                    <a:solidFill>
                      <a:srgbClr val="EAF5FE"/>
                    </a:solidFill>
                  </a:tcPr>
                </a:tc>
                <a:tc>
                  <a:txBody>
                    <a:bodyPr/>
                    <a:lstStyle/>
                    <a:p>
                      <a:pPr algn="l"/>
                      <a:r>
                        <a:rPr sz="1200" b="1" i="0">
                          <a:solidFill>
                            <a:srgbClr val="6B2BD9"/>
                          </a:solidFill>
                          <a:latin typeface="Salesforce Sans"/>
                        </a:rPr>
                        <a:t>Scenes 4–7</a:t>
                      </a:r>
                    </a:p>
                    <a:p>
                      <a:pPr algn="l"/>
                      <a:r>
                        <a:rPr sz="1200" b="1" i="0">
                          <a:solidFill>
                            <a:srgbClr val="0B827C"/>
                          </a:solidFill>
                          <a:latin typeface="Salesforce Sans"/>
                        </a:rPr>
                        <a:t>✧ 1–3, 5, 8, 9</a:t>
                      </a:r>
                    </a:p>
                  </a:txBody>
                  <a:tcPr marL="109728" marR="109728" anchor="ctr">
                    <a:solidFill>
                      <a:srgbClr val="EAF5FE"/>
                    </a:solidFill>
                  </a:tcPr>
                </a:tc>
                <a:tc>
                  <a:txBody>
                    <a:bodyPr/>
                    <a:lstStyle/>
                    <a:p>
                      <a:pPr algn="l"/>
                      <a:r>
                        <a:rPr sz="1300" b="1" i="0">
                          <a:solidFill>
                            <a:srgbClr val="066AFE"/>
                          </a:solidFill>
                          <a:latin typeface="Salesforce Sans"/>
                        </a:rPr>
                        <a:t>Live: Scenes 2–5, 7, 8 · Partly live: 1, 6 · Vision: 9</a:t>
                      </a:r>
                    </a:p>
                  </a:txBody>
                  <a:tcPr marL="109728" marR="109728" anchor="ctr">
                    <a:solidFill>
                      <a:srgbClr val="EAF5FE"/>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4534</Words>
  <Application>Microsoft Macintosh PowerPoint</Application>
  <PresentationFormat>Custom</PresentationFormat>
  <Paragraphs>492</Paragraphs>
  <Slides>21</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Salesforce Sans</vt:lpstr>
      <vt:lpstr>Avant Garde Demi SFDC</vt:lpstr>
      <vt:lpstr>Arial</vt:lpstr>
      <vt:lpstr>Questrial</vt:lpstr>
      <vt:lpstr>Times</vt:lpstr>
      <vt:lpstr>2026 SF Corporate Template</vt:lpstr>
      <vt:lpstr>2026 SF Corporate Template</vt:lpstr>
      <vt:lpstr>One subscription, every visit</vt:lpstr>
      <vt:lpstr>Meet Michael</vt:lpstr>
      <vt:lpstr>The lifecycle at a glance</vt:lpstr>
      <vt:lpstr>Field Service Core vs the managed package</vt:lpstr>
      <vt:lpstr>Einstein at every step</vt:lpstr>
      <vt:lpstr>The inspection is the sales call</vt:lpstr>
      <vt:lpstr>Plan the day</vt:lpstr>
      <vt:lpstr>Inspect &amp; quote on the tablet</vt:lpstr>
      <vt:lpstr>Sign &amp; pay at the door</vt:lpstr>
      <vt:lpstr>One order, two kinds of work</vt:lpstr>
      <vt:lpstr>The plan builds itself</vt:lpstr>
      <vt:lpstr>Every visit tied to what was sold</vt:lpstr>
      <vt:lpstr>First treatment starts billing</vt:lpstr>
      <vt:lpstr>Recurring visits run themselves</vt:lpstr>
      <vt:lpstr>Re-service with a guarantee check</vt:lpstr>
      <vt:lpstr>The technician is the best salesperson</vt:lpstr>
      <vt:lpstr>Upsell &amp; upgrade on the visit</vt:lpstr>
      <vt:lpstr>Pause, resume &amp; renew</vt:lpstr>
      <vt:lpstr>What the audience should walk away with</vt:lpstr>
      <vt:lpstr>Run of show and status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Lostumbo, Alessandro V</cp:lastModifiedBy>
  <cp:revision>5</cp:revision>
  <dcterms:modified xsi:type="dcterms:W3CDTF">2026-10-28T19:43:51Z</dcterms:modified>
</cp:coreProperties>
</file>